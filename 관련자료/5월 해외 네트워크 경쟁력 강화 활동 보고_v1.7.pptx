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  <p:sldMasterId id="2147483660" r:id="rId5"/>
  </p:sldMasterIdLst>
  <p:notesMasterIdLst>
    <p:notesMasterId r:id="rId73"/>
  </p:notesMasterIdLst>
  <p:sldIdLst>
    <p:sldId id="2147483315" r:id="rId6"/>
    <p:sldId id="292" r:id="rId7"/>
    <p:sldId id="2147483366" r:id="rId8"/>
    <p:sldId id="256" r:id="rId9"/>
    <p:sldId id="287" r:id="rId10"/>
    <p:sldId id="2147483330" r:id="rId11"/>
    <p:sldId id="2147483331" r:id="rId12"/>
    <p:sldId id="2147483332" r:id="rId13"/>
    <p:sldId id="2147483298" r:id="rId14"/>
    <p:sldId id="2147483295" r:id="rId15"/>
    <p:sldId id="2147483373" r:id="rId16"/>
    <p:sldId id="2147483376" r:id="rId17"/>
    <p:sldId id="2147483321" r:id="rId18"/>
    <p:sldId id="2147483349" r:id="rId19"/>
    <p:sldId id="2147483371" r:id="rId20"/>
    <p:sldId id="2147483358" r:id="rId21"/>
    <p:sldId id="2147483361" r:id="rId22"/>
    <p:sldId id="2147483333" r:id="rId23"/>
    <p:sldId id="2147483334" r:id="rId24"/>
    <p:sldId id="2147483335" r:id="rId25"/>
    <p:sldId id="2147483342" r:id="rId26"/>
    <p:sldId id="2147483343" r:id="rId27"/>
    <p:sldId id="2147483368" r:id="rId28"/>
    <p:sldId id="2147483369" r:id="rId29"/>
    <p:sldId id="273" r:id="rId30"/>
    <p:sldId id="275" r:id="rId31"/>
    <p:sldId id="277" r:id="rId32"/>
    <p:sldId id="274" r:id="rId33"/>
    <p:sldId id="276" r:id="rId34"/>
    <p:sldId id="266" r:id="rId35"/>
    <p:sldId id="268" r:id="rId36"/>
    <p:sldId id="270" r:id="rId37"/>
    <p:sldId id="267" r:id="rId38"/>
    <p:sldId id="269" r:id="rId39"/>
    <p:sldId id="259" r:id="rId40"/>
    <p:sldId id="278" r:id="rId41"/>
    <p:sldId id="261" r:id="rId42"/>
    <p:sldId id="279" r:id="rId43"/>
    <p:sldId id="260" r:id="rId44"/>
    <p:sldId id="262" r:id="rId45"/>
    <p:sldId id="263" r:id="rId46"/>
    <p:sldId id="284" r:id="rId47"/>
    <p:sldId id="286" r:id="rId48"/>
    <p:sldId id="281" r:id="rId49"/>
    <p:sldId id="283" r:id="rId50"/>
    <p:sldId id="282" r:id="rId51"/>
    <p:sldId id="2147483374" r:id="rId52"/>
    <p:sldId id="2147483375" r:id="rId53"/>
    <p:sldId id="285" r:id="rId54"/>
    <p:sldId id="2147483336" r:id="rId55"/>
    <p:sldId id="2147483337" r:id="rId56"/>
    <p:sldId id="2147483344" r:id="rId57"/>
    <p:sldId id="2147483345" r:id="rId58"/>
    <p:sldId id="2147483338" r:id="rId59"/>
    <p:sldId id="2147483339" r:id="rId60"/>
    <p:sldId id="2147483340" r:id="rId61"/>
    <p:sldId id="2147483341" r:id="rId62"/>
    <p:sldId id="2147483346" r:id="rId63"/>
    <p:sldId id="2147483347" r:id="rId64"/>
    <p:sldId id="2147483348" r:id="rId65"/>
    <p:sldId id="288" r:id="rId66"/>
    <p:sldId id="289" r:id="rId67"/>
    <p:sldId id="290" r:id="rId68"/>
    <p:sldId id="2147483372" r:id="rId69"/>
    <p:sldId id="2147483356" r:id="rId70"/>
    <p:sldId id="291" r:id="rId71"/>
    <p:sldId id="2147483364" r:id="rId72"/>
  </p:sldIdLst>
  <p:sldSz cx="12192000" cy="6858000"/>
  <p:notesSz cx="6807200" cy="99393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675D483D-B4B6-4222-8FAF-6D09860CE157}">
          <p14:sldIdLst>
            <p14:sldId id="2147483315"/>
            <p14:sldId id="292"/>
            <p14:sldId id="2147483366"/>
            <p14:sldId id="256"/>
            <p14:sldId id="287"/>
          </p14:sldIdLst>
        </p14:section>
        <p14:section name="이관프로세스 개선 유첨" id="{BF4E5B73-DF39-4550-9731-BA96B6AC69AF}">
          <p14:sldIdLst>
            <p14:sldId id="2147483330"/>
            <p14:sldId id="2147483331"/>
            <p14:sldId id="2147483332"/>
          </p14:sldIdLst>
        </p14:section>
        <p14:section name="수리 T-NPS 개선 활동 유첨" id="{E6257980-A89F-4FEF-A4A5-B12691AA135B}">
          <p14:sldIdLst>
            <p14:sldId id="2147483298"/>
            <p14:sldId id="2147483295"/>
            <p14:sldId id="2147483373"/>
            <p14:sldId id="2147483376"/>
            <p14:sldId id="2147483321"/>
            <p14:sldId id="2147483349"/>
            <p14:sldId id="2147483371"/>
            <p14:sldId id="2147483358"/>
            <p14:sldId id="2147483361"/>
          </p14:sldIdLst>
        </p14:section>
        <p14:section name="RTAT 유첨_overall" id="{29F2BBEF-F4BC-4BBE-97C9-0592FB0C5952}">
          <p14:sldIdLst>
            <p14:sldId id="2147483333"/>
            <p14:sldId id="2147483334"/>
            <p14:sldId id="2147483335"/>
            <p14:sldId id="2147483342"/>
            <p14:sldId id="2147483343"/>
            <p14:sldId id="2147483368"/>
            <p14:sldId id="2147483369"/>
          </p14:sldIdLst>
        </p14:section>
        <p14:section name="LGEDG" id="{4A612470-EF75-44DE-AB53-E950E9050591}">
          <p14:sldIdLst>
            <p14:sldId id="273"/>
            <p14:sldId id="275"/>
            <p14:sldId id="277"/>
            <p14:sldId id="274"/>
            <p14:sldId id="276"/>
          </p14:sldIdLst>
        </p14:section>
        <p14:section name="LGEIS" id="{285F5E8C-72D9-4175-81C0-ED2AEECBD316}">
          <p14:sldIdLst>
            <p14:sldId id="266"/>
            <p14:sldId id="268"/>
            <p14:sldId id="270"/>
            <p14:sldId id="267"/>
            <p14:sldId id="269"/>
          </p14:sldIdLst>
        </p14:section>
        <p14:section name="LGEUK" id="{F2E97A07-8BC3-4ABA-82BD-A7B3C466DAD3}">
          <p14:sldIdLst>
            <p14:sldId id="259"/>
            <p14:sldId id="278"/>
            <p14:sldId id="261"/>
            <p14:sldId id="279"/>
            <p14:sldId id="260"/>
            <p14:sldId id="262"/>
            <p14:sldId id="263"/>
          </p14:sldIdLst>
        </p14:section>
        <p14:section name="LGEMK" id="{58216D11-007C-40B9-B58D-8E5330D5CD90}">
          <p14:sldIdLst>
            <p14:sldId id="284"/>
            <p14:sldId id="286"/>
          </p14:sldIdLst>
        </p14:section>
        <p14:section name="LGEES" id="{2CA034BA-11D9-4D95-AEE2-6A605977849B}">
          <p14:sldIdLst>
            <p14:sldId id="281"/>
            <p14:sldId id="283"/>
            <p14:sldId id="282"/>
            <p14:sldId id="2147483374"/>
            <p14:sldId id="2147483375"/>
          </p14:sldIdLst>
        </p14:section>
        <p14:section name="LGEMS" id="{20180049-5E71-4825-9CFE-C8B0882E13E9}">
          <p14:sldIdLst>
            <p14:sldId id="285"/>
            <p14:sldId id="2147483336"/>
            <p14:sldId id="2147483337"/>
            <p14:sldId id="2147483344"/>
            <p14:sldId id="2147483345"/>
            <p14:sldId id="2147483338"/>
          </p14:sldIdLst>
        </p14:section>
        <p14:section name="LGESP" id="{880B2922-DB7D-4497-85BE-55B86B6C5591}">
          <p14:sldIdLst>
            <p14:sldId id="2147483339"/>
            <p14:sldId id="2147483340"/>
            <p14:sldId id="2147483341"/>
          </p14:sldIdLst>
        </p14:section>
        <p14:section name="LGEAP" id="{CC6452BF-FA62-4361-A1EC-80E3421FEF80}">
          <p14:sldIdLst>
            <p14:sldId id="2147483346"/>
            <p14:sldId id="2147483347"/>
            <p14:sldId id="2147483348"/>
          </p14:sldIdLst>
        </p14:section>
        <p14:section name="장기미처리" id="{C604EA05-61F8-4C8B-8E4A-C8BF9AB996CC}">
          <p14:sldIdLst>
            <p14:sldId id="288"/>
            <p14:sldId id="289"/>
            <p14:sldId id="290"/>
            <p14:sldId id="2147483372"/>
            <p14:sldId id="2147483356"/>
            <p14:sldId id="291"/>
          </p14:sldIdLst>
        </p14:section>
        <p14:section name="컨퍼런스 피드백" id="{8B47B454-4D75-43DB-9174-A60F102A8FDF}">
          <p14:sldIdLst>
            <p14:sldId id="214748336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6600"/>
    <a:srgbClr val="F4CCCC"/>
    <a:srgbClr val="FFE599"/>
    <a:srgbClr val="FFFFFF"/>
    <a:srgbClr val="FFFFCC"/>
    <a:srgbClr val="EBEBF0"/>
    <a:srgbClr val="E9EEFF"/>
    <a:srgbClr val="D9EAD3"/>
    <a:srgbClr val="9BBB5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FC01BF9-AB6D-4CCF-9AC4-5E78C1C7A736}" v="5286" vWet="5287" dt="2026-05-12T06:57:36.663"/>
    <p1510:client id="{6FD1EAFC-B18E-4E71-9622-5E4B96FD6C99}" v="2023" dt="2026-05-12T07:09:05.633"/>
    <p1510:client id="{B6E45E04-FA8C-6B30-A72F-E5AC0132A2B3}" v="8" dt="2026-05-12T04:45:42.776"/>
    <p1510:client id="{DBE4ADD7-0B76-4D60-9253-B688AF4A0453}" v="964" dt="2026-05-12T05:35:19.309"/>
    <p1510:client id="{E5DB9315-E2B0-4A8E-A049-6E25D1BD8D23}" v="24" dt="2026-05-12T00:28:10.083"/>
    <p1510:client id="{E87E2FA7-A71A-4842-A5DA-5BEAE829D8A4}" v="8512" dt="2026-05-12T07:09:39.198"/>
    <p1510:client id="{E9419AA5-FDE0-432B-94AD-5CB7719595B7}" v="693" dt="2026-05-12T06:09:22.831"/>
    <p1510:client id="{F644F614-6044-49DE-807C-629DFCCB864A}" v="1114" dt="2026-05-12T05:49:25.395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>
        <p:guide orient="horz" pos="2160"/>
        <p:guide pos="3840"/>
      </p:guideLst>
    </p:cSldViewPr>
  </p:slide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66" Type="http://schemas.openxmlformats.org/officeDocument/2006/relationships/slide" Target="slides/slide61.xml"/><Relationship Id="rId74" Type="http://schemas.openxmlformats.org/officeDocument/2006/relationships/presProps" Target="presProps.xml"/><Relationship Id="rId79" Type="http://schemas.microsoft.com/office/2015/10/relationships/revisionInfo" Target="revisionInfo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56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56" Type="http://schemas.openxmlformats.org/officeDocument/2006/relationships/slide" Target="slides/slide51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77" Type="http://schemas.openxmlformats.org/officeDocument/2006/relationships/tableStyles" Target="tableStyles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slide" Target="slides/slide65.xml"/><Relationship Id="rId75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notesMaster" Target="notesMasters/notesMaster1.xml"/><Relationship Id="rId78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theme" Target="theme/theme1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송범준/책임/해외CC&amp;S네트워크운영팀" userId="S::beomjun.song@lge.com::5dffadd8-486e-4323-8aaa-7f3e9df9f4f7" providerId="AD" clId="Web-{E495B8E1-9FF1-6800-D078-263A9E9D0F9E}"/>
    <pc:docChg chg="modSld">
      <pc:chgData name="송범준/책임/해외CC&amp;S네트워크운영팀" userId="S::beomjun.song@lge.com::5dffadd8-486e-4323-8aaa-7f3e9df9f4f7" providerId="AD" clId="Web-{E495B8E1-9FF1-6800-D078-263A9E9D0F9E}" dt="2026-05-11T04:11:18.595" v="6"/>
      <pc:docMkLst>
        <pc:docMk/>
      </pc:docMkLst>
      <pc:sldChg chg="addSp delSp modSp">
        <pc:chgData name="송범준/책임/해외CC&amp;S네트워크운영팀" userId="S::beomjun.song@lge.com::5dffadd8-486e-4323-8aaa-7f3e9df9f4f7" providerId="AD" clId="Web-{E495B8E1-9FF1-6800-D078-263A9E9D0F9E}" dt="2026-05-11T04:11:18.595" v="6"/>
        <pc:sldMkLst>
          <pc:docMk/>
          <pc:sldMk cId="1534422238" sldId="287"/>
        </pc:sldMkLst>
        <pc:graphicFrameChg chg="del">
          <ac:chgData name="송범준/책임/해외CC&amp;S네트워크운영팀" userId="S::beomjun.song@lge.com::5dffadd8-486e-4323-8aaa-7f3e9df9f4f7" providerId="AD" clId="Web-{E495B8E1-9FF1-6800-D078-263A9E9D0F9E}" dt="2026-05-11T04:10:40.436" v="3"/>
          <ac:graphicFrameMkLst>
            <pc:docMk/>
            <pc:sldMk cId="1534422238" sldId="287"/>
            <ac:graphicFrameMk id="5" creationId="{7827504E-AE69-8374-AF17-9846767F19AA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E495B8E1-9FF1-6800-D078-263A9E9D0F9E}" dt="2026-05-11T04:10:32.404" v="2"/>
          <ac:graphicFrameMkLst>
            <pc:docMk/>
            <pc:sldMk cId="1534422238" sldId="287"/>
            <ac:graphicFrameMk id="9" creationId="{7497B71F-8324-E537-3956-7F0CF12D92DD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E495B8E1-9FF1-6800-D078-263A9E9D0F9E}" dt="2026-05-11T04:11:18.595" v="6"/>
          <ac:graphicFrameMkLst>
            <pc:docMk/>
            <pc:sldMk cId="1534422238" sldId="287"/>
            <ac:graphicFrameMk id="17" creationId="{3CABC2F7-C62B-C662-9255-9475AB642AED}"/>
          </ac:graphicFrameMkLst>
        </pc:graphicFrameChg>
      </pc:sldChg>
    </pc:docChg>
  </pc:docChgLst>
  <pc:docChgLst>
    <pc:chgData name="박규철/책임/해외CC&amp;S네트워크운영팀" userId="d64d8bb7-294a-43d6-a9a5-e02960351e45" providerId="ADAL" clId="{E5DB9315-E2B0-4A8E-A049-6E25D1BD8D23}"/>
    <pc:docChg chg="modSld">
      <pc:chgData name="박규철/책임/해외CC&amp;S네트워크운영팀" userId="d64d8bb7-294a-43d6-a9a5-e02960351e45" providerId="ADAL" clId="{E5DB9315-E2B0-4A8E-A049-6E25D1BD8D23}" dt="2026-05-12T00:28:10.083" v="23"/>
      <pc:docMkLst>
        <pc:docMk/>
      </pc:docMkLst>
      <pc:sldChg chg="modSp mod">
        <pc:chgData name="박규철/책임/해외CC&amp;S네트워크운영팀" userId="d64d8bb7-294a-43d6-a9a5-e02960351e45" providerId="ADAL" clId="{E5DB9315-E2B0-4A8E-A049-6E25D1BD8D23}" dt="2026-05-12T00:28:10.083" v="23"/>
        <pc:sldMkLst>
          <pc:docMk/>
          <pc:sldMk cId="510851803" sldId="2147483371"/>
        </pc:sldMkLst>
        <pc:spChg chg="mod">
          <ac:chgData name="박규철/책임/해외CC&amp;S네트워크운영팀" userId="d64d8bb7-294a-43d6-a9a5-e02960351e45" providerId="ADAL" clId="{E5DB9315-E2B0-4A8E-A049-6E25D1BD8D23}" dt="2026-05-12T00:28:10.083" v="23"/>
          <ac:spMkLst>
            <pc:docMk/>
            <pc:sldMk cId="510851803" sldId="2147483371"/>
            <ac:spMk id="101" creationId="{A60205E5-5473-9EC3-B383-0C72F7C692AF}"/>
          </ac:spMkLst>
        </pc:spChg>
      </pc:sldChg>
    </pc:docChg>
  </pc:docChgLst>
  <pc:docChgLst>
    <pc:chgData name="김보경/선임/해외CC&amp;S네트워크운영팀" userId="S::bokyung02.kim@lge.com::8485ec85-8704-4a2f-afff-a1acfaebc22d" providerId="AD" clId="Web-{30C816C8-66B2-2989-92B5-B39706CEEEB7}"/>
    <pc:docChg chg="modSld">
      <pc:chgData name="김보경/선임/해외CC&amp;S네트워크운영팀" userId="S::bokyung02.kim@lge.com::8485ec85-8704-4a2f-afff-a1acfaebc22d" providerId="AD" clId="Web-{30C816C8-66B2-2989-92B5-B39706CEEEB7}" dt="2026-05-10T23:44:15.647" v="200"/>
      <pc:docMkLst>
        <pc:docMk/>
      </pc:docMkLst>
      <pc:sldChg chg="addSp delSp">
        <pc:chgData name="김보경/선임/해외CC&amp;S네트워크운영팀" userId="S::bokyung02.kim@lge.com::8485ec85-8704-4a2f-afff-a1acfaebc22d" providerId="AD" clId="Web-{30C816C8-66B2-2989-92B5-B39706CEEEB7}" dt="2026-05-10T23:44:15.647" v="200"/>
        <pc:sldMkLst>
          <pc:docMk/>
          <pc:sldMk cId="559323831" sldId="292"/>
        </pc:sldMkLst>
        <pc:spChg chg="add del">
          <ac:chgData name="김보경/선임/해외CC&amp;S네트워크운영팀" userId="S::bokyung02.kim@lge.com::8485ec85-8704-4a2f-afff-a1acfaebc22d" providerId="AD" clId="Web-{30C816C8-66B2-2989-92B5-B39706CEEEB7}" dt="2026-05-10T23:44:15.647" v="200"/>
          <ac:spMkLst>
            <pc:docMk/>
            <pc:sldMk cId="559323831" sldId="292"/>
            <ac:spMk id="5" creationId="{5F2832E2-EA42-F2A2-AB1C-D488A795323B}"/>
          </ac:spMkLst>
        </pc:spChg>
      </pc:sldChg>
      <pc:sldChg chg="addSp delSp modSp">
        <pc:chgData name="김보경/선임/해외CC&amp;S네트워크운영팀" userId="S::bokyung02.kim@lge.com::8485ec85-8704-4a2f-afff-a1acfaebc22d" providerId="AD" clId="Web-{30C816C8-66B2-2989-92B5-B39706CEEEB7}" dt="2026-05-10T23:44:06.834" v="198"/>
        <pc:sldMkLst>
          <pc:docMk/>
          <pc:sldMk cId="3301519829" sldId="293"/>
        </pc:sldMkLst>
        <pc:spChg chg="add del mod">
          <ac:chgData name="김보경/선임/해외CC&amp;S네트워크운영팀" userId="S::bokyung02.kim@lge.com::8485ec85-8704-4a2f-afff-a1acfaebc22d" providerId="AD" clId="Web-{30C816C8-66B2-2989-92B5-B39706CEEEB7}" dt="2026-05-10T23:43:53.459" v="196" actId="20577"/>
          <ac:spMkLst>
            <pc:docMk/>
            <pc:sldMk cId="3301519829" sldId="293"/>
            <ac:spMk id="13" creationId="{7FFA4E2C-769A-F089-A926-66A8AE0DEEA6}"/>
          </ac:spMkLst>
        </pc:spChg>
        <pc:spChg chg="add">
          <ac:chgData name="김보경/선임/해외CC&amp;S네트워크운영팀" userId="S::bokyung02.kim@lge.com::8485ec85-8704-4a2f-afff-a1acfaebc22d" providerId="AD" clId="Web-{30C816C8-66B2-2989-92B5-B39706CEEEB7}" dt="2026-05-10T23:44:04.131" v="197"/>
          <ac:spMkLst>
            <pc:docMk/>
            <pc:sldMk cId="3301519829" sldId="293"/>
            <ac:spMk id="14" creationId="{402BAD41-F76A-ED47-BDB3-AF6EA2DF24B3}"/>
          </ac:spMkLst>
        </pc:spChg>
        <pc:spChg chg="add">
          <ac:chgData name="김보경/선임/해외CC&amp;S네트워크운영팀" userId="S::bokyung02.kim@lge.com::8485ec85-8704-4a2f-afff-a1acfaebc22d" providerId="AD" clId="Web-{30C816C8-66B2-2989-92B5-B39706CEEEB7}" dt="2026-05-10T23:44:06.834" v="198"/>
          <ac:spMkLst>
            <pc:docMk/>
            <pc:sldMk cId="3301519829" sldId="293"/>
            <ac:spMk id="16" creationId="{C2642121-F945-2F44-3B82-ADD489247D55}"/>
          </ac:spMkLst>
        </pc:spChg>
      </pc:sldChg>
      <pc:sldChg chg="modSp">
        <pc:chgData name="김보경/선임/해외CC&amp;S네트워크운영팀" userId="S::bokyung02.kim@lge.com::8485ec85-8704-4a2f-afff-a1acfaebc22d" providerId="AD" clId="Web-{30C816C8-66B2-2989-92B5-B39706CEEEB7}" dt="2026-05-10T23:29:21.410" v="4" actId="20577"/>
        <pc:sldMkLst>
          <pc:docMk/>
          <pc:sldMk cId="173035577" sldId="2147483355"/>
        </pc:sldMkLst>
        <pc:spChg chg="mod">
          <ac:chgData name="김보경/선임/해외CC&amp;S네트워크운영팀" userId="S::bokyung02.kim@lge.com::8485ec85-8704-4a2f-afff-a1acfaebc22d" providerId="AD" clId="Web-{30C816C8-66B2-2989-92B5-B39706CEEEB7}" dt="2026-05-10T23:29:21.410" v="4" actId="20577"/>
          <ac:spMkLst>
            <pc:docMk/>
            <pc:sldMk cId="173035577" sldId="2147483355"/>
            <ac:spMk id="42" creationId="{2A1BF3EC-7794-B432-A2E9-00CB7CAC66E2}"/>
          </ac:spMkLst>
        </pc:spChg>
      </pc:sldChg>
    </pc:docChg>
  </pc:docChgLst>
  <pc:docChgLst>
    <pc:chgData name="김보경/선임/해외CC&amp;S네트워크운영팀" userId="8485ec85-8704-4a2f-afff-a1acfaebc22d" providerId="ADAL" clId="{DBE4ADD7-0B76-4D60-9253-B688AF4A0453}"/>
    <pc:docChg chg="undo custSel modSld">
      <pc:chgData name="김보경/선임/해외CC&amp;S네트워크운영팀" userId="8485ec85-8704-4a2f-afff-a1acfaebc22d" providerId="ADAL" clId="{DBE4ADD7-0B76-4D60-9253-B688AF4A0453}" dt="2026-05-12T05:35:19.309" v="960" actId="14100"/>
      <pc:docMkLst>
        <pc:docMk/>
      </pc:docMkLst>
      <pc:sldChg chg="addSp modSp mod">
        <pc:chgData name="김보경/선임/해외CC&amp;S네트워크운영팀" userId="8485ec85-8704-4a2f-afff-a1acfaebc22d" providerId="ADAL" clId="{DBE4ADD7-0B76-4D60-9253-B688AF4A0453}" dt="2026-05-12T00:37:20.831" v="808" actId="20577"/>
        <pc:sldMkLst>
          <pc:docMk/>
          <pc:sldMk cId="1212257075" sldId="259"/>
        </pc:sldMkLst>
        <pc:spChg chg="add mod">
          <ac:chgData name="김보경/선임/해외CC&amp;S네트워크운영팀" userId="8485ec85-8704-4a2f-afff-a1acfaebc22d" providerId="ADAL" clId="{DBE4ADD7-0B76-4D60-9253-B688AF4A0453}" dt="2026-05-12T00:37:20.831" v="808" actId="20577"/>
          <ac:spMkLst>
            <pc:docMk/>
            <pc:sldMk cId="1212257075" sldId="259"/>
            <ac:spMk id="13" creationId="{D7A97EA5-30BC-90C8-F1BA-FC557D848CCA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41.604" v="820" actId="20577"/>
        <pc:sldMkLst>
          <pc:docMk/>
          <pc:sldMk cId="457902422" sldId="260"/>
        </pc:sldMkLst>
        <pc:spChg chg="add mod">
          <ac:chgData name="김보경/선임/해외CC&amp;S네트워크운영팀" userId="8485ec85-8704-4a2f-afff-a1acfaebc22d" providerId="ADAL" clId="{DBE4ADD7-0B76-4D60-9253-B688AF4A0453}" dt="2026-05-12T00:37:41.604" v="820" actId="20577"/>
          <ac:spMkLst>
            <pc:docMk/>
            <pc:sldMk cId="457902422" sldId="260"/>
            <ac:spMk id="12" creationId="{EAAFAD84-3F91-064D-5E1C-29115C0604EC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33.584" v="814" actId="20577"/>
        <pc:sldMkLst>
          <pc:docMk/>
          <pc:sldMk cId="605240016" sldId="261"/>
        </pc:sldMkLst>
        <pc:spChg chg="add mod">
          <ac:chgData name="김보경/선임/해외CC&amp;S네트워크운영팀" userId="8485ec85-8704-4a2f-afff-a1acfaebc22d" providerId="ADAL" clId="{DBE4ADD7-0B76-4D60-9253-B688AF4A0453}" dt="2026-05-12T00:37:33.584" v="814" actId="20577"/>
          <ac:spMkLst>
            <pc:docMk/>
            <pc:sldMk cId="605240016" sldId="261"/>
            <ac:spMk id="11" creationId="{85F2BBFD-B037-73FC-0AEA-0CA0DC6001FB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45.399" v="823" actId="20577"/>
        <pc:sldMkLst>
          <pc:docMk/>
          <pc:sldMk cId="2526098371" sldId="262"/>
        </pc:sldMkLst>
        <pc:spChg chg="add mod">
          <ac:chgData name="김보경/선임/해외CC&amp;S네트워크운영팀" userId="8485ec85-8704-4a2f-afff-a1acfaebc22d" providerId="ADAL" clId="{DBE4ADD7-0B76-4D60-9253-B688AF4A0453}" dt="2026-05-12T00:37:45.399" v="823" actId="20577"/>
          <ac:spMkLst>
            <pc:docMk/>
            <pc:sldMk cId="2526098371" sldId="262"/>
            <ac:spMk id="7" creationId="{CEF65079-3927-BA5E-BDBB-26755FD2DCF9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49.794" v="826" actId="20577"/>
        <pc:sldMkLst>
          <pc:docMk/>
          <pc:sldMk cId="528108076" sldId="263"/>
        </pc:sldMkLst>
        <pc:spChg chg="add mod">
          <ac:chgData name="김보경/선임/해외CC&amp;S네트워크운영팀" userId="8485ec85-8704-4a2f-afff-a1acfaebc22d" providerId="ADAL" clId="{DBE4ADD7-0B76-4D60-9253-B688AF4A0453}" dt="2026-05-12T00:37:49.794" v="826" actId="20577"/>
          <ac:spMkLst>
            <pc:docMk/>
            <pc:sldMk cId="528108076" sldId="263"/>
            <ac:spMk id="12" creationId="{F10C5FD4-9D48-5976-5583-B8C115AD4877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6:45.001" v="803" actId="20577"/>
        <pc:sldMkLst>
          <pc:docMk/>
          <pc:sldMk cId="4075134757" sldId="266"/>
        </pc:sldMkLst>
        <pc:spChg chg="add mod">
          <ac:chgData name="김보경/선임/해외CC&amp;S네트워크운영팀" userId="8485ec85-8704-4a2f-afff-a1acfaebc22d" providerId="ADAL" clId="{DBE4ADD7-0B76-4D60-9253-B688AF4A0453}" dt="2026-05-12T00:36:45.001" v="803" actId="20577"/>
          <ac:spMkLst>
            <pc:docMk/>
            <pc:sldMk cId="4075134757" sldId="266"/>
            <ac:spMk id="6" creationId="{C00C98A7-FB63-2A6B-438C-470B1A59B6D3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6:32.582" v="797" actId="20577"/>
        <pc:sldMkLst>
          <pc:docMk/>
          <pc:sldMk cId="1515764584" sldId="267"/>
        </pc:sldMkLst>
        <pc:spChg chg="add mod">
          <ac:chgData name="김보경/선임/해외CC&amp;S네트워크운영팀" userId="8485ec85-8704-4a2f-afff-a1acfaebc22d" providerId="ADAL" clId="{DBE4ADD7-0B76-4D60-9253-B688AF4A0453}" dt="2026-05-12T00:36:32.582" v="797" actId="20577"/>
          <ac:spMkLst>
            <pc:docMk/>
            <pc:sldMk cId="1515764584" sldId="267"/>
            <ac:spMk id="12" creationId="{3844B106-E2FA-20F1-8A17-DCBF6B044A59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6:36.094" v="799" actId="20577"/>
        <pc:sldMkLst>
          <pc:docMk/>
          <pc:sldMk cId="1835962267" sldId="268"/>
        </pc:sldMkLst>
        <pc:spChg chg="add mod">
          <ac:chgData name="김보경/선임/해외CC&amp;S네트워크운영팀" userId="8485ec85-8704-4a2f-afff-a1acfaebc22d" providerId="ADAL" clId="{DBE4ADD7-0B76-4D60-9253-B688AF4A0453}" dt="2026-05-12T00:36:36.094" v="799" actId="20577"/>
          <ac:spMkLst>
            <pc:docMk/>
            <pc:sldMk cId="1835962267" sldId="268"/>
            <ac:spMk id="15" creationId="{962CB170-93F7-757A-251E-7F6F4CA57E78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6:27.825" v="795" actId="20577"/>
        <pc:sldMkLst>
          <pc:docMk/>
          <pc:sldMk cId="2219689207" sldId="269"/>
        </pc:sldMkLst>
        <pc:spChg chg="add mod">
          <ac:chgData name="김보경/선임/해외CC&amp;S네트워크운영팀" userId="8485ec85-8704-4a2f-afff-a1acfaebc22d" providerId="ADAL" clId="{DBE4ADD7-0B76-4D60-9253-B688AF4A0453}" dt="2026-05-12T00:36:27.825" v="795" actId="20577"/>
          <ac:spMkLst>
            <pc:docMk/>
            <pc:sldMk cId="2219689207" sldId="269"/>
            <ac:spMk id="2" creationId="{AF7445F1-7641-973A-A294-3D7F60556ACC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6:40.396" v="801" actId="20577"/>
        <pc:sldMkLst>
          <pc:docMk/>
          <pc:sldMk cId="608205898" sldId="270"/>
        </pc:sldMkLst>
        <pc:spChg chg="add mod">
          <ac:chgData name="김보경/선임/해외CC&amp;S네트워크운영팀" userId="8485ec85-8704-4a2f-afff-a1acfaebc22d" providerId="ADAL" clId="{DBE4ADD7-0B76-4D60-9253-B688AF4A0453}" dt="2026-05-12T00:36:40.396" v="801" actId="20577"/>
          <ac:spMkLst>
            <pc:docMk/>
            <pc:sldMk cId="608205898" sldId="270"/>
            <ac:spMk id="5" creationId="{F3399C5E-FBEA-081B-2D8A-CCE2BD4FECE5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5:01.859" v="762" actId="20577"/>
        <pc:sldMkLst>
          <pc:docMk/>
          <pc:sldMk cId="1925682060" sldId="273"/>
        </pc:sldMkLst>
        <pc:spChg chg="add mod">
          <ac:chgData name="김보경/선임/해외CC&amp;S네트워크운영팀" userId="8485ec85-8704-4a2f-afff-a1acfaebc22d" providerId="ADAL" clId="{DBE4ADD7-0B76-4D60-9253-B688AF4A0453}" dt="2026-05-12T00:34:48.252" v="759"/>
          <ac:spMkLst>
            <pc:docMk/>
            <pc:sldMk cId="1925682060" sldId="273"/>
            <ac:spMk id="7" creationId="{0318B7CA-B022-3919-0183-3957BEA792ED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2T00:35:01.859" v="762" actId="20577"/>
          <ac:spMkLst>
            <pc:docMk/>
            <pc:sldMk cId="1925682060" sldId="273"/>
            <ac:spMk id="8" creationId="{B841FFE0-92BC-9898-DA5E-5456F76A3869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5:23.503" v="771" actId="20577"/>
        <pc:sldMkLst>
          <pc:docMk/>
          <pc:sldMk cId="2435061884" sldId="274"/>
        </pc:sldMkLst>
        <pc:spChg chg="add mod">
          <ac:chgData name="김보경/선임/해외CC&amp;S네트워크운영팀" userId="8485ec85-8704-4a2f-afff-a1acfaebc22d" providerId="ADAL" clId="{DBE4ADD7-0B76-4D60-9253-B688AF4A0453}" dt="2026-05-12T00:35:23.503" v="771" actId="20577"/>
          <ac:spMkLst>
            <pc:docMk/>
            <pc:sldMk cId="2435061884" sldId="274"/>
            <ac:spMk id="12" creationId="{A75F26DB-BE8C-7519-0605-F73AE2A027A3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5:06.271" v="765" actId="20577"/>
        <pc:sldMkLst>
          <pc:docMk/>
          <pc:sldMk cId="2668026035" sldId="275"/>
        </pc:sldMkLst>
        <pc:spChg chg="add mod">
          <ac:chgData name="김보경/선임/해외CC&amp;S네트워크운영팀" userId="8485ec85-8704-4a2f-afff-a1acfaebc22d" providerId="ADAL" clId="{DBE4ADD7-0B76-4D60-9253-B688AF4A0453}" dt="2026-05-12T00:35:06.271" v="765" actId="20577"/>
          <ac:spMkLst>
            <pc:docMk/>
            <pc:sldMk cId="2668026035" sldId="275"/>
            <ac:spMk id="7" creationId="{66BC6519-874E-1CAA-4282-F038F8B1D0C5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5:29.062" v="774" actId="20577"/>
        <pc:sldMkLst>
          <pc:docMk/>
          <pc:sldMk cId="80219565" sldId="276"/>
        </pc:sldMkLst>
        <pc:spChg chg="add mod">
          <ac:chgData name="김보경/선임/해외CC&amp;S네트워크운영팀" userId="8485ec85-8704-4a2f-afff-a1acfaebc22d" providerId="ADAL" clId="{DBE4ADD7-0B76-4D60-9253-B688AF4A0453}" dt="2026-05-12T00:35:29.062" v="774" actId="20577"/>
          <ac:spMkLst>
            <pc:docMk/>
            <pc:sldMk cId="80219565" sldId="276"/>
            <ac:spMk id="6" creationId="{B91890B7-13E4-1A94-BB60-2552872F9BCE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5:10.404" v="768" actId="20577"/>
        <pc:sldMkLst>
          <pc:docMk/>
          <pc:sldMk cId="2564764801" sldId="277"/>
        </pc:sldMkLst>
        <pc:spChg chg="add mod">
          <ac:chgData name="김보경/선임/해외CC&amp;S네트워크운영팀" userId="8485ec85-8704-4a2f-afff-a1acfaebc22d" providerId="ADAL" clId="{DBE4ADD7-0B76-4D60-9253-B688AF4A0453}" dt="2026-05-12T00:35:10.404" v="768" actId="20577"/>
          <ac:spMkLst>
            <pc:docMk/>
            <pc:sldMk cId="2564764801" sldId="277"/>
            <ac:spMk id="11" creationId="{A7FDB56D-DCD4-5C24-326E-FD253F8CB9C8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29.605" v="811" actId="20577"/>
        <pc:sldMkLst>
          <pc:docMk/>
          <pc:sldMk cId="1702082905" sldId="278"/>
        </pc:sldMkLst>
        <pc:spChg chg="add mod">
          <ac:chgData name="김보경/선임/해외CC&amp;S네트워크운영팀" userId="8485ec85-8704-4a2f-afff-a1acfaebc22d" providerId="ADAL" clId="{DBE4ADD7-0B76-4D60-9253-B688AF4A0453}" dt="2026-05-12T00:37:29.605" v="811" actId="20577"/>
          <ac:spMkLst>
            <pc:docMk/>
            <pc:sldMk cId="1702082905" sldId="278"/>
            <ac:spMk id="8" creationId="{029D27A5-9897-8F9A-D548-5FE9C0826EF0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37.089" v="817" actId="20577"/>
        <pc:sldMkLst>
          <pc:docMk/>
          <pc:sldMk cId="593450356" sldId="279"/>
        </pc:sldMkLst>
        <pc:spChg chg="add mod">
          <ac:chgData name="김보경/선임/해외CC&amp;S네트워크운영팀" userId="8485ec85-8704-4a2f-afff-a1acfaebc22d" providerId="ADAL" clId="{DBE4ADD7-0B76-4D60-9253-B688AF4A0453}" dt="2026-05-12T00:37:37.089" v="817" actId="20577"/>
          <ac:spMkLst>
            <pc:docMk/>
            <pc:sldMk cId="593450356" sldId="279"/>
            <ac:spMk id="5" creationId="{2F9D7959-33CD-0C51-D870-3FB45DEA870F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8:28.693" v="844" actId="20577"/>
        <pc:sldMkLst>
          <pc:docMk/>
          <pc:sldMk cId="3411262211" sldId="281"/>
        </pc:sldMkLst>
        <pc:spChg chg="add mod">
          <ac:chgData name="김보경/선임/해외CC&amp;S네트워크운영팀" userId="8485ec85-8704-4a2f-afff-a1acfaebc22d" providerId="ADAL" clId="{DBE4ADD7-0B76-4D60-9253-B688AF4A0453}" dt="2026-05-12T00:38:28.693" v="844" actId="20577"/>
          <ac:spMkLst>
            <pc:docMk/>
            <pc:sldMk cId="3411262211" sldId="281"/>
            <ac:spMk id="14" creationId="{80903D92-6D7E-7732-7FE2-7E63EE628577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8:15.468" v="835" actId="20577"/>
        <pc:sldMkLst>
          <pc:docMk/>
          <pc:sldMk cId="1796396231" sldId="282"/>
        </pc:sldMkLst>
        <pc:spChg chg="add mod">
          <ac:chgData name="김보경/선임/해외CC&amp;S네트워크운영팀" userId="8485ec85-8704-4a2f-afff-a1acfaebc22d" providerId="ADAL" clId="{DBE4ADD7-0B76-4D60-9253-B688AF4A0453}" dt="2026-05-12T00:38:15.468" v="835" actId="20577"/>
          <ac:spMkLst>
            <pc:docMk/>
            <pc:sldMk cId="1796396231" sldId="282"/>
            <ac:spMk id="11" creationId="{A7F4BDEE-AF57-FDEE-3685-008BCADEEF29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8:19.270" v="838" actId="20577"/>
        <pc:sldMkLst>
          <pc:docMk/>
          <pc:sldMk cId="1171241940" sldId="283"/>
        </pc:sldMkLst>
        <pc:spChg chg="add mod">
          <ac:chgData name="김보경/선임/해외CC&amp;S네트워크운영팀" userId="8485ec85-8704-4a2f-afff-a1acfaebc22d" providerId="ADAL" clId="{DBE4ADD7-0B76-4D60-9253-B688AF4A0453}" dt="2026-05-12T00:38:19.270" v="838" actId="20577"/>
          <ac:spMkLst>
            <pc:docMk/>
            <pc:sldMk cId="1171241940" sldId="283"/>
            <ac:spMk id="15" creationId="{3D8F05A4-8DC1-0180-8CDD-C18A7E018AA0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7:57.345" v="829" actId="20577"/>
        <pc:sldMkLst>
          <pc:docMk/>
          <pc:sldMk cId="2477331352" sldId="284"/>
        </pc:sldMkLst>
        <pc:spChg chg="add mod">
          <ac:chgData name="김보경/선임/해외CC&amp;S네트워크운영팀" userId="8485ec85-8704-4a2f-afff-a1acfaebc22d" providerId="ADAL" clId="{DBE4ADD7-0B76-4D60-9253-B688AF4A0453}" dt="2026-05-12T00:37:57.345" v="829" actId="20577"/>
          <ac:spMkLst>
            <pc:docMk/>
            <pc:sldMk cId="2477331352" sldId="284"/>
            <ac:spMk id="7" creationId="{90EDE121-CB72-DF2B-3BF2-FC1FD5A92515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1:50:44.531" v="918" actId="14734"/>
        <pc:sldMkLst>
          <pc:docMk/>
          <pc:sldMk cId="3050471159" sldId="285"/>
        </pc:sldMkLst>
        <pc:spChg chg="add mod">
          <ac:chgData name="김보경/선임/해외CC&amp;S네트워크운영팀" userId="8485ec85-8704-4a2f-afff-a1acfaebc22d" providerId="ADAL" clId="{DBE4ADD7-0B76-4D60-9253-B688AF4A0453}" dt="2026-05-12T00:39:24.305" v="860" actId="20577"/>
          <ac:spMkLst>
            <pc:docMk/>
            <pc:sldMk cId="3050471159" sldId="285"/>
            <ac:spMk id="16" creationId="{D9807DDC-DBA8-6D02-2595-6EEB20FC4A00}"/>
          </ac:spMkLst>
        </pc:spChg>
        <pc:graphicFrameChg chg="modGraphic">
          <ac:chgData name="김보경/선임/해외CC&amp;S네트워크운영팀" userId="8485ec85-8704-4a2f-afff-a1acfaebc22d" providerId="ADAL" clId="{DBE4ADD7-0B76-4D60-9253-B688AF4A0453}" dt="2026-05-12T01:50:44.531" v="918" actId="14734"/>
          <ac:graphicFrameMkLst>
            <pc:docMk/>
            <pc:sldMk cId="3050471159" sldId="285"/>
            <ac:graphicFrameMk id="4" creationId="{39500E5A-A26A-A26E-8123-6D3391CFDB7C}"/>
          </ac:graphicFrameMkLst>
        </pc:graphicFrameChg>
      </pc:sldChg>
      <pc:sldChg chg="addSp modSp mod">
        <pc:chgData name="김보경/선임/해외CC&amp;S네트워크운영팀" userId="8485ec85-8704-4a2f-afff-a1acfaebc22d" providerId="ADAL" clId="{DBE4ADD7-0B76-4D60-9253-B688AF4A0453}" dt="2026-05-12T00:38:01.576" v="832" actId="20577"/>
        <pc:sldMkLst>
          <pc:docMk/>
          <pc:sldMk cId="3837267059" sldId="286"/>
        </pc:sldMkLst>
        <pc:spChg chg="add mod">
          <ac:chgData name="김보경/선임/해외CC&amp;S네트워크운영팀" userId="8485ec85-8704-4a2f-afff-a1acfaebc22d" providerId="ADAL" clId="{DBE4ADD7-0B76-4D60-9253-B688AF4A0453}" dt="2026-05-12T00:38:01.576" v="832" actId="20577"/>
          <ac:spMkLst>
            <pc:docMk/>
            <pc:sldMk cId="3837267059" sldId="286"/>
            <ac:spMk id="3" creationId="{197687BD-08C8-681A-38CD-A22ECC24AD92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40:19.999" v="893" actId="20577"/>
        <pc:sldMkLst>
          <pc:docMk/>
          <pc:sldMk cId="3896448847" sldId="288"/>
        </pc:sldMkLst>
        <pc:spChg chg="add mod">
          <ac:chgData name="김보경/선임/해외CC&amp;S네트워크운영팀" userId="8485ec85-8704-4a2f-afff-a1acfaebc22d" providerId="ADAL" clId="{DBE4ADD7-0B76-4D60-9253-B688AF4A0453}" dt="2026-05-12T00:40:19.999" v="893" actId="20577"/>
          <ac:spMkLst>
            <pc:docMk/>
            <pc:sldMk cId="3896448847" sldId="288"/>
            <ac:spMk id="4" creationId="{759356C1-A4AA-EBD1-84F1-C94F3AF79F0C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40:24.138" v="896" actId="20577"/>
        <pc:sldMkLst>
          <pc:docMk/>
          <pc:sldMk cId="445898898" sldId="289"/>
        </pc:sldMkLst>
        <pc:spChg chg="add mod">
          <ac:chgData name="김보경/선임/해외CC&amp;S네트워크운영팀" userId="8485ec85-8704-4a2f-afff-a1acfaebc22d" providerId="ADAL" clId="{DBE4ADD7-0B76-4D60-9253-B688AF4A0453}" dt="2026-05-12T00:40:24.138" v="896" actId="20577"/>
          <ac:spMkLst>
            <pc:docMk/>
            <pc:sldMk cId="445898898" sldId="289"/>
            <ac:spMk id="42" creationId="{D1E730C3-D0E5-6EF9-C76A-253A781A717F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2T00:40:35.174" v="900" actId="20577"/>
        <pc:sldMkLst>
          <pc:docMk/>
          <pc:sldMk cId="2379798460" sldId="290"/>
        </pc:sldMkLst>
        <pc:spChg chg="del">
          <ac:chgData name="김보경/선임/해외CC&amp;S네트워크운영팀" userId="8485ec85-8704-4a2f-afff-a1acfaebc22d" providerId="ADAL" clId="{DBE4ADD7-0B76-4D60-9253-B688AF4A0453}" dt="2026-05-12T00:40:30.991" v="897" actId="478"/>
          <ac:spMkLst>
            <pc:docMk/>
            <pc:sldMk cId="2379798460" sldId="290"/>
            <ac:spMk id="3" creationId="{347EE9D6-289C-CFAD-7C25-62D20B339750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2T00:40:35.174" v="900" actId="20577"/>
          <ac:spMkLst>
            <pc:docMk/>
            <pc:sldMk cId="2379798460" sldId="290"/>
            <ac:spMk id="4" creationId="{C6DBCEE3-D7A5-68D8-1CC4-1C3EAAA1F595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2T00:40:58.180" v="916" actId="20577"/>
        <pc:sldMkLst>
          <pc:docMk/>
          <pc:sldMk cId="1199134014" sldId="291"/>
        </pc:sldMkLst>
        <pc:spChg chg="add del mod">
          <ac:chgData name="김보경/선임/해외CC&amp;S네트워크운영팀" userId="8485ec85-8704-4a2f-afff-a1acfaebc22d" providerId="ADAL" clId="{DBE4ADD7-0B76-4D60-9253-B688AF4A0453}" dt="2026-05-12T00:40:53.942" v="912" actId="478"/>
          <ac:spMkLst>
            <pc:docMk/>
            <pc:sldMk cId="1199134014" sldId="291"/>
            <ac:spMk id="2" creationId="{B847A034-DE88-8DD0-925F-6D266F107F61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2T00:40:55.431" v="913" actId="478"/>
          <ac:spMkLst>
            <pc:docMk/>
            <pc:sldMk cId="1199134014" sldId="291"/>
            <ac:spMk id="4" creationId="{8F77803C-5A9B-94C3-20EC-0DC769DB6F5F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2T00:40:58.180" v="916" actId="20577"/>
          <ac:spMkLst>
            <pc:docMk/>
            <pc:sldMk cId="1199134014" sldId="291"/>
            <ac:spMk id="5" creationId="{29BD8C44-0979-2064-A750-F88FF72BD439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2T05:35:19.309" v="960" actId="14100"/>
        <pc:sldMkLst>
          <pc:docMk/>
          <pc:sldMk cId="37655278" sldId="2147483321"/>
        </pc:sldMkLst>
        <pc:spChg chg="mod">
          <ac:chgData name="김보경/선임/해외CC&amp;S네트워크운영팀" userId="8485ec85-8704-4a2f-afff-a1acfaebc22d" providerId="ADAL" clId="{DBE4ADD7-0B76-4D60-9253-B688AF4A0453}" dt="2026-05-11T07:00:16.869" v="109" actId="20577"/>
          <ac:spMkLst>
            <pc:docMk/>
            <pc:sldMk cId="37655278" sldId="2147483321"/>
            <ac:spMk id="2" creationId="{1E9DAF18-F34C-4114-784B-0ED7B6AA43EB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12:19.220" v="703"/>
          <ac:spMkLst>
            <pc:docMk/>
            <pc:sldMk cId="37655278" sldId="2147483321"/>
            <ac:spMk id="3" creationId="{00C97151-DC4D-F950-8635-759353419994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2T05:35:15.016" v="959" actId="14100"/>
          <ac:spMkLst>
            <pc:docMk/>
            <pc:sldMk cId="37655278" sldId="2147483321"/>
            <ac:spMk id="4" creationId="{79CAAF08-C063-0F5C-9181-5905DA54BDB5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8" creationId="{4C640069-D216-BF7A-DBF0-8B66782056B0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48.297" v="119"/>
          <ac:spMkLst>
            <pc:docMk/>
            <pc:sldMk cId="37655278" sldId="2147483321"/>
            <ac:spMk id="9" creationId="{CB6CA002-CA52-E824-91EA-9D77C57FBC9E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0" creationId="{D686ABF7-4026-F040-B7DB-5BB8085ECFFF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2" creationId="{E5A4F413-69C2-CF04-7E66-7DA75B323301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3" creationId="{4D5E7B2A-C098-31E5-B3C1-6690F868677A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5" creationId="{B5EC88B1-109D-B22D-C977-E5BACD564EFA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6" creationId="{65A1EE18-8DC1-F23C-17FA-41271EEF5C18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7" creationId="{40E7F9E7-A14F-480A-DCD6-ACFC8E4C9CB6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02.260" v="103"/>
          <ac:spMkLst>
            <pc:docMk/>
            <pc:sldMk cId="37655278" sldId="2147483321"/>
            <ac:spMk id="18" creationId="{C8019980-5006-5D85-CF11-B88D7A169F60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8:09:31.493" v="587" actId="1076"/>
          <ac:spMkLst>
            <pc:docMk/>
            <pc:sldMk cId="37655278" sldId="2147483321"/>
            <ac:spMk id="20" creationId="{A9AD8760-592D-79B2-5107-504F436243E1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8:01:00.791" v="197" actId="571"/>
          <ac:spMkLst>
            <pc:docMk/>
            <pc:sldMk cId="37655278" sldId="2147483321"/>
            <ac:spMk id="21" creationId="{CE7A01F7-B3B8-DB5F-4C7E-9380CD7E7282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8:01:00.791" v="197" actId="571"/>
          <ac:spMkLst>
            <pc:docMk/>
            <pc:sldMk cId="37655278" sldId="2147483321"/>
            <ac:spMk id="22" creationId="{628A2B2C-DC9D-B6A1-4959-50A50FADC90D}"/>
          </ac:spMkLst>
        </pc:spChg>
        <pc:spChg chg="add del mod">
          <ac:chgData name="김보경/선임/해외CC&amp;S네트워크운영팀" userId="8485ec85-8704-4a2f-afff-a1acfaebc22d" providerId="ADAL" clId="{DBE4ADD7-0B76-4D60-9253-B688AF4A0453}" dt="2026-05-11T08:03:57.306" v="394" actId="478"/>
          <ac:spMkLst>
            <pc:docMk/>
            <pc:sldMk cId="37655278" sldId="2147483321"/>
            <ac:spMk id="23" creationId="{268C10BD-4FCE-D8C1-20A8-3B555A619B12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2T05:35:15.016" v="959" actId="14100"/>
          <ac:spMkLst>
            <pc:docMk/>
            <pc:sldMk cId="37655278" sldId="2147483321"/>
            <ac:spMk id="26" creationId="{8C49E587-6111-2860-0900-88CCD62983DF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2T05:35:19.309" v="960" actId="14100"/>
          <ac:spMkLst>
            <pc:docMk/>
            <pc:sldMk cId="37655278" sldId="2147483321"/>
            <ac:spMk id="31" creationId="{A95C99E3-6760-FBD1-1196-F374971B1C35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01:21.010" v="247" actId="1076"/>
          <ac:spMkLst>
            <pc:docMk/>
            <pc:sldMk cId="37655278" sldId="2147483321"/>
            <ac:spMk id="32" creationId="{8095A121-CB2E-8159-01DD-4350A061A6FB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3" creationId="{3E1E1C83-5DC1-7120-9091-F307D047B8C0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4" creationId="{DF308A05-4D06-7333-3479-8C1CA070CFB7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6" creationId="{71CCC3E0-1C5A-0AEB-6E8D-B579F1CE9E8C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7" creationId="{FE86CCD3-D2A3-B58B-58C5-AE6D56B5D9F2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8" creationId="{785AB7FB-7429-EEB0-ADEF-7A277D84E071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39" creationId="{47682226-CD1B-3237-AF17-2CEB0BCB333D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43" creationId="{70094FFC-8772-52DC-AA34-5C4F06357625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44" creationId="{5F9F5A1F-422D-AF50-AE7C-FCDED02C0C11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45" creationId="{777D1B20-35E8-667B-8525-62A28D632B10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8:03:55.205" v="393" actId="1076"/>
          <ac:spMkLst>
            <pc:docMk/>
            <pc:sldMk cId="37655278" sldId="2147483321"/>
            <ac:spMk id="46" creationId="{149FBFCF-ED63-DECE-3B84-A4B10921F7B9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47" creationId="{58C3DA87-A3EA-60D5-0362-E35423CEFDBB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8:11:13.463" v="596" actId="1076"/>
          <ac:spMkLst>
            <pc:docMk/>
            <pc:sldMk cId="37655278" sldId="2147483321"/>
            <ac:spMk id="49" creationId="{A84AF933-620B-2343-2419-3DA463BBC36F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7:01:38.314" v="121" actId="1076"/>
          <ac:spMkLst>
            <pc:docMk/>
            <pc:sldMk cId="37655278" sldId="2147483321"/>
            <ac:spMk id="56" creationId="{FDE30190-BE0A-AED1-66ED-32D21E38D1AC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7:59:56.670" v="181" actId="20577"/>
          <ac:spMkLst>
            <pc:docMk/>
            <pc:sldMk cId="37655278" sldId="2147483321"/>
            <ac:spMk id="67" creationId="{41FCBF77-ABBE-AF1A-7EF7-9DC73163E3C9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03:18.963" v="331" actId="20577"/>
          <ac:spMkLst>
            <pc:docMk/>
            <pc:sldMk cId="37655278" sldId="2147483321"/>
            <ac:spMk id="68" creationId="{B98F87E3-E91B-3C71-95C3-8C3BC6CD402A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05:08.870" v="419" actId="1076"/>
          <ac:spMkLst>
            <pc:docMk/>
            <pc:sldMk cId="37655278" sldId="2147483321"/>
            <ac:spMk id="69" creationId="{8A34479C-773E-6AFA-22AD-CE76A28A45D5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8:02:02.615" v="248" actId="478"/>
          <ac:spMkLst>
            <pc:docMk/>
            <pc:sldMk cId="37655278" sldId="2147483321"/>
            <ac:spMk id="70" creationId="{5A729FA0-8549-6957-B287-0895BD5EF83B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2T00:29:53.817" v="729"/>
          <ac:spMkLst>
            <pc:docMk/>
            <pc:sldMk cId="37655278" sldId="2147483321"/>
            <ac:spMk id="72" creationId="{7F1424BC-C9AC-A5F8-9F4A-DBACA4A7F41E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03:24.622" v="339" actId="20577"/>
          <ac:spMkLst>
            <pc:docMk/>
            <pc:sldMk cId="37655278" sldId="2147483321"/>
            <ac:spMk id="74" creationId="{B1A71612-2D9C-328B-8C83-1D1CD3824D95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76" creationId="{73E27652-D58F-767D-5F3B-C522EAD04E5F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7:59:40.090" v="173" actId="207"/>
          <ac:spMkLst>
            <pc:docMk/>
            <pc:sldMk cId="37655278" sldId="2147483321"/>
            <ac:spMk id="78" creationId="{A9D77768-5785-E78B-EF54-35A7CA778C98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11:00.095" v="595" actId="1076"/>
          <ac:spMkLst>
            <pc:docMk/>
            <pc:sldMk cId="37655278" sldId="2147483321"/>
            <ac:spMk id="79" creationId="{5D773C71-FC3F-8372-FFF8-5F05ECB9054D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81" creationId="{3791ADAD-F743-4895-CE9A-5CB62D266D5D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82" creationId="{3176977C-13BE-F5F6-77BE-05958E38C32D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87" creationId="{0C95D830-85FF-B864-372B-E94697C9B617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88" creationId="{32F15AC6-7E9D-5764-2DE6-94AC74162CA8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89" creationId="{FDAE3DE7-8C64-3AB6-C34B-128E5A7717F2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7:00:02.044" v="102" actId="478"/>
          <ac:spMkLst>
            <pc:docMk/>
            <pc:sldMk cId="37655278" sldId="2147483321"/>
            <ac:spMk id="90" creationId="{ACC4FB1C-7451-CF2D-94B2-11B0DE3CAB30}"/>
          </ac:spMkLst>
        </pc:spChg>
        <pc:grpChg chg="del">
          <ac:chgData name="김보경/선임/해외CC&amp;S네트워크운영팀" userId="8485ec85-8704-4a2f-afff-a1acfaebc22d" providerId="ADAL" clId="{DBE4ADD7-0B76-4D60-9253-B688AF4A0453}" dt="2026-05-11T07:00:02.044" v="102" actId="478"/>
          <ac:grpSpMkLst>
            <pc:docMk/>
            <pc:sldMk cId="37655278" sldId="2147483321"/>
            <ac:grpSpMk id="86" creationId="{252DC00E-B0ED-C924-86FE-20CEA35E92D0}"/>
          </ac:grpSpMkLst>
        </pc:grpChg>
        <pc:cxnChg chg="add mod">
          <ac:chgData name="김보경/선임/해외CC&amp;S네트워크운영팀" userId="8485ec85-8704-4a2f-afff-a1acfaebc22d" providerId="ADAL" clId="{DBE4ADD7-0B76-4D60-9253-B688AF4A0453}" dt="2026-05-11T07:00:09.427" v="105"/>
          <ac:cxnSpMkLst>
            <pc:docMk/>
            <pc:sldMk cId="37655278" sldId="2147483321"/>
            <ac:cxnSpMk id="19" creationId="{64F84A75-94D0-E61C-6C8F-C51A87743656}"/>
          </ac:cxnSpMkLst>
        </pc:cxnChg>
        <pc:cxnChg chg="del">
          <ac:chgData name="김보경/선임/해외CC&amp;S네트워크운영팀" userId="8485ec85-8704-4a2f-afff-a1acfaebc22d" providerId="ADAL" clId="{DBE4ADD7-0B76-4D60-9253-B688AF4A0453}" dt="2026-05-11T07:00:06.865" v="104" actId="478"/>
          <ac:cxnSpMkLst>
            <pc:docMk/>
            <pc:sldMk cId="37655278" sldId="2147483321"/>
            <ac:cxnSpMk id="40" creationId="{AD72B6BA-D17A-CACB-5F9D-4E88467951CE}"/>
          </ac:cxnSpMkLst>
        </pc:cxnChg>
      </pc:sldChg>
      <pc:sldChg chg="addSp modSp mod">
        <pc:chgData name="김보경/선임/해외CC&amp;S네트워크운영팀" userId="8485ec85-8704-4a2f-afff-a1acfaebc22d" providerId="ADAL" clId="{DBE4ADD7-0B76-4D60-9253-B688AF4A0453}" dt="2026-05-12T00:32:49.367" v="734" actId="20577"/>
        <pc:sldMkLst>
          <pc:docMk/>
          <pc:sldMk cId="3242672137" sldId="2147483330"/>
        </pc:sldMkLst>
        <pc:spChg chg="add mod">
          <ac:chgData name="김보경/선임/해외CC&amp;S네트워크운영팀" userId="8485ec85-8704-4a2f-afff-a1acfaebc22d" providerId="ADAL" clId="{DBE4ADD7-0B76-4D60-9253-B688AF4A0453}" dt="2026-05-12T00:32:49.367" v="734" actId="20577"/>
          <ac:spMkLst>
            <pc:docMk/>
            <pc:sldMk cId="3242672137" sldId="2147483330"/>
            <ac:spMk id="2" creationId="{F747F3F4-5C41-9695-E678-BFBB45A98DB3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3:03.281" v="739" actId="20577"/>
        <pc:sldMkLst>
          <pc:docMk/>
          <pc:sldMk cId="1686802189" sldId="2147483331"/>
        </pc:sldMkLst>
        <pc:spChg chg="add mod">
          <ac:chgData name="김보경/선임/해외CC&amp;S네트워크운영팀" userId="8485ec85-8704-4a2f-afff-a1acfaebc22d" providerId="ADAL" clId="{DBE4ADD7-0B76-4D60-9253-B688AF4A0453}" dt="2026-05-12T00:33:03.281" v="739" actId="20577"/>
          <ac:spMkLst>
            <pc:docMk/>
            <pc:sldMk cId="1686802189" sldId="2147483331"/>
            <ac:spMk id="4" creationId="{28FB927D-3D33-B65D-577C-F3284E6A5145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3:40.084" v="744" actId="20577"/>
        <pc:sldMkLst>
          <pc:docMk/>
          <pc:sldMk cId="4248978383" sldId="2147483332"/>
        </pc:sldMkLst>
        <pc:spChg chg="add mod">
          <ac:chgData name="김보경/선임/해외CC&amp;S네트워크운영팀" userId="8485ec85-8704-4a2f-afff-a1acfaebc22d" providerId="ADAL" clId="{DBE4ADD7-0B76-4D60-9253-B688AF4A0453}" dt="2026-05-12T00:33:40.084" v="744" actId="20577"/>
          <ac:spMkLst>
            <pc:docMk/>
            <pc:sldMk cId="4248978383" sldId="2147483332"/>
            <ac:spMk id="2" creationId="{2421B6F1-25B8-C309-5E98-DBBCB124AAD2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4:30.675" v="755" actId="20577"/>
        <pc:sldMkLst>
          <pc:docMk/>
          <pc:sldMk cId="1371362757" sldId="2147483333"/>
        </pc:sldMkLst>
        <pc:spChg chg="add mod">
          <ac:chgData name="김보경/선임/해외CC&amp;S네트워크운영팀" userId="8485ec85-8704-4a2f-afff-a1acfaebc22d" providerId="ADAL" clId="{DBE4ADD7-0B76-4D60-9253-B688AF4A0453}" dt="2026-05-12T00:34:30.675" v="755" actId="20577"/>
          <ac:spMkLst>
            <pc:docMk/>
            <pc:sldMk cId="1371362757" sldId="2147483333"/>
            <ac:spMk id="2" creationId="{C818ECD7-E030-1FFB-87E0-8034875E910F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4:43.248" v="758" actId="20577"/>
        <pc:sldMkLst>
          <pc:docMk/>
          <pc:sldMk cId="4259984266" sldId="2147483334"/>
        </pc:sldMkLst>
        <pc:spChg chg="add mod">
          <ac:chgData name="김보경/선임/해외CC&amp;S네트워크운영팀" userId="8485ec85-8704-4a2f-afff-a1acfaebc22d" providerId="ADAL" clId="{DBE4ADD7-0B76-4D60-9253-B688AF4A0453}" dt="2026-05-12T00:34:43.248" v="758" actId="20577"/>
          <ac:spMkLst>
            <pc:docMk/>
            <pc:sldMk cId="4259984266" sldId="2147483334"/>
            <ac:spMk id="7" creationId="{61F70B71-B854-48C4-616C-F9075F4F9BE8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32.292" v="866" actId="20577"/>
        <pc:sldMkLst>
          <pc:docMk/>
          <pc:sldMk cId="2186547721" sldId="2147483336"/>
        </pc:sldMkLst>
        <pc:spChg chg="add mod">
          <ac:chgData name="김보경/선임/해외CC&amp;S네트워크운영팀" userId="8485ec85-8704-4a2f-afff-a1acfaebc22d" providerId="ADAL" clId="{DBE4ADD7-0B76-4D60-9253-B688AF4A0453}" dt="2026-05-12T00:39:32.292" v="866" actId="20577"/>
          <ac:spMkLst>
            <pc:docMk/>
            <pc:sldMk cId="2186547721" sldId="2147483336"/>
            <ac:spMk id="4" creationId="{12C4A839-D9E6-0758-AF33-CEAED55039E2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36.405" v="869" actId="20577"/>
        <pc:sldMkLst>
          <pc:docMk/>
          <pc:sldMk cId="2690860838" sldId="2147483337"/>
        </pc:sldMkLst>
        <pc:spChg chg="add mod">
          <ac:chgData name="김보경/선임/해외CC&amp;S네트워크운영팀" userId="8485ec85-8704-4a2f-afff-a1acfaebc22d" providerId="ADAL" clId="{DBE4ADD7-0B76-4D60-9253-B688AF4A0453}" dt="2026-05-12T00:39:36.405" v="869" actId="20577"/>
          <ac:spMkLst>
            <pc:docMk/>
            <pc:sldMk cId="2690860838" sldId="2147483337"/>
            <ac:spMk id="3" creationId="{BAF4AFA0-1900-3EB4-5A27-2BE621B21790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39.269" v="872" actId="20577"/>
        <pc:sldMkLst>
          <pc:docMk/>
          <pc:sldMk cId="1711437103" sldId="2147483338"/>
        </pc:sldMkLst>
        <pc:spChg chg="add mod">
          <ac:chgData name="김보경/선임/해외CC&amp;S네트워크운영팀" userId="8485ec85-8704-4a2f-afff-a1acfaebc22d" providerId="ADAL" clId="{DBE4ADD7-0B76-4D60-9253-B688AF4A0453}" dt="2026-05-12T00:39:39.269" v="872" actId="20577"/>
          <ac:spMkLst>
            <pc:docMk/>
            <pc:sldMk cId="1711437103" sldId="2147483338"/>
            <ac:spMk id="4" creationId="{A06996B5-B34B-945B-BD44-3F768D091E32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47.099" v="877" actId="20577"/>
        <pc:sldMkLst>
          <pc:docMk/>
          <pc:sldMk cId="3970266891" sldId="2147483339"/>
        </pc:sldMkLst>
        <pc:spChg chg="add mod">
          <ac:chgData name="김보경/선임/해외CC&amp;S네트워크운영팀" userId="8485ec85-8704-4a2f-afff-a1acfaebc22d" providerId="ADAL" clId="{DBE4ADD7-0B76-4D60-9253-B688AF4A0453}" dt="2026-05-12T00:39:47.099" v="877" actId="20577"/>
          <ac:spMkLst>
            <pc:docMk/>
            <pc:sldMk cId="3970266891" sldId="2147483339"/>
            <ac:spMk id="3" creationId="{47220FA3-2591-6063-E18F-A844515A65E0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54.442" v="880" actId="20577"/>
        <pc:sldMkLst>
          <pc:docMk/>
          <pc:sldMk cId="1307762867" sldId="2147483340"/>
        </pc:sldMkLst>
        <pc:spChg chg="add mod">
          <ac:chgData name="김보경/선임/해외CC&amp;S네트워크운영팀" userId="8485ec85-8704-4a2f-afff-a1acfaebc22d" providerId="ADAL" clId="{DBE4ADD7-0B76-4D60-9253-B688AF4A0453}" dt="2026-05-12T00:39:54.442" v="880" actId="20577"/>
          <ac:spMkLst>
            <pc:docMk/>
            <pc:sldMk cId="1307762867" sldId="2147483340"/>
            <ac:spMk id="4" creationId="{66957378-984A-EAF8-0521-8E56C8932B91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9:57.985" v="883" actId="20577"/>
        <pc:sldMkLst>
          <pc:docMk/>
          <pc:sldMk cId="893278038" sldId="2147483341"/>
        </pc:sldMkLst>
        <pc:spChg chg="add mod">
          <ac:chgData name="김보경/선임/해외CC&amp;S네트워크운영팀" userId="8485ec85-8704-4a2f-afff-a1acfaebc22d" providerId="ADAL" clId="{DBE4ADD7-0B76-4D60-9253-B688AF4A0453}" dt="2026-05-12T00:39:57.985" v="883" actId="20577"/>
          <ac:spMkLst>
            <pc:docMk/>
            <pc:sldMk cId="893278038" sldId="2147483341"/>
            <ac:spMk id="3" creationId="{B2A99991-4B3F-C331-AB15-6710972EC8F2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2T00:39:18.872" v="857" actId="1076"/>
        <pc:sldMkLst>
          <pc:docMk/>
          <pc:sldMk cId="1280225516" sldId="2147483344"/>
        </pc:sldMkLst>
        <pc:spChg chg="add del mod">
          <ac:chgData name="김보경/선임/해외CC&amp;S네트워크운영팀" userId="8485ec85-8704-4a2f-afff-a1acfaebc22d" providerId="ADAL" clId="{DBE4ADD7-0B76-4D60-9253-B688AF4A0453}" dt="2026-05-12T00:38:59.918" v="853" actId="478"/>
          <ac:spMkLst>
            <pc:docMk/>
            <pc:sldMk cId="1280225516" sldId="2147483344"/>
            <ac:spMk id="3" creationId="{1D29B151-9463-BE57-A97E-45131D7C5964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2T00:39:12.913" v="856" actId="20577"/>
          <ac:spMkLst>
            <pc:docMk/>
            <pc:sldMk cId="1280225516" sldId="2147483344"/>
            <ac:spMk id="4" creationId="{67358E03-C9B9-C40D-C16C-1668FE5607E9}"/>
          </ac:spMkLst>
        </pc:spChg>
        <pc:graphicFrameChg chg="mod">
          <ac:chgData name="김보경/선임/해외CC&amp;S네트워크운영팀" userId="8485ec85-8704-4a2f-afff-a1acfaebc22d" providerId="ADAL" clId="{DBE4ADD7-0B76-4D60-9253-B688AF4A0453}" dt="2026-05-12T00:39:18.872" v="857" actId="1076"/>
          <ac:graphicFrameMkLst>
            <pc:docMk/>
            <pc:sldMk cId="1280225516" sldId="2147483344"/>
            <ac:graphicFrameMk id="6" creationId="{1BB1E79A-949C-1E2D-089E-7F7921097455}"/>
          </ac:graphicFrameMkLst>
        </pc:graphicFrameChg>
      </pc:sldChg>
      <pc:sldChg chg="addSp modSp mod">
        <pc:chgData name="김보경/선임/해외CC&amp;S네트워크운영팀" userId="8485ec85-8704-4a2f-afff-a1acfaebc22d" providerId="ADAL" clId="{DBE4ADD7-0B76-4D60-9253-B688AF4A0453}" dt="2026-05-12T00:39:28.518" v="863" actId="20577"/>
        <pc:sldMkLst>
          <pc:docMk/>
          <pc:sldMk cId="3697849226" sldId="2147483345"/>
        </pc:sldMkLst>
        <pc:spChg chg="add mod">
          <ac:chgData name="김보경/선임/해외CC&amp;S네트워크운영팀" userId="8485ec85-8704-4a2f-afff-a1acfaebc22d" providerId="ADAL" clId="{DBE4ADD7-0B76-4D60-9253-B688AF4A0453}" dt="2026-05-12T00:39:28.518" v="863" actId="20577"/>
          <ac:spMkLst>
            <pc:docMk/>
            <pc:sldMk cId="3697849226" sldId="2147483345"/>
            <ac:spMk id="3" creationId="{F40B9AE5-31EC-EDA3-5407-38A71E7AF6E5}"/>
          </ac:spMkLst>
        </pc:spChg>
      </pc:sldChg>
      <pc:sldChg chg="addSp modSp">
        <pc:chgData name="김보경/선임/해외CC&amp;S네트워크운영팀" userId="8485ec85-8704-4a2f-afff-a1acfaebc22d" providerId="ADAL" clId="{DBE4ADD7-0B76-4D60-9253-B688AF4A0453}" dt="2026-05-12T00:40:03.244" v="884"/>
        <pc:sldMkLst>
          <pc:docMk/>
          <pc:sldMk cId="549994953" sldId="2147483346"/>
        </pc:sldMkLst>
        <pc:spChg chg="add mod">
          <ac:chgData name="김보경/선임/해외CC&amp;S네트워크운영팀" userId="8485ec85-8704-4a2f-afff-a1acfaebc22d" providerId="ADAL" clId="{DBE4ADD7-0B76-4D60-9253-B688AF4A0453}" dt="2026-05-12T00:40:03.244" v="884"/>
          <ac:spMkLst>
            <pc:docMk/>
            <pc:sldMk cId="549994953" sldId="2147483346"/>
            <ac:spMk id="13" creationId="{17945F36-BFFC-9A98-B563-E1A3997A138F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40:07.039" v="887" actId="20577"/>
        <pc:sldMkLst>
          <pc:docMk/>
          <pc:sldMk cId="4213055413" sldId="2147483347"/>
        </pc:sldMkLst>
        <pc:spChg chg="add mod">
          <ac:chgData name="김보경/선임/해외CC&amp;S네트워크운영팀" userId="8485ec85-8704-4a2f-afff-a1acfaebc22d" providerId="ADAL" clId="{DBE4ADD7-0B76-4D60-9253-B688AF4A0453}" dt="2026-05-12T00:40:07.039" v="887" actId="20577"/>
          <ac:spMkLst>
            <pc:docMk/>
            <pc:sldMk cId="4213055413" sldId="2147483347"/>
            <ac:spMk id="13" creationId="{E77C6000-FCF0-1464-BE2C-BA94222741C7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40:11.306" v="890" actId="20577"/>
        <pc:sldMkLst>
          <pc:docMk/>
          <pc:sldMk cId="3955107691" sldId="2147483348"/>
        </pc:sldMkLst>
        <pc:spChg chg="add mod">
          <ac:chgData name="김보경/선임/해외CC&amp;S네트워크운영팀" userId="8485ec85-8704-4a2f-afff-a1acfaebc22d" providerId="ADAL" clId="{DBE4ADD7-0B76-4D60-9253-B688AF4A0453}" dt="2026-05-12T00:40:11.306" v="890" actId="20577"/>
          <ac:spMkLst>
            <pc:docMk/>
            <pc:sldMk cId="3955107691" sldId="2147483348"/>
            <ac:spMk id="19" creationId="{F5C60B56-158A-F711-71D9-B20AED7B4AC2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1T07:04:16.489" v="148"/>
        <pc:sldMkLst>
          <pc:docMk/>
          <pc:sldMk cId="643488670" sldId="2147483349"/>
        </pc:sldMkLst>
        <pc:spChg chg="mod">
          <ac:chgData name="김보경/선임/해외CC&amp;S네트워크운영팀" userId="8485ec85-8704-4a2f-afff-a1acfaebc22d" providerId="ADAL" clId="{DBE4ADD7-0B76-4D60-9253-B688AF4A0453}" dt="2026-05-11T07:00:31.461" v="118" actId="20577"/>
          <ac:spMkLst>
            <pc:docMk/>
            <pc:sldMk cId="643488670" sldId="2147483349"/>
            <ac:spMk id="2" creationId="{785EF2EB-7973-DE20-AC6A-B4AC95DEBA7B}"/>
          </ac:spMkLst>
        </pc:spChg>
        <pc:spChg chg="add del mod">
          <ac:chgData name="김보경/선임/해외CC&amp;S네트워크운영팀" userId="8485ec85-8704-4a2f-afff-a1acfaebc22d" providerId="ADAL" clId="{DBE4ADD7-0B76-4D60-9253-B688AF4A0453}" dt="2026-05-11T01:17:30.281" v="66" actId="478"/>
          <ac:spMkLst>
            <pc:docMk/>
            <pc:sldMk cId="643488670" sldId="2147483349"/>
            <ac:spMk id="3" creationId="{4D795773-2F0F-10B2-F760-D2CCB4A9AC07}"/>
          </ac:spMkLst>
        </pc:spChg>
        <pc:spChg chg="add del mod">
          <ac:chgData name="김보경/선임/해외CC&amp;S네트워크운영팀" userId="8485ec85-8704-4a2f-afff-a1acfaebc22d" providerId="ADAL" clId="{DBE4ADD7-0B76-4D60-9253-B688AF4A0453}" dt="2026-05-11T07:00:26.323" v="114" actId="478"/>
          <ac:spMkLst>
            <pc:docMk/>
            <pc:sldMk cId="643488670" sldId="2147483349"/>
            <ac:spMk id="4" creationId="{94616143-C519-BEBE-3B36-8EE2518D8959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2:39:43.571" v="99"/>
          <ac:spMkLst>
            <pc:docMk/>
            <pc:sldMk cId="643488670" sldId="2147483349"/>
            <ac:spMk id="5" creationId="{63F28CD3-E92A-7030-D8AC-09162A4A7E1C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1T01:17:12.347" v="64" actId="478"/>
          <ac:spMkLst>
            <pc:docMk/>
            <pc:sldMk cId="643488670" sldId="2147483349"/>
            <ac:spMk id="6" creationId="{A7AEDC14-16B4-52E8-0543-BB268D7518DE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7" creationId="{A92891D8-F49A-CCBF-B673-49C60A893186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2" creationId="{C02FFC8A-0D41-2C1B-60EC-A15A56EB1FD7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3" creationId="{AE0F9EF3-2447-0E09-9BD3-0DC9DC4F9291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4" creationId="{3A58D24E-B5A3-8823-5471-3044FAB4EE90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57.580" v="73" actId="207"/>
          <ac:spMkLst>
            <pc:docMk/>
            <pc:sldMk cId="643488670" sldId="2147483349"/>
            <ac:spMk id="15" creationId="{95CB3F87-A672-2AC8-D3D7-7F2606793813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6" creationId="{D78C4F16-58D9-C50D-A239-7DC11ED5F015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7" creationId="{80726FB1-F722-48A3-52E1-B7440E87828A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18" creationId="{D2399CDA-61D1-4D08-4584-C28CBF6FBFB1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2:39:33.332" v="89" actId="2085"/>
          <ac:spMkLst>
            <pc:docMk/>
            <pc:sldMk cId="643488670" sldId="2147483349"/>
            <ac:spMk id="19" creationId="{8C209672-C2EC-9822-F934-05F3A66DEC79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20" creationId="{2D7579D7-16B4-8E86-90D1-CB80CD74556D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21" creationId="{E3A472F0-BA76-1513-F1B4-1612E65E345B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22" creationId="{36465B5D-C5FF-46B5-4928-D17C92778CB3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26.743" v="65"/>
          <ac:spMkLst>
            <pc:docMk/>
            <pc:sldMk cId="643488670" sldId="2147483349"/>
            <ac:spMk id="23" creationId="{4FB2F42C-45F1-1135-889A-BA434B6AF513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57.580" v="73" actId="207"/>
          <ac:spMkLst>
            <pc:docMk/>
            <pc:sldMk cId="643488670" sldId="2147483349"/>
            <ac:spMk id="24" creationId="{598D2A91-3379-F195-7608-31ADFA6DB4E1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4:08.217" v="130" actId="20577"/>
          <ac:spMkLst>
            <pc:docMk/>
            <pc:sldMk cId="643488670" sldId="2147483349"/>
            <ac:spMk id="25" creationId="{BB2EBD72-6808-DE59-BF96-9CD9BB7E4C19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4:16.489" v="148"/>
          <ac:spMkLst>
            <pc:docMk/>
            <pc:sldMk cId="643488670" sldId="2147483349"/>
            <ac:spMk id="26" creationId="{006201A5-4195-78C6-CA93-E7C34F7D7015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7:57.580" v="73" actId="207"/>
          <ac:spMkLst>
            <pc:docMk/>
            <pc:sldMk cId="643488670" sldId="2147483349"/>
            <ac:spMk id="27" creationId="{7CAA8F78-3184-DEEE-44CA-C80D86FBA22C}"/>
          </ac:spMkLst>
        </pc:spChg>
        <pc:spChg chg="add del mod">
          <ac:chgData name="김보경/선임/해외CC&amp;S네트워크운영팀" userId="8485ec85-8704-4a2f-afff-a1acfaebc22d" providerId="ADAL" clId="{DBE4ADD7-0B76-4D60-9253-B688AF4A0453}" dt="2026-05-11T01:17:44.926" v="71" actId="478"/>
          <ac:spMkLst>
            <pc:docMk/>
            <pc:sldMk cId="643488670" sldId="2147483349"/>
            <ac:spMk id="28" creationId="{A322162C-0F10-3D3C-BAAE-6684A4717AD6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7:00:52.069" v="120"/>
          <ac:spMkLst>
            <pc:docMk/>
            <pc:sldMk cId="643488670" sldId="2147483349"/>
            <ac:spMk id="28" creationId="{F7588DAA-1015-FA12-3FE2-B58D7163B7BB}"/>
          </ac:spMkLst>
        </pc:spChg>
        <pc:graphicFrameChg chg="add mod">
          <ac:chgData name="김보경/선임/해외CC&amp;S네트워크운영팀" userId="8485ec85-8704-4a2f-afff-a1acfaebc22d" providerId="ADAL" clId="{DBE4ADD7-0B76-4D60-9253-B688AF4A0453}" dt="2026-05-11T01:17:26.743" v="65"/>
          <ac:graphicFrameMkLst>
            <pc:docMk/>
            <pc:sldMk cId="643488670" sldId="2147483349"/>
            <ac:graphicFrameMk id="9" creationId="{3C18725F-6A3B-3E35-93F8-2F34DF32FA67}"/>
          </ac:graphicFrameMkLst>
        </pc:graphicFrameChg>
        <pc:graphicFrameChg chg="add mod">
          <ac:chgData name="김보경/선임/해외CC&amp;S네트워크운영팀" userId="8485ec85-8704-4a2f-afff-a1acfaebc22d" providerId="ADAL" clId="{DBE4ADD7-0B76-4D60-9253-B688AF4A0453}" dt="2026-05-11T01:17:26.743" v="65"/>
          <ac:graphicFrameMkLst>
            <pc:docMk/>
            <pc:sldMk cId="643488670" sldId="2147483349"/>
            <ac:graphicFrameMk id="10" creationId="{05AB420F-3866-CCC9-88DB-8256668039BC}"/>
          </ac:graphicFrameMkLst>
        </pc:graphicFrameChg>
        <pc:graphicFrameChg chg="add mod">
          <ac:chgData name="김보경/선임/해외CC&amp;S네트워크운영팀" userId="8485ec85-8704-4a2f-afff-a1acfaebc22d" providerId="ADAL" clId="{DBE4ADD7-0B76-4D60-9253-B688AF4A0453}" dt="2026-05-11T01:17:26.743" v="65"/>
          <ac:graphicFrameMkLst>
            <pc:docMk/>
            <pc:sldMk cId="643488670" sldId="2147483349"/>
            <ac:graphicFrameMk id="11" creationId="{5B290192-78BD-FBDA-3792-3E5EBD3A640F}"/>
          </ac:graphicFrameMkLst>
        </pc:graphicFrameChg>
        <pc:cxnChg chg="add del mod">
          <ac:chgData name="김보경/선임/해외CC&amp;S네트워크운영팀" userId="8485ec85-8704-4a2f-afff-a1acfaebc22d" providerId="ADAL" clId="{DBE4ADD7-0B76-4D60-9253-B688AF4A0453}" dt="2026-05-11T02:38:41.682" v="87" actId="478"/>
          <ac:cxnSpMkLst>
            <pc:docMk/>
            <pc:sldMk cId="643488670" sldId="2147483349"/>
            <ac:cxnSpMk id="6" creationId="{B19DDE40-34A7-D34A-12D8-60903E0F44EC}"/>
          </ac:cxnSpMkLst>
        </pc:cxnChg>
      </pc:sldChg>
      <pc:sldChg chg="addSp delSp modSp mod">
        <pc:chgData name="김보경/선임/해외CC&amp;S네트워크운영팀" userId="8485ec85-8704-4a2f-afff-a1acfaebc22d" providerId="ADAL" clId="{DBE4ADD7-0B76-4D60-9253-B688AF4A0453}" dt="2026-05-12T00:40:50.221" v="910" actId="20577"/>
        <pc:sldMkLst>
          <pc:docMk/>
          <pc:sldMk cId="2373256447" sldId="2147483356"/>
        </pc:sldMkLst>
        <pc:spChg chg="add mod">
          <ac:chgData name="김보경/선임/해외CC&amp;S네트워크운영팀" userId="8485ec85-8704-4a2f-afff-a1acfaebc22d" providerId="ADAL" clId="{DBE4ADD7-0B76-4D60-9253-B688AF4A0453}" dt="2026-05-12T00:40:50.221" v="910" actId="20577"/>
          <ac:spMkLst>
            <pc:docMk/>
            <pc:sldMk cId="2373256447" sldId="2147483356"/>
            <ac:spMk id="2" creationId="{ABC7096B-D7E0-64A7-F26B-B75B9BB994C4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2T00:40:47.851" v="907" actId="478"/>
          <ac:spMkLst>
            <pc:docMk/>
            <pc:sldMk cId="2373256447" sldId="2147483356"/>
            <ac:spMk id="5" creationId="{856D1AD1-9885-B43C-2F88-6696425C5E21}"/>
          </ac:spMkLst>
        </pc:spChg>
      </pc:sldChg>
      <pc:sldChg chg="modSp mod">
        <pc:chgData name="김보경/선임/해외CC&amp;S네트워크운영팀" userId="8485ec85-8704-4a2f-afff-a1acfaebc22d" providerId="ADAL" clId="{DBE4ADD7-0B76-4D60-9253-B688AF4A0453}" dt="2026-05-12T05:30:03.270" v="958" actId="20577"/>
        <pc:sldMkLst>
          <pc:docMk/>
          <pc:sldMk cId="2157756364" sldId="2147483358"/>
        </pc:sldMkLst>
        <pc:spChg chg="mod">
          <ac:chgData name="김보경/선임/해외CC&amp;S네트워크운영팀" userId="8485ec85-8704-4a2f-afff-a1acfaebc22d" providerId="ADAL" clId="{DBE4ADD7-0B76-4D60-9253-B688AF4A0453}" dt="2026-05-12T05:30:03.270" v="958" actId="20577"/>
          <ac:spMkLst>
            <pc:docMk/>
            <pc:sldMk cId="2157756364" sldId="2147483358"/>
            <ac:spMk id="45" creationId="{13BB544B-B65D-ADF0-40A5-2974A9C9503A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1T08:18:38.041" v="706" actId="167"/>
        <pc:sldMkLst>
          <pc:docMk/>
          <pc:sldMk cId="1943042647" sldId="2147483366"/>
        </pc:sldMkLst>
        <pc:spChg chg="ord">
          <ac:chgData name="김보경/선임/해외CC&amp;S네트워크운영팀" userId="8485ec85-8704-4a2f-afff-a1acfaebc22d" providerId="ADAL" clId="{DBE4ADD7-0B76-4D60-9253-B688AF4A0453}" dt="2026-05-11T08:18:38.041" v="706" actId="167"/>
          <ac:spMkLst>
            <pc:docMk/>
            <pc:sldMk cId="1943042647" sldId="2147483366"/>
            <ac:spMk id="12" creationId="{4C1612E1-9F04-B7CF-381F-B344FA274187}"/>
          </ac:spMkLst>
        </pc:spChg>
        <pc:spChg chg="mod">
          <ac:chgData name="김보경/선임/해외CC&amp;S네트워크운영팀" userId="8485ec85-8704-4a2f-afff-a1acfaebc22d" providerId="ADAL" clId="{DBE4ADD7-0B76-4D60-9253-B688AF4A0453}" dt="2026-05-11T08:12:30.480" v="705" actId="20577"/>
          <ac:spMkLst>
            <pc:docMk/>
            <pc:sldMk cId="1943042647" sldId="2147483366"/>
            <ac:spMk id="13" creationId="{7FFA4E2C-769A-F089-A926-66A8AE0DEEA6}"/>
          </ac:spMkLst>
        </pc:spChg>
        <pc:spChg chg="add mod">
          <ac:chgData name="김보경/선임/해외CC&amp;S네트워크운영팀" userId="8485ec85-8704-4a2f-afff-a1acfaebc22d" providerId="ADAL" clId="{DBE4ADD7-0B76-4D60-9253-B688AF4A0453}" dt="2026-05-11T01:16:58.968" v="63" actId="20577"/>
          <ac:spMkLst>
            <pc:docMk/>
            <pc:sldMk cId="1943042647" sldId="2147483366"/>
            <ac:spMk id="14" creationId="{57380F4B-B57C-4A98-6CEA-AB833650E16A}"/>
          </ac:spMkLst>
        </pc:spChg>
        <pc:picChg chg="add del">
          <ac:chgData name="김보경/선임/해외CC&amp;S네트워크운영팀" userId="8485ec85-8704-4a2f-afff-a1acfaebc22d" providerId="ADAL" clId="{DBE4ADD7-0B76-4D60-9253-B688AF4A0453}" dt="2026-05-11T04:32:23.274" v="101" actId="478"/>
          <ac:picMkLst>
            <pc:docMk/>
            <pc:sldMk cId="1943042647" sldId="2147483366"/>
            <ac:picMk id="35" creationId="{D3F9DECD-5309-5763-F025-271409D36A7F}"/>
          </ac:picMkLst>
        </pc:picChg>
      </pc:sldChg>
      <pc:sldChg chg="addSp modSp mod">
        <pc:chgData name="김보경/선임/해외CC&amp;S네트워크운영팀" userId="8485ec85-8704-4a2f-afff-a1acfaebc22d" providerId="ADAL" clId="{DBE4ADD7-0B76-4D60-9253-B688AF4A0453}" dt="2026-05-12T00:34:03.858" v="749" actId="20577"/>
        <pc:sldMkLst>
          <pc:docMk/>
          <pc:sldMk cId="3882260373" sldId="2147483368"/>
        </pc:sldMkLst>
        <pc:spChg chg="add mod">
          <ac:chgData name="김보경/선임/해외CC&amp;S네트워크운영팀" userId="8485ec85-8704-4a2f-afff-a1acfaebc22d" providerId="ADAL" clId="{DBE4ADD7-0B76-4D60-9253-B688AF4A0453}" dt="2026-05-12T00:34:03.858" v="749" actId="20577"/>
          <ac:spMkLst>
            <pc:docMk/>
            <pc:sldMk cId="3882260373" sldId="2147483368"/>
            <ac:spMk id="11" creationId="{69A71201-94BC-DE27-96EA-34277200CC3C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4:09.771" v="752" actId="20577"/>
        <pc:sldMkLst>
          <pc:docMk/>
          <pc:sldMk cId="485489643" sldId="2147483369"/>
        </pc:sldMkLst>
        <pc:spChg chg="add mod">
          <ac:chgData name="김보경/선임/해외CC&amp;S네트워크운영팀" userId="8485ec85-8704-4a2f-afff-a1acfaebc22d" providerId="ADAL" clId="{DBE4ADD7-0B76-4D60-9253-B688AF4A0453}" dt="2026-05-12T00:34:09.771" v="752" actId="20577"/>
          <ac:spMkLst>
            <pc:docMk/>
            <pc:sldMk cId="485489643" sldId="2147483369"/>
            <ac:spMk id="3" creationId="{767798D5-1D29-149F-F6D3-4679540B1380}"/>
          </ac:spMkLst>
        </pc:spChg>
      </pc:sldChg>
      <pc:sldChg chg="addSp delSp modSp mod">
        <pc:chgData name="김보경/선임/해외CC&amp;S네트워크운영팀" userId="8485ec85-8704-4a2f-afff-a1acfaebc22d" providerId="ADAL" clId="{DBE4ADD7-0B76-4D60-9253-B688AF4A0453}" dt="2026-05-12T00:40:43.044" v="906" actId="20577"/>
        <pc:sldMkLst>
          <pc:docMk/>
          <pc:sldMk cId="4039450384" sldId="2147483372"/>
        </pc:sldMkLst>
        <pc:spChg chg="add mod">
          <ac:chgData name="김보경/선임/해외CC&amp;S네트워크운영팀" userId="8485ec85-8704-4a2f-afff-a1acfaebc22d" providerId="ADAL" clId="{DBE4ADD7-0B76-4D60-9253-B688AF4A0453}" dt="2026-05-12T00:40:43.044" v="906" actId="20577"/>
          <ac:spMkLst>
            <pc:docMk/>
            <pc:sldMk cId="4039450384" sldId="2147483372"/>
            <ac:spMk id="6" creationId="{8E914FB4-28CD-2504-68A0-4539F7E73432}"/>
          </ac:spMkLst>
        </pc:spChg>
        <pc:spChg chg="del">
          <ac:chgData name="김보경/선임/해외CC&amp;S네트워크운영팀" userId="8485ec85-8704-4a2f-afff-a1acfaebc22d" providerId="ADAL" clId="{DBE4ADD7-0B76-4D60-9253-B688AF4A0453}" dt="2026-05-12T00:40:39.424" v="901" actId="478"/>
          <ac:spMkLst>
            <pc:docMk/>
            <pc:sldMk cId="4039450384" sldId="2147483372"/>
            <ac:spMk id="8" creationId="{93881494-04E1-337A-D27C-76C226420E6F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8:24.295" v="841" actId="20577"/>
        <pc:sldMkLst>
          <pc:docMk/>
          <pc:sldMk cId="495342946" sldId="2147483374"/>
        </pc:sldMkLst>
        <pc:spChg chg="add mod">
          <ac:chgData name="김보경/선임/해외CC&amp;S네트워크운영팀" userId="8485ec85-8704-4a2f-afff-a1acfaebc22d" providerId="ADAL" clId="{DBE4ADD7-0B76-4D60-9253-B688AF4A0453}" dt="2026-05-12T00:38:24.295" v="841" actId="20577"/>
          <ac:spMkLst>
            <pc:docMk/>
            <pc:sldMk cId="495342946" sldId="2147483374"/>
            <ac:spMk id="14" creationId="{56DFF98C-4FAF-6ADC-7CCB-C56E9C9D381F}"/>
          </ac:spMkLst>
        </pc:spChg>
      </pc:sldChg>
      <pc:sldChg chg="addSp modSp mod">
        <pc:chgData name="김보경/선임/해외CC&amp;S네트워크운영팀" userId="8485ec85-8704-4a2f-afff-a1acfaebc22d" providerId="ADAL" clId="{DBE4ADD7-0B76-4D60-9253-B688AF4A0453}" dt="2026-05-12T00:38:31.749" v="847" actId="20577"/>
        <pc:sldMkLst>
          <pc:docMk/>
          <pc:sldMk cId="2549014958" sldId="2147483375"/>
        </pc:sldMkLst>
        <pc:spChg chg="add mod">
          <ac:chgData name="김보경/선임/해외CC&amp;S네트워크운영팀" userId="8485ec85-8704-4a2f-afff-a1acfaebc22d" providerId="ADAL" clId="{DBE4ADD7-0B76-4D60-9253-B688AF4A0453}" dt="2026-05-12T00:38:31.749" v="847" actId="20577"/>
          <ac:spMkLst>
            <pc:docMk/>
            <pc:sldMk cId="2549014958" sldId="2147483375"/>
            <ac:spMk id="6" creationId="{2172D04C-5A9A-38C2-27A1-9134A80813D7}"/>
          </ac:spMkLst>
        </pc:spChg>
      </pc:sldChg>
    </pc:docChg>
  </pc:docChgLst>
  <pc:docChgLst>
    <pc:chgData name="이재익/책임/해외CC&amp;S네트워크운영팀" userId="4e89d5cf-efc5-46c6-9969-7d362bf48307" providerId="ADAL" clId="{E87E2FA7-A71A-4842-A5DA-5BEAE829D8A4}"/>
    <pc:docChg chg="undo redo custSel addSld delSld modSld sldOrd addSection modSection">
      <pc:chgData name="이재익/책임/해외CC&amp;S네트워크운영팀" userId="4e89d5cf-efc5-46c6-9969-7d362bf48307" providerId="ADAL" clId="{E87E2FA7-A71A-4842-A5DA-5BEAE829D8A4}" dt="2026-05-12T07:05:07.582" v="8513"/>
      <pc:docMkLst>
        <pc:docMk/>
      </pc:docMkLst>
      <pc:sldChg chg="addSp delSp modSp mod">
        <pc:chgData name="이재익/책임/해외CC&amp;S네트워크운영팀" userId="4e89d5cf-efc5-46c6-9969-7d362bf48307" providerId="ADAL" clId="{E87E2FA7-A71A-4842-A5DA-5BEAE829D8A4}" dt="2026-05-12T05:42:17.165" v="8309" actId="207"/>
        <pc:sldMkLst>
          <pc:docMk/>
          <pc:sldMk cId="3277571099" sldId="256"/>
        </pc:sldMkLst>
        <pc:spChg chg="add del mod">
          <ac:chgData name="이재익/책임/해외CC&amp;S네트워크운영팀" userId="4e89d5cf-efc5-46c6-9969-7d362bf48307" providerId="ADAL" clId="{E87E2FA7-A71A-4842-A5DA-5BEAE829D8A4}" dt="2026-05-11T07:14:57.914" v="1699" actId="478"/>
          <ac:spMkLst>
            <pc:docMk/>
            <pc:sldMk cId="3277571099" sldId="256"/>
            <ac:spMk id="2" creationId="{C14A9FF0-1BC8-50EA-37E4-E3C3A935C42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6:02.197" v="6586" actId="555"/>
          <ac:spMkLst>
            <pc:docMk/>
            <pc:sldMk cId="3277571099" sldId="256"/>
            <ac:spMk id="3" creationId="{2DF092CA-A26E-6EB1-833C-ACA425A11A9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0:22.535" v="7187" actId="14100"/>
          <ac:spMkLst>
            <pc:docMk/>
            <pc:sldMk cId="3277571099" sldId="256"/>
            <ac:spMk id="7" creationId="{E0B24627-D22C-ACE7-8483-EA0A2DD6926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08:21.888" v="7053" actId="113"/>
          <ac:spMkLst>
            <pc:docMk/>
            <pc:sldMk cId="3277571099" sldId="256"/>
            <ac:spMk id="8" creationId="{ABF32992-D970-9416-B02C-FE6E639A581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09.416" v="1389" actId="1037"/>
          <ac:spMkLst>
            <pc:docMk/>
            <pc:sldMk cId="3277571099" sldId="256"/>
            <ac:spMk id="16" creationId="{7D42EAA1-9B9A-2BAC-4A2B-26DC880C5B7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14:35.024" v="1698" actId="14100"/>
          <ac:spMkLst>
            <pc:docMk/>
            <pc:sldMk cId="3277571099" sldId="256"/>
            <ac:spMk id="18" creationId="{8C3B0B73-3638-9FB4-A1AA-81735A2CF60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14:31.378" v="1697" actId="14100"/>
          <ac:spMkLst>
            <pc:docMk/>
            <pc:sldMk cId="3277571099" sldId="256"/>
            <ac:spMk id="22" creationId="{73E8DCB5-1940-02AD-2876-62652DAA9511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5:41.087" v="6570" actId="1036"/>
          <ac:spMkLst>
            <pc:docMk/>
            <pc:sldMk cId="3277571099" sldId="256"/>
            <ac:spMk id="23" creationId="{6DD533E7-E40E-12BF-8946-58CFD65686AA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2:17.165" v="8309" actId="207"/>
          <ac:spMkLst>
            <pc:docMk/>
            <pc:sldMk cId="3277571099" sldId="256"/>
            <ac:spMk id="24" creationId="{265321E4-BFE8-46DD-689F-0B301766C3C1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5:41:55.715" v="730" actId="478"/>
          <ac:spMkLst>
            <pc:docMk/>
            <pc:sldMk cId="3277571099" sldId="256"/>
            <ac:spMk id="29" creationId="{9C0895D5-AFEB-BC09-1F24-25378B70CA54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31" creationId="{70C36A37-87E5-8C6A-4BA4-EC542CED363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35" creationId="{91F353DB-1FA7-CCA3-538C-7BD6D5AFCCE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28:19.553" v="2284" actId="20577"/>
          <ac:spMkLst>
            <pc:docMk/>
            <pc:sldMk cId="3277571099" sldId="256"/>
            <ac:spMk id="36" creationId="{59616B83-0D2F-B1ED-0015-3C3195D3F50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27:37.264" v="2257" actId="3064"/>
          <ac:spMkLst>
            <pc:docMk/>
            <pc:sldMk cId="3277571099" sldId="256"/>
            <ac:spMk id="50" creationId="{8ACA97C8-741A-6CB0-5213-5803DF832994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09.416" v="1389" actId="1037"/>
          <ac:spMkLst>
            <pc:docMk/>
            <pc:sldMk cId="3277571099" sldId="256"/>
            <ac:spMk id="61" creationId="{EFC48956-D5C6-A958-D1B8-E5CACD78C3A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5:51.160" v="6582" actId="1036"/>
          <ac:spMkLst>
            <pc:docMk/>
            <pc:sldMk cId="3277571099" sldId="256"/>
            <ac:spMk id="66" creationId="{2DF7CE8E-2D4D-8423-0CA0-4FEC4261088F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1T01:10:20.923" v="668" actId="2711"/>
          <ac:spMkLst>
            <pc:docMk/>
            <pc:sldMk cId="3277571099" sldId="256"/>
            <ac:spMk id="67" creationId="{32F60108-B0CD-C344-6D10-FDF68D59002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69" creationId="{F2F80593-722A-7C75-0B90-AA4AAECD8B65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09.416" v="1389" actId="1037"/>
          <ac:spMkLst>
            <pc:docMk/>
            <pc:sldMk cId="3277571099" sldId="256"/>
            <ac:spMk id="71" creationId="{2FE5A117-0A1F-2C25-1EA7-2CA46DF6C386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72" creationId="{4FBF74E3-22D6-5996-508A-628239607E0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6:02.197" v="6586" actId="555"/>
          <ac:spMkLst>
            <pc:docMk/>
            <pc:sldMk cId="3277571099" sldId="256"/>
            <ac:spMk id="73" creationId="{F4D00183-BD23-C4A3-3F15-7E833327428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5:51.160" v="6582" actId="1036"/>
          <ac:spMkLst>
            <pc:docMk/>
            <pc:sldMk cId="3277571099" sldId="256"/>
            <ac:spMk id="75" creationId="{C185F6A8-9BBC-9EAF-5097-0FCB387F990D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1:14:20.591" v="729" actId="20577"/>
          <ac:spMkLst>
            <pc:docMk/>
            <pc:sldMk cId="3277571099" sldId="256"/>
            <ac:spMk id="76" creationId="{D7831774-A25D-A4D7-A792-0355BC7A90F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77" creationId="{44FBF946-5D10-CD10-1670-1CCF4690FCE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09.416" v="1389" actId="1037"/>
          <ac:spMkLst>
            <pc:docMk/>
            <pc:sldMk cId="3277571099" sldId="256"/>
            <ac:spMk id="78" creationId="{F4CCD0E4-A1D7-3B37-71D9-C20C44D3DBB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1:14:12.721" v="724"/>
          <ac:spMkLst>
            <pc:docMk/>
            <pc:sldMk cId="3277571099" sldId="256"/>
            <ac:spMk id="79" creationId="{5CB66AA8-3AAE-5D39-A02F-D356C9AA5913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5:53:41.561" v="744" actId="478"/>
          <ac:spMkLst>
            <pc:docMk/>
            <pc:sldMk cId="3277571099" sldId="256"/>
            <ac:spMk id="81" creationId="{05896D7E-3AE5-2C92-518F-98DFDC11CF7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27:25.486" v="2253" actId="3064"/>
          <ac:spMkLst>
            <pc:docMk/>
            <pc:sldMk cId="3277571099" sldId="256"/>
            <ac:spMk id="82" creationId="{3D137EB1-452F-CF6A-E13E-E00687D8355C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7:10:50.239" v="1499" actId="478"/>
          <ac:spMkLst>
            <pc:docMk/>
            <pc:sldMk cId="3277571099" sldId="256"/>
            <ac:spMk id="83" creationId="{EBE887D2-FA0A-0CDE-8A22-F860179652F4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7:14:57.914" v="1699" actId="478"/>
          <ac:spMkLst>
            <pc:docMk/>
            <pc:sldMk cId="3277571099" sldId="256"/>
            <ac:spMk id="84" creationId="{9F887C04-B224-1828-628A-0BD293CB4E9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6:02.197" v="6586" actId="555"/>
          <ac:spMkLst>
            <pc:docMk/>
            <pc:sldMk cId="3277571099" sldId="256"/>
            <ac:spMk id="85" creationId="{9E14A707-3EDE-E676-6A81-AF8B75599F4D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7:14:57.914" v="1699" actId="478"/>
          <ac:spMkLst>
            <pc:docMk/>
            <pc:sldMk cId="3277571099" sldId="256"/>
            <ac:spMk id="86" creationId="{041A26F0-745E-0B1A-B0E1-F07541E75A4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08:52.896" v="7071" actId="1035"/>
          <ac:spMkLst>
            <pc:docMk/>
            <pc:sldMk cId="3277571099" sldId="256"/>
            <ac:spMk id="87" creationId="{A5EBF759-A0BE-5B9D-CC88-0288CF20CAB6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7:10:50.239" v="1499" actId="478"/>
          <ac:spMkLst>
            <pc:docMk/>
            <pc:sldMk cId="3277571099" sldId="256"/>
            <ac:spMk id="88" creationId="{A7C7B130-313C-5FD7-9030-F0FD050A68B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5:41.087" v="6570" actId="1036"/>
          <ac:spMkLst>
            <pc:docMk/>
            <pc:sldMk cId="3277571099" sldId="256"/>
            <ac:spMk id="91" creationId="{4C7309D5-4F9E-091A-A0C6-20365E6ACBD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05:51.160" v="6582" actId="1036"/>
          <ac:spMkLst>
            <pc:docMk/>
            <pc:sldMk cId="3277571099" sldId="256"/>
            <ac:spMk id="92" creationId="{4E5B7D86-56D5-314B-5C60-4DD63B9E2A6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08:30.305" v="7057" actId="1036"/>
          <ac:spMkLst>
            <pc:docMk/>
            <pc:sldMk cId="3277571099" sldId="256"/>
            <ac:spMk id="93" creationId="{DCE2ED90-C083-7E85-0F7B-B303E3828A00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7:10:37.206" v="1497" actId="478"/>
          <ac:spMkLst>
            <pc:docMk/>
            <pc:sldMk cId="3277571099" sldId="256"/>
            <ac:spMk id="94" creationId="{032F416A-F9F1-02CF-C0A8-1D9A398BC1C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08:30.305" v="7057" actId="1036"/>
          <ac:spMkLst>
            <pc:docMk/>
            <pc:sldMk cId="3277571099" sldId="256"/>
            <ac:spMk id="95" creationId="{D344BD52-D46A-D1A6-F38C-1B4ACBA48684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6:30:20.237" v="1400" actId="1037"/>
          <ac:spMkLst>
            <pc:docMk/>
            <pc:sldMk cId="3277571099" sldId="256"/>
            <ac:spMk id="98" creationId="{5896AFAA-A2B1-2031-1F3A-6F3E5685F842}"/>
          </ac:spMkLst>
        </pc:spChg>
        <pc:graphicFrameChg chg="add mod modGraphic">
          <ac:chgData name="이재익/책임/해외CC&amp;S네트워크운영팀" userId="4e89d5cf-efc5-46c6-9969-7d362bf48307" providerId="ADAL" clId="{E87E2FA7-A71A-4842-A5DA-5BEAE829D8A4}" dt="2026-05-12T05:08:35.319" v="7058" actId="14100"/>
          <ac:graphicFrameMkLst>
            <pc:docMk/>
            <pc:sldMk cId="3277571099" sldId="256"/>
            <ac:graphicFrameMk id="6" creationId="{4E301A7B-108F-A4D4-152E-6E740EE4865E}"/>
          </ac:graphicFrameMkLst>
        </pc:graphicFrameChg>
        <pc:graphicFrameChg chg="del">
          <ac:chgData name="이재익/책임/해외CC&amp;S네트워크운영팀" userId="4e89d5cf-efc5-46c6-9969-7d362bf48307" providerId="ADAL" clId="{E87E2FA7-A71A-4842-A5DA-5BEAE829D8A4}" dt="2026-05-11T07:14:57.914" v="1699" actId="478"/>
          <ac:graphicFrameMkLst>
            <pc:docMk/>
            <pc:sldMk cId="3277571099" sldId="256"/>
            <ac:graphicFrameMk id="89" creationId="{8443399A-E187-762B-7384-4290F1F3BBBE}"/>
          </ac:graphicFrameMkLst>
        </pc:graphicFrameChg>
        <pc:graphicFrameChg chg="mod modGraphic">
          <ac:chgData name="이재익/책임/해외CC&amp;S네트워크운영팀" userId="4e89d5cf-efc5-46c6-9969-7d362bf48307" providerId="ADAL" clId="{E87E2FA7-A71A-4842-A5DA-5BEAE829D8A4}" dt="2026-05-12T05:08:52.896" v="7071" actId="1035"/>
          <ac:graphicFrameMkLst>
            <pc:docMk/>
            <pc:sldMk cId="3277571099" sldId="256"/>
            <ac:graphicFrameMk id="90" creationId="{E9442309-98B7-DD06-FDD5-E1703E11CDCE}"/>
          </ac:graphicFrameMkLst>
        </pc:graphicFrameChg>
      </pc:sldChg>
      <pc:sldChg chg="addSp modSp">
        <pc:chgData name="이재익/책임/해외CC&amp;S네트워크운영팀" userId="4e89d5cf-efc5-46c6-9969-7d362bf48307" providerId="ADAL" clId="{E87E2FA7-A71A-4842-A5DA-5BEAE829D8A4}" dt="2026-05-10T23:18:16.249" v="9"/>
        <pc:sldMkLst>
          <pc:docMk/>
          <pc:sldMk cId="1212257075" sldId="259"/>
        </pc:sldMkLst>
        <pc:spChg chg="add mod">
          <ac:chgData name="이재익/책임/해외CC&amp;S네트워크운영팀" userId="4e89d5cf-efc5-46c6-9969-7d362bf48307" providerId="ADAL" clId="{E87E2FA7-A71A-4842-A5DA-5BEAE829D8A4}" dt="2026-05-10T23:18:16.249" v="9"/>
          <ac:spMkLst>
            <pc:docMk/>
            <pc:sldMk cId="1212257075" sldId="259"/>
            <ac:spMk id="12" creationId="{71DCDF7D-E3FB-6BB9-9013-2C0C1B053F13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23.779" v="13"/>
        <pc:sldMkLst>
          <pc:docMk/>
          <pc:sldMk cId="457902422" sldId="260"/>
        </pc:sldMkLst>
        <pc:spChg chg="add mod">
          <ac:chgData name="이재익/책임/해외CC&amp;S네트워크운영팀" userId="4e89d5cf-efc5-46c6-9969-7d362bf48307" providerId="ADAL" clId="{E87E2FA7-A71A-4842-A5DA-5BEAE829D8A4}" dt="2026-05-10T23:18:23.779" v="13"/>
          <ac:spMkLst>
            <pc:docMk/>
            <pc:sldMk cId="457902422" sldId="260"/>
            <ac:spMk id="9" creationId="{FCCBCDEB-DF10-EB52-7BE0-482029393019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19.660" v="11"/>
        <pc:sldMkLst>
          <pc:docMk/>
          <pc:sldMk cId="605240016" sldId="261"/>
        </pc:sldMkLst>
        <pc:spChg chg="add mod">
          <ac:chgData name="이재익/책임/해외CC&amp;S네트워크운영팀" userId="4e89d5cf-efc5-46c6-9969-7d362bf48307" providerId="ADAL" clId="{E87E2FA7-A71A-4842-A5DA-5BEAE829D8A4}" dt="2026-05-10T23:18:19.660" v="11"/>
          <ac:spMkLst>
            <pc:docMk/>
            <pc:sldMk cId="605240016" sldId="261"/>
            <ac:spMk id="5" creationId="{E608465A-8745-51A3-D5E0-D8ACA14A196A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25.896" v="14"/>
        <pc:sldMkLst>
          <pc:docMk/>
          <pc:sldMk cId="2526098371" sldId="262"/>
        </pc:sldMkLst>
        <pc:spChg chg="add mod">
          <ac:chgData name="이재익/책임/해외CC&amp;S네트워크운영팀" userId="4e89d5cf-efc5-46c6-9969-7d362bf48307" providerId="ADAL" clId="{E87E2FA7-A71A-4842-A5DA-5BEAE829D8A4}" dt="2026-05-10T23:18:25.896" v="14"/>
          <ac:spMkLst>
            <pc:docMk/>
            <pc:sldMk cId="2526098371" sldId="262"/>
            <ac:spMk id="5" creationId="{8F550648-9209-3AE7-95D7-D9E97AA44890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27.857" v="15"/>
        <pc:sldMkLst>
          <pc:docMk/>
          <pc:sldMk cId="528108076" sldId="263"/>
        </pc:sldMkLst>
        <pc:spChg chg="add mod">
          <ac:chgData name="이재익/책임/해외CC&amp;S네트워크운영팀" userId="4e89d5cf-efc5-46c6-9969-7d362bf48307" providerId="ADAL" clId="{E87E2FA7-A71A-4842-A5DA-5BEAE829D8A4}" dt="2026-05-10T23:18:27.857" v="15"/>
          <ac:spMkLst>
            <pc:docMk/>
            <pc:sldMk cId="528108076" sldId="263"/>
            <ac:spMk id="9" creationId="{61BAAFAE-B0BF-0EBB-FE38-5D1627DDC67D}"/>
          </ac:spMkLst>
        </pc:spChg>
      </pc:sldChg>
      <pc:sldChg chg="addSp delSp modSp mod">
        <pc:chgData name="이재익/책임/해외CC&amp;S네트워크운영팀" userId="4e89d5cf-efc5-46c6-9969-7d362bf48307" providerId="ADAL" clId="{E87E2FA7-A71A-4842-A5DA-5BEAE829D8A4}" dt="2026-05-12T07:04:44.661" v="8509" actId="6549"/>
        <pc:sldMkLst>
          <pc:docMk/>
          <pc:sldMk cId="4075134757" sldId="266"/>
        </pc:sldMkLst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2" creationId="{BFEA9E6D-A23E-DF84-5C59-95CEBEF1856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3" creationId="{AAE46F58-8D4A-6EBC-B3E0-B98D10D0053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5" creationId="{2A3B9187-8A07-0253-ADC3-C43CD61E2A1F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8:10:30.701" v="2443" actId="478"/>
          <ac:spMkLst>
            <pc:docMk/>
            <pc:sldMk cId="4075134757" sldId="266"/>
            <ac:spMk id="6" creationId="{98728B00-76A0-46CC-C11C-B3CBF556CC1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9" creationId="{3E3A418B-F3C5-EEAD-C129-078D515A48B1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1:01.395" v="2454" actId="1036"/>
          <ac:spMkLst>
            <pc:docMk/>
            <pc:sldMk cId="4075134757" sldId="266"/>
            <ac:spMk id="11" creationId="{F7F99311-2786-7B00-DBC3-E696031F5EDB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08:10:54.933" v="2446" actId="478"/>
          <ac:spMkLst>
            <pc:docMk/>
            <pc:sldMk cId="4075134757" sldId="266"/>
            <ac:spMk id="13" creationId="{54F6C0AB-46A0-76B5-FB05-301DB02B2FD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16" creationId="{B7D9095E-826B-9E7D-AB4F-0BDB891D3D2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0:45.765" v="2445" actId="2711"/>
          <ac:spMkLst>
            <pc:docMk/>
            <pc:sldMk cId="4075134757" sldId="266"/>
            <ac:spMk id="17" creationId="{DEF92129-7758-6244-AEDF-3755436879EC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8:05.978" v="4"/>
          <ac:spMkLst>
            <pc:docMk/>
            <pc:sldMk cId="4075134757" sldId="266"/>
            <ac:spMk id="21" creationId="{C12BB152-450E-3DA5-2FC6-16D6676D3C45}"/>
          </ac:spMkLst>
        </pc:spChg>
        <pc:graphicFrameChg chg="modGraphic">
          <ac:chgData name="이재익/책임/해외CC&amp;S네트워크운영팀" userId="4e89d5cf-efc5-46c6-9969-7d362bf48307" providerId="ADAL" clId="{E87E2FA7-A71A-4842-A5DA-5BEAE829D8A4}" dt="2026-05-12T07:04:44.661" v="8509" actId="6549"/>
          <ac:graphicFrameMkLst>
            <pc:docMk/>
            <pc:sldMk cId="4075134757" sldId="266"/>
            <ac:graphicFrameMk id="7" creationId="{DBBA72ED-6BAE-8A67-FD61-9D608294DA03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2T07:05:03.206" v="8512"/>
        <pc:sldMkLst>
          <pc:docMk/>
          <pc:sldMk cId="1515764584" sldId="267"/>
        </pc:sldMkLst>
        <pc:spChg chg="del">
          <ac:chgData name="이재익/책임/해외CC&amp;S네트워크운영팀" userId="4e89d5cf-efc5-46c6-9969-7d362bf48307" providerId="ADAL" clId="{E87E2FA7-A71A-4842-A5DA-5BEAE829D8A4}" dt="2026-05-11T08:16:43.216" v="2502" actId="478"/>
          <ac:spMkLst>
            <pc:docMk/>
            <pc:sldMk cId="1515764584" sldId="267"/>
            <ac:spMk id="12" creationId="{12B0DA4C-B41B-9A01-C140-6AAA844AC9F9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8:12.600" v="7"/>
          <ac:spMkLst>
            <pc:docMk/>
            <pc:sldMk cId="1515764584" sldId="267"/>
            <ac:spMk id="13" creationId="{1A7A4A9F-8345-01E5-11CD-D05B19E4BE4B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7:05:03.206" v="8512"/>
          <ac:graphicFrameMkLst>
            <pc:docMk/>
            <pc:sldMk cId="1515764584" sldId="267"/>
            <ac:graphicFrameMk id="3" creationId="{F486DAAD-11BB-99F3-E1EA-C265D02ADA9E}"/>
          </ac:graphicFrameMkLst>
        </pc:graphicFrameChg>
      </pc:sldChg>
      <pc:sldChg chg="addSp delSp modSp mod ord">
        <pc:chgData name="이재익/책임/해외CC&amp;S네트워크운영팀" userId="4e89d5cf-efc5-46c6-9969-7d362bf48307" providerId="ADAL" clId="{E87E2FA7-A71A-4842-A5DA-5BEAE829D8A4}" dt="2026-05-12T07:04:53.286" v="8510"/>
        <pc:sldMkLst>
          <pc:docMk/>
          <pc:sldMk cId="1835962267" sldId="268"/>
        </pc:sldMkLst>
        <pc:spChg chg="del">
          <ac:chgData name="이재익/책임/해외CC&amp;S네트워크운영팀" userId="4e89d5cf-efc5-46c6-9969-7d362bf48307" providerId="ADAL" clId="{E87E2FA7-A71A-4842-A5DA-5BEAE829D8A4}" dt="2026-05-12T05:19:00.390" v="7475" actId="478"/>
          <ac:spMkLst>
            <pc:docMk/>
            <pc:sldMk cId="1835962267" sldId="268"/>
            <ac:spMk id="13" creationId="{6BCF8277-F821-D789-E221-21EAC5B21F20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8:10.736" v="6"/>
          <ac:spMkLst>
            <pc:docMk/>
            <pc:sldMk cId="1835962267" sldId="268"/>
            <ac:spMk id="14" creationId="{FAEB25F1-D851-DA21-FC85-6A64CEBABD1A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7:04:53.286" v="8510"/>
          <ac:graphicFrameMkLst>
            <pc:docMk/>
            <pc:sldMk cId="1835962267" sldId="268"/>
            <ac:graphicFrameMk id="5" creationId="{A04F5CCB-49EB-FC92-A248-11643142AC9B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2T07:05:07.582" v="8513"/>
        <pc:sldMkLst>
          <pc:docMk/>
          <pc:sldMk cId="2219689207" sldId="269"/>
        </pc:sldMkLst>
        <pc:spChg chg="del">
          <ac:chgData name="이재익/책임/해외CC&amp;S네트워크운영팀" userId="4e89d5cf-efc5-46c6-9969-7d362bf48307" providerId="ADAL" clId="{E87E2FA7-A71A-4842-A5DA-5BEAE829D8A4}" dt="2026-05-11T08:16:47.485" v="2503" actId="478"/>
          <ac:spMkLst>
            <pc:docMk/>
            <pc:sldMk cId="2219689207" sldId="269"/>
            <ac:spMk id="2" creationId="{4B2452B4-4985-0CAD-A290-45B6899B8222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8:16:50.234" v="2504" actId="478"/>
          <ac:spMkLst>
            <pc:docMk/>
            <pc:sldMk cId="2219689207" sldId="269"/>
            <ac:spMk id="6" creationId="{078E3438-7AA6-0A7C-5341-323599A9F768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8:14.497" v="8"/>
          <ac:spMkLst>
            <pc:docMk/>
            <pc:sldMk cId="2219689207" sldId="269"/>
            <ac:spMk id="14" creationId="{D3757CD4-5B02-2DAB-60D0-85E370EED314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7:05:07.582" v="8513"/>
          <ac:graphicFrameMkLst>
            <pc:docMk/>
            <pc:sldMk cId="2219689207" sldId="269"/>
            <ac:graphicFrameMk id="3" creationId="{3892A4A0-3C71-7AA5-1557-EB9984008E68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2T07:04:58.156" v="8511"/>
        <pc:sldMkLst>
          <pc:docMk/>
          <pc:sldMk cId="608205898" sldId="270"/>
        </pc:sldMkLst>
        <pc:spChg chg="add mod">
          <ac:chgData name="이재익/책임/해외CC&amp;S네트워크운영팀" userId="4e89d5cf-efc5-46c6-9969-7d362bf48307" providerId="ADAL" clId="{E87E2FA7-A71A-4842-A5DA-5BEAE829D8A4}" dt="2026-05-10T23:18:08.680" v="5"/>
          <ac:spMkLst>
            <pc:docMk/>
            <pc:sldMk cId="608205898" sldId="270"/>
            <ac:spMk id="2" creationId="{922D9472-C64E-7C52-D5B1-42C62FE28CD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8:13:18.599" v="2501" actId="20577"/>
          <ac:spMkLst>
            <pc:docMk/>
            <pc:sldMk cId="608205898" sldId="270"/>
            <ac:spMk id="9" creationId="{EECA4E84-E10B-54F9-E8E3-4FC55C41F5DA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8:12:52.007" v="2455" actId="478"/>
          <ac:spMkLst>
            <pc:docMk/>
            <pc:sldMk cId="608205898" sldId="270"/>
            <ac:spMk id="24" creationId="{67821C87-D11F-6F3F-66FF-DE36CA64B1D7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7:04:58.156" v="8511"/>
          <ac:graphicFrameMkLst>
            <pc:docMk/>
            <pc:sldMk cId="608205898" sldId="270"/>
            <ac:graphicFrameMk id="7" creationId="{3BF17E3C-06F9-3961-4D59-11860BDA5945}"/>
          </ac:graphicFrameMkLst>
        </pc:graphicFrameChg>
      </pc:sldChg>
      <pc:sldChg chg="addSp modSp">
        <pc:chgData name="이재익/책임/해외CC&amp;S네트워크운영팀" userId="4e89d5cf-efc5-46c6-9969-7d362bf48307" providerId="ADAL" clId="{E87E2FA7-A71A-4842-A5DA-5BEAE829D8A4}" dt="2026-05-10T23:17:38.820" v="0"/>
        <pc:sldMkLst>
          <pc:docMk/>
          <pc:sldMk cId="1925682060" sldId="273"/>
        </pc:sldMkLst>
        <pc:spChg chg="add mod">
          <ac:chgData name="이재익/책임/해외CC&amp;S네트워크운영팀" userId="4e89d5cf-efc5-46c6-9969-7d362bf48307" providerId="ADAL" clId="{E87E2FA7-A71A-4842-A5DA-5BEAE829D8A4}" dt="2026-05-10T23:17:38.820" v="0"/>
          <ac:spMkLst>
            <pc:docMk/>
            <pc:sldMk cId="1925682060" sldId="273"/>
            <ac:spMk id="2" creationId="{E0A7B4C9-7A13-DE87-579D-D995CC217471}"/>
          </ac:spMkLst>
        </pc:spChg>
      </pc:sldChg>
      <pc:sldChg chg="addSp delSp modSp mod ord">
        <pc:chgData name="이재익/책임/해외CC&amp;S네트워크운영팀" userId="4e89d5cf-efc5-46c6-9969-7d362bf48307" providerId="ADAL" clId="{E87E2FA7-A71A-4842-A5DA-5BEAE829D8A4}" dt="2026-05-11T08:08:36.729" v="2438" actId="478"/>
        <pc:sldMkLst>
          <pc:docMk/>
          <pc:sldMk cId="2435061884" sldId="274"/>
        </pc:sldMkLst>
        <pc:spChg chg="del">
          <ac:chgData name="이재익/책임/해외CC&amp;S네트워크운영팀" userId="4e89d5cf-efc5-46c6-9969-7d362bf48307" providerId="ADAL" clId="{E87E2FA7-A71A-4842-A5DA-5BEAE829D8A4}" dt="2026-05-11T08:08:36.729" v="2438" actId="478"/>
          <ac:spMkLst>
            <pc:docMk/>
            <pc:sldMk cId="2435061884" sldId="274"/>
            <ac:spMk id="12" creationId="{2A9B1832-64E7-0FBA-DE65-4C8BD130AAD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7:57.301" v="1"/>
          <ac:spMkLst>
            <pc:docMk/>
            <pc:sldMk cId="2435061884" sldId="274"/>
            <ac:spMk id="13" creationId="{AF0F706C-9B4A-C013-2965-3A24D105A1E0}"/>
          </ac:spMkLst>
        </pc:spChg>
      </pc:sldChg>
      <pc:sldChg chg="addSp delSp modSp mod ord">
        <pc:chgData name="이재익/책임/해외CC&amp;S네트워크운영팀" userId="4e89d5cf-efc5-46c6-9969-7d362bf48307" providerId="ADAL" clId="{E87E2FA7-A71A-4842-A5DA-5BEAE829D8A4}" dt="2026-05-11T08:08:30.067" v="2437" actId="478"/>
        <pc:sldMkLst>
          <pc:docMk/>
          <pc:sldMk cId="2668026035" sldId="275"/>
        </pc:sldMkLst>
        <pc:spChg chg="del">
          <ac:chgData name="이재익/책임/해외CC&amp;S네트워크운영팀" userId="4e89d5cf-efc5-46c6-9969-7d362bf48307" providerId="ADAL" clId="{E87E2FA7-A71A-4842-A5DA-5BEAE829D8A4}" dt="2026-05-11T08:08:30.067" v="2437" actId="478"/>
          <ac:spMkLst>
            <pc:docMk/>
            <pc:sldMk cId="2668026035" sldId="275"/>
            <ac:spMk id="7" creationId="{34BD83FF-298B-6A8F-699F-63E8F1B2FEF0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7:58.993" v="2"/>
          <ac:spMkLst>
            <pc:docMk/>
            <pc:sldMk cId="2668026035" sldId="275"/>
            <ac:spMk id="16" creationId="{04F5A2D0-3C85-FFDA-4691-C23EF636B25A}"/>
          </ac:spMkLst>
        </pc:spChg>
      </pc:sldChg>
      <pc:sldChg chg="addSp delSp modSp mod">
        <pc:chgData name="이재익/책임/해외CC&amp;S네트워크운영팀" userId="4e89d5cf-efc5-46c6-9969-7d362bf48307" providerId="ADAL" clId="{E87E2FA7-A71A-4842-A5DA-5BEAE829D8A4}" dt="2026-05-11T08:08:41.212" v="2439" actId="478"/>
        <pc:sldMkLst>
          <pc:docMk/>
          <pc:sldMk cId="80219565" sldId="276"/>
        </pc:sldMkLst>
        <pc:spChg chg="del">
          <ac:chgData name="이재익/책임/해외CC&amp;S네트워크운영팀" userId="4e89d5cf-efc5-46c6-9969-7d362bf48307" providerId="ADAL" clId="{E87E2FA7-A71A-4842-A5DA-5BEAE829D8A4}" dt="2026-05-11T08:08:41.212" v="2439" actId="478"/>
          <ac:spMkLst>
            <pc:docMk/>
            <pc:sldMk cId="80219565" sldId="276"/>
            <ac:spMk id="6" creationId="{461C1930-EE45-4A9A-59B8-CB9094D897E9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18:00.498" v="3"/>
          <ac:spMkLst>
            <pc:docMk/>
            <pc:sldMk cId="80219565" sldId="276"/>
            <ac:spMk id="16" creationId="{24D1D77A-D302-E6C1-BFAC-958F05499475}"/>
          </ac:spMkLst>
        </pc:spChg>
      </pc:sldChg>
      <pc:sldChg chg="delSp mod ord">
        <pc:chgData name="이재익/책임/해외CC&amp;S네트워크운영팀" userId="4e89d5cf-efc5-46c6-9969-7d362bf48307" providerId="ADAL" clId="{E87E2FA7-A71A-4842-A5DA-5BEAE829D8A4}" dt="2026-05-11T08:09:21.497" v="2442"/>
        <pc:sldMkLst>
          <pc:docMk/>
          <pc:sldMk cId="2564764801" sldId="277"/>
        </pc:sldMkLst>
        <pc:spChg chg="del">
          <ac:chgData name="이재익/책임/해외CC&amp;S네트워크운영팀" userId="4e89d5cf-efc5-46c6-9969-7d362bf48307" providerId="ADAL" clId="{E87E2FA7-A71A-4842-A5DA-5BEAE829D8A4}" dt="2026-05-11T08:08:46.850" v="2440" actId="478"/>
          <ac:spMkLst>
            <pc:docMk/>
            <pc:sldMk cId="2564764801" sldId="277"/>
            <ac:spMk id="11" creationId="{1DD4154E-5A62-9D64-D71D-9EEF6DEA268A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17.652" v="10"/>
        <pc:sldMkLst>
          <pc:docMk/>
          <pc:sldMk cId="1702082905" sldId="278"/>
        </pc:sldMkLst>
        <pc:spChg chg="add mod">
          <ac:chgData name="이재익/책임/해외CC&amp;S네트워크운영팀" userId="4e89d5cf-efc5-46c6-9969-7d362bf48307" providerId="ADAL" clId="{E87E2FA7-A71A-4842-A5DA-5BEAE829D8A4}" dt="2026-05-10T23:18:17.652" v="10"/>
          <ac:spMkLst>
            <pc:docMk/>
            <pc:sldMk cId="1702082905" sldId="278"/>
            <ac:spMk id="7" creationId="{397BDCD7-6006-4676-68EB-BC20EFF85662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21.606" v="12"/>
        <pc:sldMkLst>
          <pc:docMk/>
          <pc:sldMk cId="593450356" sldId="279"/>
        </pc:sldMkLst>
        <pc:spChg chg="add mod">
          <ac:chgData name="이재익/책임/해외CC&amp;S네트워크운영팀" userId="4e89d5cf-efc5-46c6-9969-7d362bf48307" providerId="ADAL" clId="{E87E2FA7-A71A-4842-A5DA-5BEAE829D8A4}" dt="2026-05-10T23:18:21.606" v="12"/>
          <ac:spMkLst>
            <pc:docMk/>
            <pc:sldMk cId="593450356" sldId="279"/>
            <ac:spMk id="2" creationId="{F6B2C136-A3F2-E5BB-FCD7-C874500C5197}"/>
          </ac:spMkLst>
        </pc:spChg>
      </pc:sldChg>
      <pc:sldChg chg="addSp modSp add del mod ord modShow">
        <pc:chgData name="이재익/책임/해외CC&amp;S네트워크운영팀" userId="4e89d5cf-efc5-46c6-9969-7d362bf48307" providerId="ADAL" clId="{E87E2FA7-A71A-4842-A5DA-5BEAE829D8A4}" dt="2026-05-12T05:51:47.146" v="8490" actId="14100"/>
        <pc:sldMkLst>
          <pc:docMk/>
          <pc:sldMk cId="3411262211" sldId="281"/>
        </pc:sldMkLst>
        <pc:spChg chg="add mod">
          <ac:chgData name="이재익/책임/해외CC&amp;S네트워크운영팀" userId="4e89d5cf-efc5-46c6-9969-7d362bf48307" providerId="ADAL" clId="{E87E2FA7-A71A-4842-A5DA-5BEAE829D8A4}" dt="2026-05-12T00:24:59.120" v="4978"/>
          <ac:spMkLst>
            <pc:docMk/>
            <pc:sldMk cId="3411262211" sldId="281"/>
            <ac:spMk id="2" creationId="{79DD295E-5868-56D0-D78D-E0C27BAAB33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9:59.237" v="8488" actId="1076"/>
          <ac:spMkLst>
            <pc:docMk/>
            <pc:sldMk cId="3411262211" sldId="281"/>
            <ac:spMk id="5" creationId="{1419DF98-F183-AAC6-1321-33CBC3586FF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9:59.237" v="8488" actId="1076"/>
          <ac:spMkLst>
            <pc:docMk/>
            <pc:sldMk cId="3411262211" sldId="281"/>
            <ac:spMk id="8" creationId="{BFE5CED3-7698-49CA-E576-34105D26326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9:59.237" v="8488" actId="1076"/>
          <ac:spMkLst>
            <pc:docMk/>
            <pc:sldMk cId="3411262211" sldId="281"/>
            <ac:spMk id="9" creationId="{9A90B758-1069-8FF1-22CD-BB25DE137695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9:59.237" v="8488" actId="1076"/>
          <ac:spMkLst>
            <pc:docMk/>
            <pc:sldMk cId="3411262211" sldId="281"/>
            <ac:spMk id="11" creationId="{91AFFF1E-7B04-E122-54F9-0A938F28B40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51:47.146" v="8490" actId="14100"/>
          <ac:spMkLst>
            <pc:docMk/>
            <pc:sldMk cId="3411262211" sldId="281"/>
            <ac:spMk id="12" creationId="{91AFFF1E-7B04-E122-54F9-0A938F28B40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49:59.237" v="8488" actId="1076"/>
          <ac:spMkLst>
            <pc:docMk/>
            <pc:sldMk cId="3411262211" sldId="281"/>
            <ac:spMk id="13" creationId="{91AFFF1E-7B04-E122-54F9-0A938F28B40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47:12.484" v="8322" actId="20577"/>
          <ac:spMkLst>
            <pc:docMk/>
            <pc:sldMk cId="3411262211" sldId="281"/>
            <ac:spMk id="15" creationId="{B38C584B-8924-5B6C-E1DC-1521C3C95DB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48:23.707" v="8324" actId="1076"/>
          <ac:spMkLst>
            <pc:docMk/>
            <pc:sldMk cId="3411262211" sldId="281"/>
            <ac:spMk id="19" creationId="{F6A2758B-6B51-171B-438A-F52FFC959DC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49:49.589" v="8487" actId="1076"/>
          <ac:spMkLst>
            <pc:docMk/>
            <pc:sldMk cId="3411262211" sldId="281"/>
            <ac:spMk id="20" creationId="{98F873B8-63AD-BDB2-B7EA-4470BFA9112E}"/>
          </ac:spMkLst>
        </pc:spChg>
        <pc:graphicFrameChg chg="mod modGraphic">
          <ac:chgData name="이재익/책임/해외CC&amp;S네트워크운영팀" userId="4e89d5cf-efc5-46c6-9969-7d362bf48307" providerId="ADAL" clId="{E87E2FA7-A71A-4842-A5DA-5BEAE829D8A4}" dt="2026-05-12T05:29:11.991" v="7658" actId="14734"/>
          <ac:graphicFrameMkLst>
            <pc:docMk/>
            <pc:sldMk cId="3411262211" sldId="281"/>
            <ac:graphicFrameMk id="3" creationId="{EF07D5B5-457E-E5A4-7E23-CC584CFB40DE}"/>
          </ac:graphicFrameMkLst>
        </pc:graphicFrameChg>
        <pc:picChg chg="mod">
          <ac:chgData name="이재익/책임/해외CC&amp;S네트워크운영팀" userId="4e89d5cf-efc5-46c6-9969-7d362bf48307" providerId="ADAL" clId="{E87E2FA7-A71A-4842-A5DA-5BEAE829D8A4}" dt="2026-05-12T05:29:18.129" v="7659" actId="1076"/>
          <ac:picMkLst>
            <pc:docMk/>
            <pc:sldMk cId="3411262211" sldId="281"/>
            <ac:picMk id="10" creationId="{8BA90BBF-65F6-2ABD-3F8F-2B693AEA82A5}"/>
          </ac:picMkLst>
        </pc:picChg>
        <pc:picChg chg="add mod modCrop">
          <ac:chgData name="이재익/책임/해외CC&amp;S네트워크운영팀" userId="4e89d5cf-efc5-46c6-9969-7d362bf48307" providerId="ADAL" clId="{E87E2FA7-A71A-4842-A5DA-5BEAE829D8A4}" dt="2026-05-12T05:46:00.714" v="8319" actId="1076"/>
          <ac:picMkLst>
            <pc:docMk/>
            <pc:sldMk cId="3411262211" sldId="281"/>
            <ac:picMk id="16" creationId="{46F1E265-A4B9-4F6F-501E-992F3E5DEC2F}"/>
          </ac:picMkLst>
        </pc:picChg>
        <pc:picChg chg="add mod modCrop">
          <ac:chgData name="이재익/책임/해외CC&amp;S네트워크운영팀" userId="4e89d5cf-efc5-46c6-9969-7d362bf48307" providerId="ADAL" clId="{E87E2FA7-A71A-4842-A5DA-5BEAE829D8A4}" dt="2026-05-12T05:46:00.714" v="8319" actId="1076"/>
          <ac:picMkLst>
            <pc:docMk/>
            <pc:sldMk cId="3411262211" sldId="281"/>
            <ac:picMk id="17" creationId="{EA3347A7-45BA-6AAD-B38C-1264734222C0}"/>
          </ac:picMkLst>
        </pc:picChg>
        <pc:cxnChg chg="mod">
          <ac:chgData name="이재익/책임/해외CC&amp;S네트워크운영팀" userId="4e89d5cf-efc5-46c6-9969-7d362bf48307" providerId="ADAL" clId="{E87E2FA7-A71A-4842-A5DA-5BEAE829D8A4}" dt="2026-05-12T05:49:59.237" v="8488" actId="1076"/>
          <ac:cxnSpMkLst>
            <pc:docMk/>
            <pc:sldMk cId="3411262211" sldId="281"/>
            <ac:cxnSpMk id="6" creationId="{4FF5B101-086C-8D6F-6CC4-C104116E0F1F}"/>
          </ac:cxnSpMkLst>
        </pc:cxnChg>
        <pc:cxnChg chg="mod">
          <ac:chgData name="이재익/책임/해외CC&amp;S네트워크운영팀" userId="4e89d5cf-efc5-46c6-9969-7d362bf48307" providerId="ADAL" clId="{E87E2FA7-A71A-4842-A5DA-5BEAE829D8A4}" dt="2026-05-12T05:49:59.237" v="8488" actId="1076"/>
          <ac:cxnSpMkLst>
            <pc:docMk/>
            <pc:sldMk cId="3411262211" sldId="281"/>
            <ac:cxnSpMk id="7" creationId="{80D6E261-6706-40EB-E304-EBF3CAF13C35}"/>
          </ac:cxnSpMkLst>
        </pc:cxnChg>
      </pc:sldChg>
      <pc:sldChg chg="addSp delSp modSp add del mod modShow">
        <pc:chgData name="이재익/책임/해외CC&amp;S네트워크운영팀" userId="4e89d5cf-efc5-46c6-9969-7d362bf48307" providerId="ADAL" clId="{E87E2FA7-A71A-4842-A5DA-5BEAE829D8A4}" dt="2026-05-12T05:35:11.492" v="8086" actId="20577"/>
        <pc:sldMkLst>
          <pc:docMk/>
          <pc:sldMk cId="1796396231" sldId="282"/>
        </pc:sldMkLst>
        <pc:spChg chg="add mod">
          <ac:chgData name="이재익/책임/해외CC&amp;S네트워크운영팀" userId="4e89d5cf-efc5-46c6-9969-7d362bf48307" providerId="ADAL" clId="{E87E2FA7-A71A-4842-A5DA-5BEAE829D8A4}" dt="2026-05-12T00:24:52.115" v="4975"/>
          <ac:spMkLst>
            <pc:docMk/>
            <pc:sldMk cId="1796396231" sldId="282"/>
            <ac:spMk id="2" creationId="{938CF5E1-28DA-9299-0A7D-756920FECB87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33:26.277" v="7825" actId="478"/>
          <ac:spMkLst>
            <pc:docMk/>
            <pc:sldMk cId="1796396231" sldId="282"/>
            <ac:spMk id="5" creationId="{B6812E27-76F4-F596-B3DF-A3A6F241214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35:11.492" v="8086" actId="20577"/>
          <ac:spMkLst>
            <pc:docMk/>
            <pc:sldMk cId="1796396231" sldId="282"/>
            <ac:spMk id="14" creationId="{9E6B4978-82D0-2F37-A660-D7365054EE11}"/>
          </ac:spMkLst>
        </pc:spChg>
      </pc:sldChg>
      <pc:sldChg chg="addSp delSp modSp add del mod ord modShow">
        <pc:chgData name="이재익/책임/해외CC&amp;S네트워크운영팀" userId="4e89d5cf-efc5-46c6-9969-7d362bf48307" providerId="ADAL" clId="{E87E2FA7-A71A-4842-A5DA-5BEAE829D8A4}" dt="2026-05-12T05:33:16.858" v="7824" actId="1076"/>
        <pc:sldMkLst>
          <pc:docMk/>
          <pc:sldMk cId="1171241940" sldId="283"/>
        </pc:sldMkLst>
        <pc:spChg chg="add mod">
          <ac:chgData name="이재익/책임/해외CC&amp;S네트워크운영팀" userId="4e89d5cf-efc5-46c6-9969-7d362bf48307" providerId="ADAL" clId="{E87E2FA7-A71A-4842-A5DA-5BEAE829D8A4}" dt="2026-05-12T00:24:55.580" v="4976"/>
          <ac:spMkLst>
            <pc:docMk/>
            <pc:sldMk cId="1171241940" sldId="283"/>
            <ac:spMk id="2" creationId="{201D0434-32EC-CB4E-534A-07BAD2BCE0D7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32:33.435" v="7776" actId="478"/>
          <ac:spMkLst>
            <pc:docMk/>
            <pc:sldMk cId="1171241940" sldId="283"/>
            <ac:spMk id="5" creationId="{5590AFEF-EFF1-B2A7-3F8E-65D112D45F8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33:16.858" v="7824" actId="1076"/>
          <ac:spMkLst>
            <pc:docMk/>
            <pc:sldMk cId="1171241940" sldId="283"/>
            <ac:spMk id="16" creationId="{CC3533B6-8359-7CC7-157A-A660C70A3DD0}"/>
          </ac:spMkLst>
        </pc:spChg>
      </pc:sldChg>
      <pc:sldChg chg="addSp modSp">
        <pc:chgData name="이재익/책임/해외CC&amp;S네트워크운영팀" userId="4e89d5cf-efc5-46c6-9969-7d362bf48307" providerId="ADAL" clId="{E87E2FA7-A71A-4842-A5DA-5BEAE829D8A4}" dt="2026-05-10T23:18:30.036" v="16"/>
        <pc:sldMkLst>
          <pc:docMk/>
          <pc:sldMk cId="2477331352" sldId="284"/>
        </pc:sldMkLst>
        <pc:spChg chg="add mod">
          <ac:chgData name="이재익/책임/해외CC&amp;S네트워크운영팀" userId="4e89d5cf-efc5-46c6-9969-7d362bf48307" providerId="ADAL" clId="{E87E2FA7-A71A-4842-A5DA-5BEAE829D8A4}" dt="2026-05-10T23:18:30.036" v="16"/>
          <ac:spMkLst>
            <pc:docMk/>
            <pc:sldMk cId="2477331352" sldId="284"/>
            <ac:spMk id="2" creationId="{514DEE6A-72BB-63C4-5DED-60B7A429E900}"/>
          </ac:spMkLst>
        </pc:spChg>
      </pc:sldChg>
      <pc:sldChg chg="addSp delSp modSp mod ord">
        <pc:chgData name="이재익/책임/해외CC&amp;S네트워크운영팀" userId="4e89d5cf-efc5-46c6-9969-7d362bf48307" providerId="ADAL" clId="{E87E2FA7-A71A-4842-A5DA-5BEAE829D8A4}" dt="2026-05-12T05:36:38.718" v="8104"/>
        <pc:sldMkLst>
          <pc:docMk/>
          <pc:sldMk cId="3050471159" sldId="285"/>
        </pc:sldMkLst>
        <pc:spChg chg="add mod">
          <ac:chgData name="이재익/책임/해외CC&amp;S네트워크운영팀" userId="4e89d5cf-efc5-46c6-9969-7d362bf48307" providerId="ADAL" clId="{E87E2FA7-A71A-4842-A5DA-5BEAE829D8A4}" dt="2026-05-10T23:19:09.300" v="19"/>
          <ac:spMkLst>
            <pc:docMk/>
            <pc:sldMk cId="3050471159" sldId="285"/>
            <ac:spMk id="2" creationId="{511B3368-859F-08C5-21F7-91A20DEDC275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37:08.189" v="5234" actId="478"/>
          <ac:spMkLst>
            <pc:docMk/>
            <pc:sldMk cId="3050471159" sldId="285"/>
            <ac:spMk id="3" creationId="{DD62A132-256B-F43E-DB45-98121303957E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37:26.788" v="5239" actId="478"/>
          <ac:spMkLst>
            <pc:docMk/>
            <pc:sldMk cId="3050471159" sldId="285"/>
            <ac:spMk id="5" creationId="{015880CE-622D-B278-B995-022EDA26E1BF}"/>
          </ac:spMkLst>
        </pc:spChg>
        <pc:spChg chg="add del">
          <ac:chgData name="이재익/책임/해외CC&amp;S네트워크운영팀" userId="4e89d5cf-efc5-46c6-9969-7d362bf48307" providerId="ADAL" clId="{E87E2FA7-A71A-4842-A5DA-5BEAE829D8A4}" dt="2026-05-12T00:37:26.788" v="5239" actId="478"/>
          <ac:spMkLst>
            <pc:docMk/>
            <pc:sldMk cId="3050471159" sldId="285"/>
            <ac:spMk id="6" creationId="{D89834A6-F037-2145-A351-46F2BFB963C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36:31.195" v="5230" actId="20577"/>
          <ac:spMkLst>
            <pc:docMk/>
            <pc:sldMk cId="3050471159" sldId="285"/>
            <ac:spMk id="9" creationId="{E708A0CF-6913-4BAA-4F44-DC4BA585C9C5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32:02.625" v="5214" actId="1035"/>
          <ac:spMkLst>
            <pc:docMk/>
            <pc:sldMk cId="3050471159" sldId="285"/>
            <ac:spMk id="10" creationId="{1C64A8D5-589C-9D63-BC12-ED1BF55D316D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32:02.625" v="5214" actId="1035"/>
          <ac:spMkLst>
            <pc:docMk/>
            <pc:sldMk cId="3050471159" sldId="285"/>
            <ac:spMk id="11" creationId="{23039DD9-4FAF-BFE5-F0BB-F661578AED66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38:13.460" v="5244"/>
          <ac:spMkLst>
            <pc:docMk/>
            <pc:sldMk cId="3050471159" sldId="285"/>
            <ac:spMk id="12" creationId="{86C4E158-E9AE-7569-04A6-F7E58A286360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38:13.461" v="5246"/>
          <ac:spMkLst>
            <pc:docMk/>
            <pc:sldMk cId="3050471159" sldId="285"/>
            <ac:spMk id="13" creationId="{8F612932-ECFA-A26A-2BC0-67D68B77E84C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1:07.952" v="5341" actId="20577"/>
          <ac:spMkLst>
            <pc:docMk/>
            <pc:sldMk cId="3050471159" sldId="285"/>
            <ac:spMk id="15" creationId="{4FC68568-E3AA-EC16-7FFE-83A258CBF502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39:31.671" v="5272" actId="478"/>
          <ac:spMkLst>
            <pc:docMk/>
            <pc:sldMk cId="3050471159" sldId="285"/>
            <ac:spMk id="17" creationId="{5C39DD12-A41B-A70B-5E3F-53BD1063591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39:54.084" v="5274" actId="1076"/>
          <ac:spMkLst>
            <pc:docMk/>
            <pc:sldMk cId="3050471159" sldId="285"/>
            <ac:spMk id="18" creationId="{345C6B61-252C-6BF7-C0C2-410A5A42B93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0:55.676" v="5295" actId="1076"/>
          <ac:spMkLst>
            <pc:docMk/>
            <pc:sldMk cId="3050471159" sldId="285"/>
            <ac:spMk id="19" creationId="{6A333ACB-18EF-928A-CC44-8D8A14B9E4F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2:03.419" v="5448"/>
          <ac:spMkLst>
            <pc:docMk/>
            <pc:sldMk cId="3050471159" sldId="285"/>
            <ac:spMk id="20" creationId="{A03880C2-ED8D-F7AC-32E7-24B02A2204D1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42:05.360" v="5449" actId="478"/>
          <ac:spMkLst>
            <pc:docMk/>
            <pc:sldMk cId="3050471159" sldId="285"/>
            <ac:spMk id="21" creationId="{ACF2955A-ED42-C030-AD3D-65C9A52CF5E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1:55.462" v="5425" actId="571"/>
          <ac:spMkLst>
            <pc:docMk/>
            <pc:sldMk cId="3050471159" sldId="285"/>
            <ac:spMk id="22" creationId="{344BB831-351F-2FC3-7943-21FCA3CE09A8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1:58:35.141" v="6427"/>
          <ac:graphicFrameMkLst>
            <pc:docMk/>
            <pc:sldMk cId="3050471159" sldId="285"/>
            <ac:graphicFrameMk id="4" creationId="{39500E5A-A26A-A26E-8123-6D3391CFDB7C}"/>
          </ac:graphicFrameMkLst>
        </pc:graphicFrameChg>
        <pc:cxnChg chg="mod">
          <ac:chgData name="이재익/책임/해외CC&amp;S네트워크운영팀" userId="4e89d5cf-efc5-46c6-9969-7d362bf48307" providerId="ADAL" clId="{E87E2FA7-A71A-4842-A5DA-5BEAE829D8A4}" dt="2026-05-12T00:32:02.625" v="5214" actId="1035"/>
          <ac:cxnSpMkLst>
            <pc:docMk/>
            <pc:sldMk cId="3050471159" sldId="285"/>
            <ac:cxnSpMk id="7" creationId="{7EC2A272-C42D-4359-67F7-D9C582518BC8}"/>
          </ac:cxnSpMkLst>
        </pc:cxnChg>
        <pc:cxnChg chg="mod">
          <ac:chgData name="이재익/책임/해외CC&amp;S네트워크운영팀" userId="4e89d5cf-efc5-46c6-9969-7d362bf48307" providerId="ADAL" clId="{E87E2FA7-A71A-4842-A5DA-5BEAE829D8A4}" dt="2026-05-12T00:32:02.625" v="5214" actId="1035"/>
          <ac:cxnSpMkLst>
            <pc:docMk/>
            <pc:sldMk cId="3050471159" sldId="285"/>
            <ac:cxnSpMk id="8" creationId="{E430F184-8DF8-6E98-5B6E-9F09209460F0}"/>
          </ac:cxnSpMkLst>
        </pc:cxnChg>
      </pc:sldChg>
      <pc:sldChg chg="addSp modSp">
        <pc:chgData name="이재익/책임/해외CC&amp;S네트워크운영팀" userId="4e89d5cf-efc5-46c6-9969-7d362bf48307" providerId="ADAL" clId="{E87E2FA7-A71A-4842-A5DA-5BEAE829D8A4}" dt="2026-05-10T23:18:35.181" v="17"/>
        <pc:sldMkLst>
          <pc:docMk/>
          <pc:sldMk cId="3837267059" sldId="286"/>
        </pc:sldMkLst>
        <pc:spChg chg="add mod">
          <ac:chgData name="이재익/책임/해외CC&amp;S네트워크운영팀" userId="4e89d5cf-efc5-46c6-9969-7d362bf48307" providerId="ADAL" clId="{E87E2FA7-A71A-4842-A5DA-5BEAE829D8A4}" dt="2026-05-10T23:18:35.181" v="17"/>
          <ac:spMkLst>
            <pc:docMk/>
            <pc:sldMk cId="3837267059" sldId="286"/>
            <ac:spMk id="2" creationId="{DC295E56-6D32-08D8-7C18-1C7D2667FB66}"/>
          </ac:spMkLst>
        </pc:spChg>
      </pc:sldChg>
      <pc:sldChg chg="addSp delSp modSp mod">
        <pc:chgData name="이재익/책임/해외CC&amp;S네트워크운영팀" userId="4e89d5cf-efc5-46c6-9969-7d362bf48307" providerId="ADAL" clId="{E87E2FA7-A71A-4842-A5DA-5BEAE829D8A4}" dt="2026-05-12T02:20:25.106" v="6714" actId="1076"/>
        <pc:sldMkLst>
          <pc:docMk/>
          <pc:sldMk cId="1371362757" sldId="2147483333"/>
        </pc:sldMkLst>
        <pc:spChg chg="del">
          <ac:chgData name="이재익/책임/해외CC&amp;S네트워크운영팀" userId="4e89d5cf-efc5-46c6-9969-7d362bf48307" providerId="ADAL" clId="{E87E2FA7-A71A-4842-A5DA-5BEAE829D8A4}" dt="2026-05-11T05:55:02.782" v="840" actId="478"/>
          <ac:spMkLst>
            <pc:docMk/>
            <pc:sldMk cId="1371362757" sldId="2147483333"/>
            <ac:spMk id="2" creationId="{5AB47F9B-705B-3B05-3B7D-8EC04CEE335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2:20:25.106" v="6714" actId="1076"/>
          <ac:spMkLst>
            <pc:docMk/>
            <pc:sldMk cId="1371362757" sldId="2147483333"/>
            <ac:spMk id="4" creationId="{7C290DB1-BE92-DFB0-8354-020778159C2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16:50.508" v="6603" actId="1076"/>
          <ac:spMkLst>
            <pc:docMk/>
            <pc:sldMk cId="1371362757" sldId="2147483333"/>
            <ac:spMk id="17" creationId="{67FC1609-CC4F-0B4F-5770-B407C8ADFE8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17:02.922" v="6624" actId="1037"/>
          <ac:spMkLst>
            <pc:docMk/>
            <pc:sldMk cId="1371362757" sldId="2147483333"/>
            <ac:spMk id="18" creationId="{4C5DABB2-C228-E603-E51E-5D0640B4A98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17:02.922" v="6624" actId="1037"/>
          <ac:spMkLst>
            <pc:docMk/>
            <pc:sldMk cId="1371362757" sldId="2147483333"/>
            <ac:spMk id="20" creationId="{FA433AED-64B9-ADC8-197D-61459183A4A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18:34.018" v="6629" actId="14100"/>
          <ac:spMkLst>
            <pc:docMk/>
            <pc:sldMk cId="1371362757" sldId="2147483333"/>
            <ac:spMk id="46" creationId="{D1F88A7C-A1E5-32D8-F304-4BD0808AE02D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2:19:03.060" v="6631" actId="20577"/>
          <ac:spMkLst>
            <pc:docMk/>
            <pc:sldMk cId="1371362757" sldId="2147483333"/>
            <ac:spMk id="47" creationId="{E12635A5-A20C-7E90-95EF-F3033364363B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2:16:43.932" v="6602" actId="478"/>
          <ac:spMkLst>
            <pc:docMk/>
            <pc:sldMk cId="1371362757" sldId="2147483333"/>
            <ac:spMk id="49" creationId="{8E0861F4-423B-4C0A-FA54-40C20EAE9E92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2:17:02.922" v="6624" actId="1037"/>
          <ac:graphicFrameMkLst>
            <pc:docMk/>
            <pc:sldMk cId="1371362757" sldId="2147483333"/>
            <ac:graphicFrameMk id="7" creationId="{D4AF80C1-1F77-01C1-6D93-8065944BFB70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2T05:15:14.223" v="7472" actId="1036"/>
        <pc:sldMkLst>
          <pc:docMk/>
          <pc:sldMk cId="4259984266" sldId="2147483334"/>
        </pc:sldMkLst>
        <pc:spChg chg="add del mod">
          <ac:chgData name="이재익/책임/해외CC&amp;S네트워크운영팀" userId="4e89d5cf-efc5-46c6-9969-7d362bf48307" providerId="ADAL" clId="{E87E2FA7-A71A-4842-A5DA-5BEAE829D8A4}" dt="2026-05-12T00:58:45.375" v="5906" actId="478"/>
          <ac:spMkLst>
            <pc:docMk/>
            <pc:sldMk cId="4259984266" sldId="2147483334"/>
            <ac:spMk id="3" creationId="{94EEFF28-9E37-1E37-1DBA-BE29C5DFE81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10" creationId="{06091E96-DF7D-FFAE-2AA0-0A4BF9A3D164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12" creationId="{3DE6870F-CE72-6647-EBCC-27537270747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4:40.171" v="7371" actId="12788"/>
          <ac:spMkLst>
            <pc:docMk/>
            <pc:sldMk cId="4259984266" sldId="2147483334"/>
            <ac:spMk id="13" creationId="{3DE6870F-CE72-6647-EBCC-27537270747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4:40.171" v="7371" actId="12788"/>
          <ac:spMkLst>
            <pc:docMk/>
            <pc:sldMk cId="4259984266" sldId="2147483334"/>
            <ac:spMk id="14" creationId="{7D1076E1-8808-DF22-52CE-C64BE7AB431A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15" creationId="{9B82CF95-D4FC-0AC5-4234-94948655F4A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16" creationId="{FB0B1CFF-537C-6A8C-36DF-02F22D3F19A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17" creationId="{86D6EE35-9242-2F37-6FE6-4DD7CD5A7252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4:40.171" v="7371" actId="12788"/>
          <ac:spMkLst>
            <pc:docMk/>
            <pc:sldMk cId="4259984266" sldId="2147483334"/>
            <ac:spMk id="18" creationId="{C74C5BA7-A03C-B024-9016-493E6C0E58B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19" creationId="{44894A53-40B1-C0E1-9B81-957D87E7FC8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22" creationId="{0EEC42F1-5053-C287-6DEC-3E165A93895B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27" creationId="{86D6EE35-9242-2F37-6FE6-4DD7CD5A7252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28" creationId="{44894A53-40B1-C0E1-9B81-957D87E7FC8D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29" creationId="{0EEC42F1-5053-C287-6DEC-3E165A93895B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30" creationId="{D3EDA938-C7AA-D691-044C-097C8F88D82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31" creationId="{D3EDA938-C7AA-D691-044C-097C8F88D821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32" creationId="{B4616BCE-E334-FB35-2AF0-7095339641A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33" creationId="{B4616BCE-E334-FB35-2AF0-7095339641AA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34" creationId="{20569E6D-0E9A-863E-8851-B76190B3CC07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4:24.306" v="7370" actId="554"/>
          <ac:spMkLst>
            <pc:docMk/>
            <pc:sldMk cId="4259984266" sldId="2147483334"/>
            <ac:spMk id="36" creationId="{93669D56-097A-F216-0E0F-C0B57E790145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3:34.782" v="7247" actId="1036"/>
          <ac:spMkLst>
            <pc:docMk/>
            <pc:sldMk cId="4259984266" sldId="2147483334"/>
            <ac:spMk id="37" creationId="{C940C2BB-6217-6B4F-D28D-E9898864D098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3:18.876" v="7188" actId="21"/>
          <ac:spMkLst>
            <pc:docMk/>
            <pc:sldMk cId="4259984266" sldId="2147483334"/>
            <ac:spMk id="38" creationId="{BA58F0CF-D5F5-8A4D-8099-F5F76160DB27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3:34.782" v="7247" actId="1036"/>
          <ac:spMkLst>
            <pc:docMk/>
            <pc:sldMk cId="4259984266" sldId="2147483334"/>
            <ac:spMk id="39" creationId="{87E2D11D-BC53-13D1-5B82-D188233DEEA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0:23:57.349" v="112" actId="20577"/>
          <ac:spMkLst>
            <pc:docMk/>
            <pc:sldMk cId="4259984266" sldId="2147483334"/>
            <ac:spMk id="40" creationId="{29574B55-F07F-AC52-53AF-83CC1D67763F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42" creationId="{C07E36D9-F27E-48A2-BE71-17E36BF736E2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43" creationId="{DBA65C20-75A4-F739-D9CF-5717117AFB2E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44" creationId="{1351DD05-9EFA-88E1-6899-4AD5BD32C103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45" creationId="{08E4BF98-1DD3-DFD8-AA88-AA4A87A0D2D7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2T05:14:50.752" v="7372" actId="21"/>
          <ac:spMkLst>
            <pc:docMk/>
            <pc:sldMk cId="4259984266" sldId="2147483334"/>
            <ac:spMk id="46" creationId="{0621E7CD-4F22-A2DA-4482-375945B534D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47" creationId="{8418D14E-06A9-1ED0-66E2-DC3C1DBB982A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48" creationId="{3D8AC3E0-2557-8E79-8739-5BD3197270A1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49" creationId="{4B06D718-0239-C4EC-DCA4-C3F048C87A8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50" creationId="{DC820AF0-66F4-AF3E-4ACF-5D203573C0D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54" creationId="{20569E6D-0E9A-863E-8851-B76190B3CC07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15:00.278" v="7416" actId="1035"/>
          <ac:spMkLst>
            <pc:docMk/>
            <pc:sldMk cId="4259984266" sldId="2147483334"/>
            <ac:spMk id="55" creationId="{7E80F64F-78B6-CFF6-999E-68D0FC4858B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3:53.736" v="7361" actId="1035"/>
          <ac:spMkLst>
            <pc:docMk/>
            <pc:sldMk cId="4259984266" sldId="2147483334"/>
            <ac:spMk id="57" creationId="{BA58F0CF-D5F5-8A4D-8099-F5F76160DB27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1:13:29.650" v="6343" actId="1036"/>
          <ac:spMkLst>
            <pc:docMk/>
            <pc:sldMk cId="4259984266" sldId="2147483334"/>
            <ac:spMk id="58" creationId="{8C9ACEEF-5D7A-F69E-C07C-7EEC43D5617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59" creationId="{9B82CF95-D4FC-0AC5-4234-94948655F4A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60" creationId="{C07E36D9-F27E-48A2-BE71-17E36BF736E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61" creationId="{DBA65C20-75A4-F739-D9CF-5717117AFB2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62" creationId="{1351DD05-9EFA-88E1-6899-4AD5BD32C10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63" creationId="{08E4BF98-1DD3-DFD8-AA88-AA4A87A0D2D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15:14.223" v="7472" actId="1036"/>
          <ac:spMkLst>
            <pc:docMk/>
            <pc:sldMk cId="4259984266" sldId="2147483334"/>
            <ac:spMk id="64" creationId="{0621E7CD-4F22-A2DA-4482-375945B534D3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1T08:06:09.875" v="2432" actId="572"/>
          <ac:graphicFrameMkLst>
            <pc:docMk/>
            <pc:sldMk cId="4259984266" sldId="2147483334"/>
            <ac:graphicFrameMk id="20" creationId="{8A40564A-700F-C46F-DD05-7301B3E285E7}"/>
          </ac:graphicFrameMkLst>
        </pc:graphicFrameChg>
      </pc:sldChg>
      <pc:sldChg chg="modSp mod">
        <pc:chgData name="이재익/책임/해외CC&amp;S네트워크운영팀" userId="4e89d5cf-efc5-46c6-9969-7d362bf48307" providerId="ADAL" clId="{E87E2FA7-A71A-4842-A5DA-5BEAE829D8A4}" dt="2026-05-12T01:15:08.970" v="6415" actId="572"/>
        <pc:sldMkLst>
          <pc:docMk/>
          <pc:sldMk cId="1005606082" sldId="2147483335"/>
        </pc:sldMkLst>
        <pc:spChg chg="mod">
          <ac:chgData name="이재익/책임/해외CC&amp;S네트워크운영팀" userId="4e89d5cf-efc5-46c6-9969-7d362bf48307" providerId="ADAL" clId="{E87E2FA7-A71A-4842-A5DA-5BEAE829D8A4}" dt="2026-05-11T08:20:51.139" v="2648" actId="6549"/>
          <ac:spMkLst>
            <pc:docMk/>
            <pc:sldMk cId="1005606082" sldId="2147483335"/>
            <ac:spMk id="11" creationId="{BCD5C309-2911-734A-A05E-3B382026617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1:14:40.053" v="6412" actId="20577"/>
          <ac:spMkLst>
            <pc:docMk/>
            <pc:sldMk cId="1005606082" sldId="2147483335"/>
            <ac:spMk id="33" creationId="{90FD86FE-BB4E-A600-BD5A-765A2DE790C8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2T01:15:08.970" v="6415" actId="572"/>
          <ac:graphicFrameMkLst>
            <pc:docMk/>
            <pc:sldMk cId="1005606082" sldId="2147483335"/>
            <ac:graphicFrameMk id="20" creationId="{4DAAA32C-38AF-905F-FC80-0D3B3B3072BD}"/>
          </ac:graphicFrameMkLst>
        </pc:graphicFrameChg>
      </pc:sldChg>
      <pc:sldChg chg="addSp delSp modSp mod ord">
        <pc:chgData name="이재익/책임/해외CC&amp;S네트워크운영팀" userId="4e89d5cf-efc5-46c6-9969-7d362bf48307" providerId="ADAL" clId="{E87E2FA7-A71A-4842-A5DA-5BEAE829D8A4}" dt="2026-05-12T05:36:43.270" v="8106"/>
        <pc:sldMkLst>
          <pc:docMk/>
          <pc:sldMk cId="2186547721" sldId="2147483336"/>
        </pc:sldMkLst>
        <pc:spChg chg="add mod">
          <ac:chgData name="이재익/책임/해외CC&amp;S네트워크운영팀" userId="4e89d5cf-efc5-46c6-9969-7d362bf48307" providerId="ADAL" clId="{E87E2FA7-A71A-4842-A5DA-5BEAE829D8A4}" dt="2026-05-10T23:19:13.421" v="21"/>
          <ac:spMkLst>
            <pc:docMk/>
            <pc:sldMk cId="2186547721" sldId="2147483336"/>
            <ac:spMk id="2" creationId="{BB66FC36-7BCE-785B-CDEF-3795BE93492C}"/>
          </ac:spMkLst>
        </pc:spChg>
        <pc:spChg chg="add del">
          <ac:chgData name="이재익/책임/해외CC&amp;S네트워크운영팀" userId="4e89d5cf-efc5-46c6-9969-7d362bf48307" providerId="ADAL" clId="{E87E2FA7-A71A-4842-A5DA-5BEAE829D8A4}" dt="2026-05-12T00:45:41.515" v="5682" actId="22"/>
          <ac:spMkLst>
            <pc:docMk/>
            <pc:sldMk cId="2186547721" sldId="2147483336"/>
            <ac:spMk id="8" creationId="{6D03D9A6-C802-13A0-0A59-1E5BB9866680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51:02.601" v="5875" actId="20577"/>
          <ac:spMkLst>
            <pc:docMk/>
            <pc:sldMk cId="2186547721" sldId="2147483336"/>
            <ac:spMk id="9" creationId="{B8288DC7-8BE1-0F5E-DB03-CA2EF537FB2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7:20.300" v="5745" actId="1037"/>
          <ac:spMkLst>
            <pc:docMk/>
            <pc:sldMk cId="2186547721" sldId="2147483336"/>
            <ac:spMk id="11" creationId="{0E005ADD-3433-0AFB-4AAA-1290E11DDA9C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47:20.300" v="5745" actId="1037"/>
          <ac:spMkLst>
            <pc:docMk/>
            <pc:sldMk cId="2186547721" sldId="2147483336"/>
            <ac:spMk id="12" creationId="{BE1D6EE0-F3A8-6D0D-2565-E1F754F3C86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50:46.629" v="5869" actId="20577"/>
          <ac:spMkLst>
            <pc:docMk/>
            <pc:sldMk cId="2186547721" sldId="2147483336"/>
            <ac:spMk id="14" creationId="{8DE14C84-9FB1-EB4C-03A9-8D927FAF5E9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45:27.882" v="5680" actId="1076"/>
          <ac:spMkLst>
            <pc:docMk/>
            <pc:sldMk cId="2186547721" sldId="2147483336"/>
            <ac:spMk id="15" creationId="{AF83BDAB-4C80-0AF6-7CFD-7887E9F420A7}"/>
          </ac:spMkLst>
        </pc:spChg>
        <pc:spChg chg="add del">
          <ac:chgData name="이재익/책임/해외CC&amp;S네트워크운영팀" userId="4e89d5cf-efc5-46c6-9969-7d362bf48307" providerId="ADAL" clId="{E87E2FA7-A71A-4842-A5DA-5BEAE829D8A4}" dt="2026-05-12T00:46:39.686" v="5705" actId="478"/>
          <ac:spMkLst>
            <pc:docMk/>
            <pc:sldMk cId="2186547721" sldId="2147483336"/>
            <ac:spMk id="16" creationId="{341FADB8-63DB-EA21-A19C-60A53CD3A214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6:51.088" v="5707" actId="1076"/>
          <ac:spMkLst>
            <pc:docMk/>
            <pc:sldMk cId="2186547721" sldId="2147483336"/>
            <ac:spMk id="17" creationId="{235E0BCD-8E52-F9C5-91BE-8E7689ED8C41}"/>
          </ac:spMkLst>
        </pc:spChg>
        <pc:spChg chg="add del">
          <ac:chgData name="이재익/책임/해외CC&amp;S네트워크운영팀" userId="4e89d5cf-efc5-46c6-9969-7d362bf48307" providerId="ADAL" clId="{E87E2FA7-A71A-4842-A5DA-5BEAE829D8A4}" dt="2026-05-12T00:47:45.384" v="5747" actId="22"/>
          <ac:spMkLst>
            <pc:docMk/>
            <pc:sldMk cId="2186547721" sldId="2147483336"/>
            <ac:spMk id="19" creationId="{06F4BAEC-1C44-5C7C-22EE-84F09C33CA6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9:19.731" v="5864" actId="1035"/>
          <ac:spMkLst>
            <pc:docMk/>
            <pc:sldMk cId="2186547721" sldId="2147483336"/>
            <ac:spMk id="21" creationId="{278A4EB7-AA14-BBC8-DA4B-888AB156CB41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48:47.837" v="5835" actId="478"/>
          <ac:spMkLst>
            <pc:docMk/>
            <pc:sldMk cId="2186547721" sldId="2147483336"/>
            <ac:spMk id="23" creationId="{21B42A40-B7DB-0FAD-D9DC-6C4CED68844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49:19.731" v="5864" actId="1035"/>
          <ac:spMkLst>
            <pc:docMk/>
            <pc:sldMk cId="2186547721" sldId="2147483336"/>
            <ac:spMk id="25" creationId="{CB6F5114-1E27-C7F8-5423-D1A456685CC6}"/>
          </ac:spMkLst>
        </pc:spChg>
        <pc:spChg chg="add del">
          <ac:chgData name="이재익/책임/해외CC&amp;S네트워크운영팀" userId="4e89d5cf-efc5-46c6-9969-7d362bf48307" providerId="ADAL" clId="{E87E2FA7-A71A-4842-A5DA-5BEAE829D8A4}" dt="2026-05-12T00:51:08.626" v="5877" actId="22"/>
          <ac:spMkLst>
            <pc:docMk/>
            <pc:sldMk cId="2186547721" sldId="2147483336"/>
            <ac:spMk id="27" creationId="{1D0E22EE-8280-60D9-315B-5750FB0BD9C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17.981" v="5880" actId="14100"/>
          <ac:spMkLst>
            <pc:docMk/>
            <pc:sldMk cId="2186547721" sldId="2147483336"/>
            <ac:spMk id="29" creationId="{B7A6299E-5C97-A2B6-17CB-45C39FA5F8E4}"/>
          </ac:spMkLst>
        </pc:spChg>
        <pc:cxnChg chg="mod">
          <ac:chgData name="이재익/책임/해외CC&amp;S네트워크운영팀" userId="4e89d5cf-efc5-46c6-9969-7d362bf48307" providerId="ADAL" clId="{E87E2FA7-A71A-4842-A5DA-5BEAE829D8A4}" dt="2026-05-12T00:47:20.300" v="5745" actId="1037"/>
          <ac:cxnSpMkLst>
            <pc:docMk/>
            <pc:sldMk cId="2186547721" sldId="2147483336"/>
            <ac:cxnSpMk id="6" creationId="{C27B2BA0-9437-DBA8-52CB-45981BCCE6E2}"/>
          </ac:cxnSpMkLst>
        </pc:cxnChg>
        <pc:cxnChg chg="mod">
          <ac:chgData name="이재익/책임/해외CC&amp;S네트워크운영팀" userId="4e89d5cf-efc5-46c6-9969-7d362bf48307" providerId="ADAL" clId="{E87E2FA7-A71A-4842-A5DA-5BEAE829D8A4}" dt="2026-05-12T00:45:27.882" v="5680" actId="1076"/>
          <ac:cxnSpMkLst>
            <pc:docMk/>
            <pc:sldMk cId="2186547721" sldId="2147483336"/>
            <ac:cxnSpMk id="7" creationId="{ED44B310-2D0D-DA67-4CB5-B3D3811CAADD}"/>
          </ac:cxnSpMkLst>
        </pc:cxnChg>
      </pc:sldChg>
      <pc:sldChg chg="addSp delSp modSp mod ord">
        <pc:chgData name="이재익/책임/해외CC&amp;S네트워크운영팀" userId="4e89d5cf-efc5-46c6-9969-7d362bf48307" providerId="ADAL" clId="{E87E2FA7-A71A-4842-A5DA-5BEAE829D8A4}" dt="2026-05-12T05:37:17.224" v="8108"/>
        <pc:sldMkLst>
          <pc:docMk/>
          <pc:sldMk cId="2690860838" sldId="2147483337"/>
        </pc:sldMkLst>
        <pc:spChg chg="add mod">
          <ac:chgData name="이재익/책임/해외CC&amp;S네트워크운영팀" userId="4e89d5cf-efc5-46c6-9969-7d362bf48307" providerId="ADAL" clId="{E87E2FA7-A71A-4842-A5DA-5BEAE829D8A4}" dt="2026-05-10T23:19:15.632" v="22"/>
          <ac:spMkLst>
            <pc:docMk/>
            <pc:sldMk cId="2690860838" sldId="2147483337"/>
            <ac:spMk id="2" creationId="{821E1037-5323-1355-580C-01FC7ABE9B6D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1:32.996" v="5881" actId="478"/>
          <ac:spMkLst>
            <pc:docMk/>
            <pc:sldMk cId="2690860838" sldId="2147483337"/>
            <ac:spMk id="5" creationId="{26384BAC-60EE-7A5D-074D-92B681451EAA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1:32.996" v="5881" actId="478"/>
          <ac:spMkLst>
            <pc:docMk/>
            <pc:sldMk cId="2690860838" sldId="2147483337"/>
            <ac:spMk id="9" creationId="{EA6D9C7A-A6F4-C93D-3C90-436590E47E8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1" creationId="{0257E1F0-5CB2-C027-D133-50392545D148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1:32.996" v="5881" actId="478"/>
          <ac:spMkLst>
            <pc:docMk/>
            <pc:sldMk cId="2690860838" sldId="2147483337"/>
            <ac:spMk id="12" creationId="{D3BAC5F2-8514-AEF3-FD71-85C04A85C1E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3" creationId="{E97915EB-DAC9-6561-5C64-EF37709270D6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1:32.996" v="5881" actId="478"/>
          <ac:spMkLst>
            <pc:docMk/>
            <pc:sldMk cId="2690860838" sldId="2147483337"/>
            <ac:spMk id="15" creationId="{504A4B03-C9D8-8E6B-B2FB-6C42480C7A1C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6" creationId="{EB18F785-EBFE-D908-A532-D157E4BCD778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7" creationId="{AEB74D77-AFD5-D001-A914-079ACDE2AD8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8" creationId="{BEA146EA-008A-2AB9-54FB-90787203913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19" creationId="{6FDD0679-4D3A-B30B-3F72-DCC6CA4790A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1:38.387" v="5883" actId="1076"/>
          <ac:spMkLst>
            <pc:docMk/>
            <pc:sldMk cId="2690860838" sldId="2147483337"/>
            <ac:spMk id="20" creationId="{437BF9C1-AA8E-BB2E-315D-739D0902CFD2}"/>
          </ac:spMkLst>
        </pc:spChg>
        <pc:cxnChg chg="del">
          <ac:chgData name="이재익/책임/해외CC&amp;S네트워크운영팀" userId="4e89d5cf-efc5-46c6-9969-7d362bf48307" providerId="ADAL" clId="{E87E2FA7-A71A-4842-A5DA-5BEAE829D8A4}" dt="2026-05-12T00:51:32.996" v="5881" actId="478"/>
          <ac:cxnSpMkLst>
            <pc:docMk/>
            <pc:sldMk cId="2690860838" sldId="2147483337"/>
            <ac:cxnSpMk id="6" creationId="{7B5187E9-34F7-231B-EA30-865D56B2E8E9}"/>
          </ac:cxnSpMkLst>
        </pc:cxnChg>
        <pc:cxnChg chg="del">
          <ac:chgData name="이재익/책임/해외CC&amp;S네트워크운영팀" userId="4e89d5cf-efc5-46c6-9969-7d362bf48307" providerId="ADAL" clId="{E87E2FA7-A71A-4842-A5DA-5BEAE829D8A4}" dt="2026-05-12T00:51:32.996" v="5881" actId="478"/>
          <ac:cxnSpMkLst>
            <pc:docMk/>
            <pc:sldMk cId="2690860838" sldId="2147483337"/>
            <ac:cxnSpMk id="7" creationId="{95CE357F-2F65-D745-ED9F-9A36E8F0F69F}"/>
          </ac:cxnSpMkLst>
        </pc:cxnChg>
        <pc:cxnChg chg="add mod">
          <ac:chgData name="이재익/책임/해외CC&amp;S네트워크운영팀" userId="4e89d5cf-efc5-46c6-9969-7d362bf48307" providerId="ADAL" clId="{E87E2FA7-A71A-4842-A5DA-5BEAE829D8A4}" dt="2026-05-12T00:51:38.387" v="5883" actId="1076"/>
          <ac:cxnSpMkLst>
            <pc:docMk/>
            <pc:sldMk cId="2690860838" sldId="2147483337"/>
            <ac:cxnSpMk id="8" creationId="{2AE79715-4CD1-0F15-DDD7-1F1E3E20712C}"/>
          </ac:cxnSpMkLst>
        </pc:cxnChg>
        <pc:cxnChg chg="add mod">
          <ac:chgData name="이재익/책임/해외CC&amp;S네트워크운영팀" userId="4e89d5cf-efc5-46c6-9969-7d362bf48307" providerId="ADAL" clId="{E87E2FA7-A71A-4842-A5DA-5BEAE829D8A4}" dt="2026-05-12T00:51:38.387" v="5883" actId="1076"/>
          <ac:cxnSpMkLst>
            <pc:docMk/>
            <pc:sldMk cId="2690860838" sldId="2147483337"/>
            <ac:cxnSpMk id="10" creationId="{5710DE07-5E05-1623-BC29-DBDF537BF332}"/>
          </ac:cxnSpMkLst>
        </pc:cxnChg>
      </pc:sldChg>
      <pc:sldChg chg="addSp delSp modSp mod">
        <pc:chgData name="이재익/책임/해외CC&amp;S네트워크운영팀" userId="4e89d5cf-efc5-46c6-9969-7d362bf48307" providerId="ADAL" clId="{E87E2FA7-A71A-4842-A5DA-5BEAE829D8A4}" dt="2026-05-12T00:52:08.875" v="5885"/>
        <pc:sldMkLst>
          <pc:docMk/>
          <pc:sldMk cId="1711437103" sldId="2147483338"/>
        </pc:sldMkLst>
        <pc:spChg chg="add mod">
          <ac:chgData name="이재익/책임/해외CC&amp;S네트워크운영팀" userId="4e89d5cf-efc5-46c6-9969-7d362bf48307" providerId="ADAL" clId="{E87E2FA7-A71A-4842-A5DA-5BEAE829D8A4}" dt="2026-05-10T23:19:17.413" v="23"/>
          <ac:spMkLst>
            <pc:docMk/>
            <pc:sldMk cId="1711437103" sldId="2147483338"/>
            <ac:spMk id="2" creationId="{EB0C80B5-13FF-ECDB-E236-E321E60F0E90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2:08.458" v="5884" actId="478"/>
          <ac:spMkLst>
            <pc:docMk/>
            <pc:sldMk cId="1711437103" sldId="2147483338"/>
            <ac:spMk id="10" creationId="{D7E7AF61-2E15-F85B-B4DF-D4E16A0C94CE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2:08.458" v="5884" actId="478"/>
          <ac:spMkLst>
            <pc:docMk/>
            <pc:sldMk cId="1711437103" sldId="2147483338"/>
            <ac:spMk id="11" creationId="{AC4C43B2-0285-DE32-55BB-C7D84BA995E4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2" creationId="{8F8D629F-2D78-C8DD-4BF4-3396DFF0EEA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3" creationId="{C96B88A4-7CEE-B47A-25D7-7A81EDEB4120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5" creationId="{A9F3CE4B-3E7C-7F3F-2568-DD5247B66944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6" creationId="{F36076B1-6345-E3A8-9DBF-EC974249CDC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7" creationId="{03266B64-6CA3-EFB5-991E-F6DD5136B2E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8" creationId="{E4A0E211-56C0-B8B1-4C58-9C5D13E694C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2:08.875" v="5885"/>
          <ac:spMkLst>
            <pc:docMk/>
            <pc:sldMk cId="1711437103" sldId="2147483338"/>
            <ac:spMk id="19" creationId="{20A49C1C-B28E-6FE7-04D0-D6E29D1FB5BB}"/>
          </ac:spMkLst>
        </pc:spChg>
        <pc:cxnChg chg="add mod">
          <ac:chgData name="이재익/책임/해외CC&amp;S네트워크운영팀" userId="4e89d5cf-efc5-46c6-9969-7d362bf48307" providerId="ADAL" clId="{E87E2FA7-A71A-4842-A5DA-5BEAE829D8A4}" dt="2026-05-12T00:52:08.875" v="5885"/>
          <ac:cxnSpMkLst>
            <pc:docMk/>
            <pc:sldMk cId="1711437103" sldId="2147483338"/>
            <ac:cxnSpMk id="5" creationId="{7060F913-580C-A162-20E6-BD62EADD29B9}"/>
          </ac:cxnSpMkLst>
        </pc:cxnChg>
        <pc:cxnChg chg="add mod">
          <ac:chgData name="이재익/책임/해외CC&amp;S네트워크운영팀" userId="4e89d5cf-efc5-46c6-9969-7d362bf48307" providerId="ADAL" clId="{E87E2FA7-A71A-4842-A5DA-5BEAE829D8A4}" dt="2026-05-12T00:52:08.875" v="5885"/>
          <ac:cxnSpMkLst>
            <pc:docMk/>
            <pc:sldMk cId="1711437103" sldId="2147483338"/>
            <ac:cxnSpMk id="6" creationId="{7DDA384A-4B7F-EF04-4740-5624D0B6DF8D}"/>
          </ac:cxnSpMkLst>
        </pc:cxnChg>
        <pc:cxnChg chg="del">
          <ac:chgData name="이재익/책임/해외CC&amp;S네트워크운영팀" userId="4e89d5cf-efc5-46c6-9969-7d362bf48307" providerId="ADAL" clId="{E87E2FA7-A71A-4842-A5DA-5BEAE829D8A4}" dt="2026-05-12T00:52:08.458" v="5884" actId="478"/>
          <ac:cxnSpMkLst>
            <pc:docMk/>
            <pc:sldMk cId="1711437103" sldId="2147483338"/>
            <ac:cxnSpMk id="7" creationId="{FFADF362-2F47-1008-4262-FD35C478E5E4}"/>
          </ac:cxnSpMkLst>
        </pc:cxnChg>
        <pc:cxnChg chg="del">
          <ac:chgData name="이재익/책임/해외CC&amp;S네트워크운영팀" userId="4e89d5cf-efc5-46c6-9969-7d362bf48307" providerId="ADAL" clId="{E87E2FA7-A71A-4842-A5DA-5BEAE829D8A4}" dt="2026-05-12T00:52:08.458" v="5884" actId="478"/>
          <ac:cxnSpMkLst>
            <pc:docMk/>
            <pc:sldMk cId="1711437103" sldId="2147483338"/>
            <ac:cxnSpMk id="8" creationId="{E3DFFE1C-D7CF-1749-ECEB-2B1F7E97371A}"/>
          </ac:cxnSpMkLst>
        </pc:cxnChg>
      </pc:sldChg>
      <pc:sldChg chg="addSp delSp modSp mod">
        <pc:chgData name="이재익/책임/해외CC&amp;S네트워크운영팀" userId="4e89d5cf-efc5-46c6-9969-7d362bf48307" providerId="ADAL" clId="{E87E2FA7-A71A-4842-A5DA-5BEAE829D8A4}" dt="2026-05-12T00:54:16.456" v="5901" actId="1037"/>
        <pc:sldMkLst>
          <pc:docMk/>
          <pc:sldMk cId="3970266891" sldId="2147483339"/>
        </pc:sldMkLst>
        <pc:spChg chg="add mod">
          <ac:chgData name="이재익/책임/해외CC&amp;S네트워크운영팀" userId="4e89d5cf-efc5-46c6-9969-7d362bf48307" providerId="ADAL" clId="{E87E2FA7-A71A-4842-A5DA-5BEAE829D8A4}" dt="2026-05-10T23:19:19.037" v="24"/>
          <ac:spMkLst>
            <pc:docMk/>
            <pc:sldMk cId="3970266891" sldId="2147483339"/>
            <ac:spMk id="2" creationId="{B97CD5B3-AEA0-C8F0-AF8B-A5FBE88E35D4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5" creationId="{90477ED8-F693-DCE2-8649-8D8A21EC3A3B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4:00.723" v="5886" actId="478"/>
          <ac:spMkLst>
            <pc:docMk/>
            <pc:sldMk cId="3970266891" sldId="2147483339"/>
            <ac:spMk id="9" creationId="{38EC9504-B2EC-42E5-DB36-850C5B149BC2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4:00.723" v="5886" actId="478"/>
          <ac:spMkLst>
            <pc:docMk/>
            <pc:sldMk cId="3970266891" sldId="2147483339"/>
            <ac:spMk id="10" creationId="{9A714616-7280-E879-7CDC-4C90834F7B13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4:00.723" v="5886" actId="478"/>
          <ac:spMkLst>
            <pc:docMk/>
            <pc:sldMk cId="3970266891" sldId="2147483339"/>
            <ac:spMk id="11" creationId="{66224B5C-D2FE-9EF4-9BC5-15D49F57201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18" creationId="{3B5EE7D0-A8F2-181A-3188-A5F2967E515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19" creationId="{6CCF9179-2A29-36F8-EFB8-C24F98CDEF0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0" creationId="{7361BCC2-3120-5390-520B-DCD6903E4C7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2" creationId="{916A7C73-1D5E-D142-ECBE-38D4F4688D2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4" creationId="{E550D645-27FC-AB02-4DD1-DECF86225D9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5" creationId="{DA199141-C0C1-C994-FEEA-9197A0401B8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8" creationId="{035F6501-188D-7EDC-604E-CB219A901B48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29" creationId="{3319E44A-0E99-CCBF-D4B1-42500C3E092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16.456" v="5901" actId="1037"/>
          <ac:spMkLst>
            <pc:docMk/>
            <pc:sldMk cId="3970266891" sldId="2147483339"/>
            <ac:spMk id="32" creationId="{EC64057A-CB20-68F0-C44E-0E72B03AEFCE}"/>
          </ac:spMkLst>
        </pc:spChg>
        <pc:cxnChg chg="del">
          <ac:chgData name="이재익/책임/해외CC&amp;S네트워크운영팀" userId="4e89d5cf-efc5-46c6-9969-7d362bf48307" providerId="ADAL" clId="{E87E2FA7-A71A-4842-A5DA-5BEAE829D8A4}" dt="2026-05-12T00:54:00.723" v="5886" actId="478"/>
          <ac:cxnSpMkLst>
            <pc:docMk/>
            <pc:sldMk cId="3970266891" sldId="2147483339"/>
            <ac:cxnSpMk id="7" creationId="{A8049484-0F96-8922-BDC6-1583337500F6}"/>
          </ac:cxnSpMkLst>
        </pc:cxnChg>
        <pc:cxnChg chg="del">
          <ac:chgData name="이재익/책임/해외CC&amp;S네트워크운영팀" userId="4e89d5cf-efc5-46c6-9969-7d362bf48307" providerId="ADAL" clId="{E87E2FA7-A71A-4842-A5DA-5BEAE829D8A4}" dt="2026-05-12T00:54:00.723" v="5886" actId="478"/>
          <ac:cxnSpMkLst>
            <pc:docMk/>
            <pc:sldMk cId="3970266891" sldId="2147483339"/>
            <ac:cxnSpMk id="8" creationId="{F7E1870F-4202-0A4A-D8DA-4B9C1746AEC7}"/>
          </ac:cxnSpMkLst>
        </pc:cxnChg>
      </pc:sldChg>
      <pc:sldChg chg="addSp delSp modSp mod">
        <pc:chgData name="이재익/책임/해외CC&amp;S네트워크운영팀" userId="4e89d5cf-efc5-46c6-9969-7d362bf48307" providerId="ADAL" clId="{E87E2FA7-A71A-4842-A5DA-5BEAE829D8A4}" dt="2026-05-12T00:54:37.402" v="5903"/>
        <pc:sldMkLst>
          <pc:docMk/>
          <pc:sldMk cId="1307762867" sldId="2147483340"/>
        </pc:sldMkLst>
        <pc:spChg chg="add mod">
          <ac:chgData name="이재익/책임/해외CC&amp;S네트워크운영팀" userId="4e89d5cf-efc5-46c6-9969-7d362bf48307" providerId="ADAL" clId="{E87E2FA7-A71A-4842-A5DA-5BEAE829D8A4}" dt="2026-05-10T23:19:20.555" v="25"/>
          <ac:spMkLst>
            <pc:docMk/>
            <pc:sldMk cId="1307762867" sldId="2147483340"/>
            <ac:spMk id="2" creationId="{145A972E-6E10-8DE5-F5F3-68A8A38D20B4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4:37.164" v="5902" actId="478"/>
          <ac:spMkLst>
            <pc:docMk/>
            <pc:sldMk cId="1307762867" sldId="2147483340"/>
            <ac:spMk id="10" creationId="{8A100EB9-E2B5-FA14-533A-4D61AC9CB2A3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0:54:37.164" v="5902" actId="478"/>
          <ac:spMkLst>
            <pc:docMk/>
            <pc:sldMk cId="1307762867" sldId="2147483340"/>
            <ac:spMk id="11" creationId="{9B33C7B8-DA14-94C0-E8EF-3BB38671FB70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13" creationId="{5872AA09-92BF-902D-506C-0D9E4FC0172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15" creationId="{4D099712-FDA4-5840-963E-5FBFDCF9BBA9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16" creationId="{0C7E1316-1F4D-714F-2A96-22AF030B78A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18" creationId="{494465A1-1E28-92D4-D8F3-152646250AE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19" creationId="{A30D0A07-44AB-268C-BE27-183F8E44444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21" creationId="{C16C7C27-4AF4-77A0-40D7-34ED02E042C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22" creationId="{4B2211BB-062E-E568-F5AE-CE7EBCEBE011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23" creationId="{AF285A98-4B67-4048-E203-57CEC26AB90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24" creationId="{F34E7133-0812-553F-3274-363016684110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37.402" v="5903"/>
          <ac:spMkLst>
            <pc:docMk/>
            <pc:sldMk cId="1307762867" sldId="2147483340"/>
            <ac:spMk id="27" creationId="{888DC1D5-83EF-74C6-382F-42AF74903A34}"/>
          </ac:spMkLst>
        </pc:spChg>
        <pc:cxnChg chg="del">
          <ac:chgData name="이재익/책임/해외CC&amp;S네트워크운영팀" userId="4e89d5cf-efc5-46c6-9969-7d362bf48307" providerId="ADAL" clId="{E87E2FA7-A71A-4842-A5DA-5BEAE829D8A4}" dt="2026-05-12T00:54:37.164" v="5902" actId="478"/>
          <ac:cxnSpMkLst>
            <pc:docMk/>
            <pc:sldMk cId="1307762867" sldId="2147483340"/>
            <ac:cxnSpMk id="7" creationId="{F61996F1-605B-C75D-8F77-D7A4B71E7D12}"/>
          </ac:cxnSpMkLst>
        </pc:cxnChg>
        <pc:cxnChg chg="del">
          <ac:chgData name="이재익/책임/해외CC&amp;S네트워크운영팀" userId="4e89d5cf-efc5-46c6-9969-7d362bf48307" providerId="ADAL" clId="{E87E2FA7-A71A-4842-A5DA-5BEAE829D8A4}" dt="2026-05-12T00:54:37.164" v="5902" actId="478"/>
          <ac:cxnSpMkLst>
            <pc:docMk/>
            <pc:sldMk cId="1307762867" sldId="2147483340"/>
            <ac:cxnSpMk id="8" creationId="{FA42EEDF-E574-BCF7-FBD6-8767FE724AAE}"/>
          </ac:cxnSpMkLst>
        </pc:cxnChg>
      </pc:sldChg>
      <pc:sldChg chg="addSp modSp">
        <pc:chgData name="이재익/책임/해외CC&amp;S네트워크운영팀" userId="4e89d5cf-efc5-46c6-9969-7d362bf48307" providerId="ADAL" clId="{E87E2FA7-A71A-4842-A5DA-5BEAE829D8A4}" dt="2026-05-12T00:54:49.566" v="5904"/>
        <pc:sldMkLst>
          <pc:docMk/>
          <pc:sldMk cId="893278038" sldId="2147483341"/>
        </pc:sldMkLst>
        <pc:spChg chg="add mod">
          <ac:chgData name="이재익/책임/해외CC&amp;S네트워크운영팀" userId="4e89d5cf-efc5-46c6-9969-7d362bf48307" providerId="ADAL" clId="{E87E2FA7-A71A-4842-A5DA-5BEAE829D8A4}" dt="2026-05-10T23:19:22.681" v="26"/>
          <ac:spMkLst>
            <pc:docMk/>
            <pc:sldMk cId="893278038" sldId="2147483341"/>
            <ac:spMk id="2" creationId="{9168A06A-4187-58C6-03B7-B55EBC757A5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5" creationId="{6007AF80-EB81-0DB2-A211-A567741216D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6" creationId="{8FD5D5CC-B461-4D10-284C-B9954D6726C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2" creationId="{0EC4E2BC-9BAF-08BB-865B-976F810FB9FB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5" creationId="{D495E763-1342-2F2D-2D17-6E6EE4B01E9C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6" creationId="{93FA29C4-7A7A-75A0-CC84-BAC8A959B61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7" creationId="{BD88A4EE-D0DF-0CBF-C7DD-200534ED9A7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8" creationId="{BD75F1F1-6EC3-32C6-8B8A-42FEB6DAB28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19" creationId="{7109A360-10E1-8E4E-DD0A-04BCD500C824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21" creationId="{F8CA7DDE-E0CC-2E86-6378-4CE8254D438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54:49.566" v="5904"/>
          <ac:spMkLst>
            <pc:docMk/>
            <pc:sldMk cId="893278038" sldId="2147483341"/>
            <ac:spMk id="23" creationId="{4166F6F1-D05E-24A8-36C2-12951D40B0E1}"/>
          </ac:spMkLst>
        </pc:spChg>
      </pc:sldChg>
      <pc:sldChg chg="modSp mod">
        <pc:chgData name="이재익/책임/해외CC&amp;S네트워크운영팀" userId="4e89d5cf-efc5-46c6-9969-7d362bf48307" providerId="ADAL" clId="{E87E2FA7-A71A-4842-A5DA-5BEAE829D8A4}" dt="2026-05-11T08:23:38.725" v="2797"/>
        <pc:sldMkLst>
          <pc:docMk/>
          <pc:sldMk cId="1920403090" sldId="2147483342"/>
        </pc:sldMkLst>
        <pc:spChg chg="mod">
          <ac:chgData name="이재익/책임/해외CC&amp;S네트워크운영팀" userId="4e89d5cf-efc5-46c6-9969-7d362bf48307" providerId="ADAL" clId="{E87E2FA7-A71A-4842-A5DA-5BEAE829D8A4}" dt="2026-05-11T08:23:38.725" v="2797"/>
          <ac:spMkLst>
            <pc:docMk/>
            <pc:sldMk cId="1920403090" sldId="2147483342"/>
            <ac:spMk id="11" creationId="{195D8FBE-1CE5-065F-FC0C-790AE44E80BC}"/>
          </ac:spMkLst>
        </pc:spChg>
        <pc:graphicFrameChg chg="mod modGraphic">
          <ac:chgData name="이재익/책임/해외CC&amp;S네트워크운영팀" userId="4e89d5cf-efc5-46c6-9969-7d362bf48307" providerId="ADAL" clId="{E87E2FA7-A71A-4842-A5DA-5BEAE829D8A4}" dt="2026-05-11T08:22:31.666" v="2661" actId="572"/>
          <ac:graphicFrameMkLst>
            <pc:docMk/>
            <pc:sldMk cId="1920403090" sldId="2147483342"/>
            <ac:graphicFrameMk id="27" creationId="{819F801C-CE93-9111-84F7-DBDB2830E225}"/>
          </ac:graphicFrameMkLst>
        </pc:graphicFrameChg>
      </pc:sldChg>
      <pc:sldChg chg="modSp">
        <pc:chgData name="이재익/책임/해외CC&amp;S네트워크운영팀" userId="4e89d5cf-efc5-46c6-9969-7d362bf48307" providerId="ADAL" clId="{E87E2FA7-A71A-4842-A5DA-5BEAE829D8A4}" dt="2026-05-12T01:15:31.327" v="6416"/>
        <pc:sldMkLst>
          <pc:docMk/>
          <pc:sldMk cId="870605733" sldId="2147483343"/>
        </pc:sldMkLst>
        <pc:graphicFrameChg chg="mod">
          <ac:chgData name="이재익/책임/해외CC&amp;S네트워크운영팀" userId="4e89d5cf-efc5-46c6-9969-7d362bf48307" providerId="ADAL" clId="{E87E2FA7-A71A-4842-A5DA-5BEAE829D8A4}" dt="2026-05-12T01:15:31.327" v="6416"/>
          <ac:graphicFrameMkLst>
            <pc:docMk/>
            <pc:sldMk cId="870605733" sldId="2147483343"/>
            <ac:graphicFrameMk id="16" creationId="{3274D07D-DDBC-0751-2D55-2F82C517900A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2T00:30:41.031" v="5178" actId="20577"/>
        <pc:sldMkLst>
          <pc:docMk/>
          <pc:sldMk cId="1280225516" sldId="2147483344"/>
        </pc:sldMkLst>
        <pc:spChg chg="add mod">
          <ac:chgData name="이재익/책임/해외CC&amp;S네트워크운영팀" userId="4e89d5cf-efc5-46c6-9969-7d362bf48307" providerId="ADAL" clId="{E87E2FA7-A71A-4842-A5DA-5BEAE829D8A4}" dt="2026-05-10T23:18:49.879" v="18"/>
          <ac:spMkLst>
            <pc:docMk/>
            <pc:sldMk cId="1280225516" sldId="2147483344"/>
            <ac:spMk id="2" creationId="{A830F1EF-473D-0130-93E2-0DC3BA63D2AD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25:10.190" v="4981" actId="478"/>
          <ac:spMkLst>
            <pc:docMk/>
            <pc:sldMk cId="1280225516" sldId="2147483344"/>
            <ac:spMk id="3" creationId="{C1695B36-C020-368E-5123-3AA3C51E17A2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2T00:26:05.549" v="4984" actId="478"/>
          <ac:spMkLst>
            <pc:docMk/>
            <pc:sldMk cId="1280225516" sldId="2147483344"/>
            <ac:spMk id="5" creationId="{7A423E3D-F0AE-F104-DF0D-657FBD4FBAB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29:24.612" v="5131" actId="179"/>
          <ac:spMkLst>
            <pc:docMk/>
            <pc:sldMk cId="1280225516" sldId="2147483344"/>
            <ac:spMk id="8" creationId="{4C41F2F9-F352-390B-86EA-1D7D80D4048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29:48.151" v="5160" actId="1038"/>
          <ac:spMkLst>
            <pc:docMk/>
            <pc:sldMk cId="1280225516" sldId="2147483344"/>
            <ac:spMk id="9" creationId="{CD1F81ED-B762-865B-8DD4-173FBA295ABE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0:30:41.031" v="5178" actId="20577"/>
          <ac:spMkLst>
            <pc:docMk/>
            <pc:sldMk cId="1280225516" sldId="2147483344"/>
            <ac:spMk id="11" creationId="{44806DF6-8D01-4D67-F861-CC8C39E4ECEA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0:29:48.151" v="5160" actId="1038"/>
          <ac:spMkLst>
            <pc:docMk/>
            <pc:sldMk cId="1280225516" sldId="2147483344"/>
            <ac:spMk id="19" creationId="{A692BDDD-6953-813D-E9E7-DDE0686DB375}"/>
          </ac:spMkLst>
        </pc:spChg>
        <pc:cxnChg chg="mod">
          <ac:chgData name="이재익/책임/해외CC&amp;S네트워크운영팀" userId="4e89d5cf-efc5-46c6-9969-7d362bf48307" providerId="ADAL" clId="{E87E2FA7-A71A-4842-A5DA-5BEAE829D8A4}" dt="2026-05-12T00:29:48.151" v="5160" actId="1038"/>
          <ac:cxnSpMkLst>
            <pc:docMk/>
            <pc:sldMk cId="1280225516" sldId="2147483344"/>
            <ac:cxnSpMk id="17" creationId="{285E9B5C-27C5-8CAC-4512-0DC8DB3A6366}"/>
          </ac:cxnSpMkLst>
        </pc:cxnChg>
      </pc:sldChg>
      <pc:sldChg chg="addSp modSp">
        <pc:chgData name="이재익/책임/해외CC&amp;S네트워크운영팀" userId="4e89d5cf-efc5-46c6-9969-7d362bf48307" providerId="ADAL" clId="{E87E2FA7-A71A-4842-A5DA-5BEAE829D8A4}" dt="2026-05-10T23:19:11.407" v="20"/>
        <pc:sldMkLst>
          <pc:docMk/>
          <pc:sldMk cId="3697849226" sldId="2147483345"/>
        </pc:sldMkLst>
        <pc:spChg chg="add mod">
          <ac:chgData name="이재익/책임/해외CC&amp;S네트워크운영팀" userId="4e89d5cf-efc5-46c6-9969-7d362bf48307" providerId="ADAL" clId="{E87E2FA7-A71A-4842-A5DA-5BEAE829D8A4}" dt="2026-05-10T23:19:11.407" v="20"/>
          <ac:spMkLst>
            <pc:docMk/>
            <pc:sldMk cId="3697849226" sldId="2147483345"/>
            <ac:spMk id="2" creationId="{1BA1B2B8-F759-8D72-FFE7-A1E1CF905FCA}"/>
          </ac:spMkLst>
        </pc:spChg>
      </pc:sldChg>
      <pc:sldChg chg="addSp delSp modSp mod">
        <pc:chgData name="이재익/책임/해외CC&amp;S네트워크운영팀" userId="4e89d5cf-efc5-46c6-9969-7d362bf48307" providerId="ADAL" clId="{E87E2FA7-A71A-4842-A5DA-5BEAE829D8A4}" dt="2026-05-11T12:26:06.997" v="3051" actId="572"/>
        <pc:sldMkLst>
          <pc:docMk/>
          <pc:sldMk cId="549994953" sldId="2147483346"/>
        </pc:sldMkLst>
        <pc:spChg chg="add mod">
          <ac:chgData name="이재익/책임/해외CC&amp;S네트워크운영팀" userId="4e89d5cf-efc5-46c6-9969-7d362bf48307" providerId="ADAL" clId="{E87E2FA7-A71A-4842-A5DA-5BEAE829D8A4}" dt="2026-05-11T12:24:23.684" v="3046"/>
          <ac:spMkLst>
            <pc:docMk/>
            <pc:sldMk cId="549994953" sldId="2147483346"/>
            <ac:spMk id="2" creationId="{DB00E91D-79B8-58CA-623E-041DB49D8BB1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7:48:38.841" v="2425"/>
          <ac:spMkLst>
            <pc:docMk/>
            <pc:sldMk cId="549994953" sldId="2147483346"/>
            <ac:spMk id="4" creationId="{4C678183-82D3-C27E-070B-C686B37A6099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20:06.154" v="33"/>
          <ac:spMkLst>
            <pc:docMk/>
            <pc:sldMk cId="549994953" sldId="2147483346"/>
            <ac:spMk id="5" creationId="{A1E003D9-5808-C95C-FAB1-40C9B896293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13:24.627" v="3026" actId="1038"/>
          <ac:spMkLst>
            <pc:docMk/>
            <pc:sldMk cId="549994953" sldId="2147483346"/>
            <ac:spMk id="11" creationId="{28428C34-F216-50D1-7475-17A6C14353B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24:29.543" v="3048" actId="1036"/>
          <ac:spMkLst>
            <pc:docMk/>
            <pc:sldMk cId="549994953" sldId="2147483346"/>
            <ac:spMk id="12" creationId="{1D87E10B-C05E-7C1F-B974-D62FFA6A9907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1T12:26:06.997" v="3051" actId="572"/>
          <ac:graphicFrameMkLst>
            <pc:docMk/>
            <pc:sldMk cId="549994953" sldId="2147483346"/>
            <ac:graphicFrameMk id="3" creationId="{C68E0CB1-0794-56D0-D5AF-C04B15EC3266}"/>
          </ac:graphicFrameMkLst>
        </pc:graphicFrameChg>
      </pc:sldChg>
      <pc:sldChg chg="addSp delSp modSp mod">
        <pc:chgData name="이재익/책임/해외CC&amp;S네트워크운영팀" userId="4e89d5cf-efc5-46c6-9969-7d362bf48307" providerId="ADAL" clId="{E87E2FA7-A71A-4842-A5DA-5BEAE829D8A4}" dt="2026-05-11T12:39:10.005" v="3637" actId="948"/>
        <pc:sldMkLst>
          <pc:docMk/>
          <pc:sldMk cId="4213055413" sldId="2147483347"/>
        </pc:sldMkLst>
        <pc:spChg chg="add mod">
          <ac:chgData name="이재익/책임/해외CC&amp;S네트워크운영팀" userId="4e89d5cf-efc5-46c6-9969-7d362bf48307" providerId="ADAL" clId="{E87E2FA7-A71A-4842-A5DA-5BEAE829D8A4}" dt="2026-05-11T12:29:00.374" v="3351"/>
          <ac:spMkLst>
            <pc:docMk/>
            <pc:sldMk cId="4213055413" sldId="2147483347"/>
            <ac:spMk id="2" creationId="{514962E6-CB00-371B-F4C8-7A8A0E37835F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0T23:20:00.410" v="31"/>
          <ac:spMkLst>
            <pc:docMk/>
            <pc:sldMk cId="4213055413" sldId="2147483347"/>
            <ac:spMk id="3" creationId="{F79CBA2C-A804-B0E0-82A0-AA15358DFE88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26:33.992" v="3054" actId="12788"/>
          <ac:spMkLst>
            <pc:docMk/>
            <pc:sldMk cId="4213055413" sldId="2147483347"/>
            <ac:spMk id="4" creationId="{001B7471-2585-E0BF-BD00-7A9033F98D7C}"/>
          </ac:spMkLst>
        </pc:spChg>
        <pc:spChg chg="del mod">
          <ac:chgData name="이재익/책임/해외CC&amp;S네트워크운영팀" userId="4e89d5cf-efc5-46c6-9969-7d362bf48307" providerId="ADAL" clId="{E87E2FA7-A71A-4842-A5DA-5BEAE829D8A4}" dt="2026-05-11T12:26:49.170" v="3059"/>
          <ac:spMkLst>
            <pc:docMk/>
            <pc:sldMk cId="4213055413" sldId="2147483347"/>
            <ac:spMk id="6" creationId="{D4779470-3D09-93F6-2057-BEDA92B6473E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12:26:33.992" v="3054" actId="12788"/>
          <ac:spMkLst>
            <pc:docMk/>
            <pc:sldMk cId="4213055413" sldId="2147483347"/>
            <ac:spMk id="10" creationId="{29D0287A-947F-F19A-1A19-F6CC4AF242A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28:08.320" v="3219"/>
          <ac:spMkLst>
            <pc:docMk/>
            <pc:sldMk cId="4213055413" sldId="2147483347"/>
            <ac:spMk id="12" creationId="{8C257F07-3E3F-C3D2-F5BC-BD6E722697D7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1T12:29:43.213" v="3353" actId="478"/>
          <ac:spMkLst>
            <pc:docMk/>
            <pc:sldMk cId="4213055413" sldId="2147483347"/>
            <ac:spMk id="13" creationId="{0C35F0B7-80B6-CF3C-459F-CF8355980057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1T12:29:43.213" v="3353" actId="478"/>
          <ac:spMkLst>
            <pc:docMk/>
            <pc:sldMk cId="4213055413" sldId="2147483347"/>
            <ac:spMk id="14" creationId="{BA38E148-8F16-2CE5-E2B1-590924A3603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39:10.005" v="3637" actId="948"/>
          <ac:spMkLst>
            <pc:docMk/>
            <pc:sldMk cId="4213055413" sldId="2147483347"/>
            <ac:spMk id="15" creationId="{6DC29626-6DA0-4B09-03CF-C646D0A56E7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38:49.441" v="3633" actId="20577"/>
          <ac:spMkLst>
            <pc:docMk/>
            <pc:sldMk cId="4213055413" sldId="2147483347"/>
            <ac:spMk id="16" creationId="{EDEA7D16-6A5E-1AE0-4285-AD0474112951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1T12:38:45.306" v="3624" actId="478"/>
          <ac:spMkLst>
            <pc:docMk/>
            <pc:sldMk cId="4213055413" sldId="2147483347"/>
            <ac:spMk id="17" creationId="{7F24E958-9476-34E2-FD42-DD8EBFB3B244}"/>
          </ac:spMkLst>
        </pc:spChg>
        <pc:graphicFrameChg chg="mod">
          <ac:chgData name="이재익/책임/해외CC&amp;S네트워크운영팀" userId="4e89d5cf-efc5-46c6-9969-7d362bf48307" providerId="ADAL" clId="{E87E2FA7-A71A-4842-A5DA-5BEAE829D8A4}" dt="2026-05-11T12:27:02.600" v="3060"/>
          <ac:graphicFrameMkLst>
            <pc:docMk/>
            <pc:sldMk cId="4213055413" sldId="2147483347"/>
            <ac:graphicFrameMk id="5" creationId="{A532400F-688B-6132-FFDE-C279CE11ACEE}"/>
          </ac:graphicFrameMkLst>
        </pc:graphicFrameChg>
        <pc:cxnChg chg="mod">
          <ac:chgData name="이재익/책임/해외CC&amp;S네트워크운영팀" userId="4e89d5cf-efc5-46c6-9969-7d362bf48307" providerId="ADAL" clId="{E87E2FA7-A71A-4842-A5DA-5BEAE829D8A4}" dt="2026-05-11T12:26:33.992" v="3054" actId="12788"/>
          <ac:cxnSpMkLst>
            <pc:docMk/>
            <pc:sldMk cId="4213055413" sldId="2147483347"/>
            <ac:cxnSpMk id="8" creationId="{2A4C85D1-AEF6-1B4E-85B4-5CF1E8883EC7}"/>
          </ac:cxnSpMkLst>
        </pc:cxnChg>
      </pc:sldChg>
      <pc:sldChg chg="addSp delSp modSp mod">
        <pc:chgData name="이재익/책임/해외CC&amp;S네트워크운영팀" userId="4e89d5cf-efc5-46c6-9969-7d362bf48307" providerId="ADAL" clId="{E87E2FA7-A71A-4842-A5DA-5BEAE829D8A4}" dt="2026-05-11T12:57:27.097" v="4968" actId="20577"/>
        <pc:sldMkLst>
          <pc:docMk/>
          <pc:sldMk cId="3955107691" sldId="2147483348"/>
        </pc:sldMkLst>
        <pc:spChg chg="add mod">
          <ac:chgData name="이재익/책임/해외CC&amp;S네트워크운영팀" userId="4e89d5cf-efc5-46c6-9969-7d362bf48307" providerId="ADAL" clId="{E87E2FA7-A71A-4842-A5DA-5BEAE829D8A4}" dt="2026-05-10T23:19:32.607" v="29"/>
          <ac:spMkLst>
            <pc:docMk/>
            <pc:sldMk cId="3955107691" sldId="2147483348"/>
            <ac:spMk id="2" creationId="{2BCE8230-2C3D-0486-D94C-042392F7B118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12:52:06.224" v="4405"/>
          <ac:spMkLst>
            <pc:docMk/>
            <pc:sldMk cId="3955107691" sldId="2147483348"/>
            <ac:spMk id="4" creationId="{9F0AB4A1-C832-662F-28D4-301D4E20014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5:58.444" v="4855" actId="12789"/>
          <ac:spMkLst>
            <pc:docMk/>
            <pc:sldMk cId="3955107691" sldId="2147483348"/>
            <ac:spMk id="5" creationId="{8A5E0CA0-DEC6-30A1-1FDA-BB54CECD8CA6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12:49:24.602" v="4197" actId="164"/>
          <ac:spMkLst>
            <pc:docMk/>
            <pc:sldMk cId="3955107691" sldId="2147483348"/>
            <ac:spMk id="9" creationId="{8D866DC3-477D-AA0B-E727-6C7B80B89BA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12:57:21.428" v="4966" actId="1037"/>
          <ac:spMkLst>
            <pc:docMk/>
            <pc:sldMk cId="3955107691" sldId="2147483348"/>
            <ac:spMk id="10" creationId="{51159DD8-B3FF-73DE-841A-1466DD22A419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7:21.428" v="4966" actId="1037"/>
          <ac:spMkLst>
            <pc:docMk/>
            <pc:sldMk cId="3955107691" sldId="2147483348"/>
            <ac:spMk id="11" creationId="{EAA8D02D-B873-7D5C-B235-3BC3AA1B9436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6:59.165" v="4953" actId="20577"/>
          <ac:spMkLst>
            <pc:docMk/>
            <pc:sldMk cId="3955107691" sldId="2147483348"/>
            <ac:spMk id="12" creationId="{1D705A29-9E8D-8D4F-B8D6-3A2C690E5647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7:27.097" v="4968" actId="20577"/>
          <ac:spMkLst>
            <pc:docMk/>
            <pc:sldMk cId="3955107691" sldId="2147483348"/>
            <ac:spMk id="13" creationId="{DDAE999C-3CEF-599E-97F8-98E3E6778820}"/>
          </ac:spMkLst>
        </pc:spChg>
        <pc:spChg chg="add del mod">
          <ac:chgData name="이재익/책임/해외CC&amp;S네트워크운영팀" userId="4e89d5cf-efc5-46c6-9969-7d362bf48307" providerId="ADAL" clId="{E87E2FA7-A71A-4842-A5DA-5BEAE829D8A4}" dt="2026-05-11T12:48:36.400" v="4121" actId="478"/>
          <ac:spMkLst>
            <pc:docMk/>
            <pc:sldMk cId="3955107691" sldId="2147483348"/>
            <ac:spMk id="14" creationId="{C97782FB-104D-232E-0BAB-3004CB0A41ED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6:03.548" v="4856" actId="12789"/>
          <ac:spMkLst>
            <pc:docMk/>
            <pc:sldMk cId="3955107691" sldId="2147483348"/>
            <ac:spMk id="16" creationId="{EFF37FB9-3067-946E-9A8A-C2DB3F2C3CDA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12:57:21.428" v="4966" actId="1037"/>
          <ac:spMkLst>
            <pc:docMk/>
            <pc:sldMk cId="3955107691" sldId="2147483348"/>
            <ac:spMk id="17" creationId="{93D9AE82-EB13-1EF5-2148-8761873318D9}"/>
          </ac:spMkLst>
        </pc:spChg>
        <pc:grpChg chg="add mod">
          <ac:chgData name="이재익/책임/해외CC&amp;S네트워크운영팀" userId="4e89d5cf-efc5-46c6-9969-7d362bf48307" providerId="ADAL" clId="{E87E2FA7-A71A-4842-A5DA-5BEAE829D8A4}" dt="2026-05-11T12:49:41.147" v="4218" actId="552"/>
          <ac:grpSpMkLst>
            <pc:docMk/>
            <pc:sldMk cId="3955107691" sldId="2147483348"/>
            <ac:grpSpMk id="15" creationId="{2E8A0EB3-F24C-FF2A-96E7-A141ECBF2F93}"/>
          </ac:grpSpMkLst>
        </pc:grpChg>
        <pc:cxnChg chg="mod">
          <ac:chgData name="이재익/책임/해외CC&amp;S네트워크운영팀" userId="4e89d5cf-efc5-46c6-9969-7d362bf48307" providerId="ADAL" clId="{E87E2FA7-A71A-4842-A5DA-5BEAE829D8A4}" dt="2026-05-11T12:49:24.602" v="4197" actId="164"/>
          <ac:cxnSpMkLst>
            <pc:docMk/>
            <pc:sldMk cId="3955107691" sldId="2147483348"/>
            <ac:cxnSpMk id="7" creationId="{4C3E794F-A9F7-D799-E1CB-7DE5772E088B}"/>
          </ac:cxnSpMkLst>
        </pc:cxnChg>
        <pc:cxnChg chg="mod">
          <ac:chgData name="이재익/책임/해외CC&amp;S네트워크운영팀" userId="4e89d5cf-efc5-46c6-9969-7d362bf48307" providerId="ADAL" clId="{E87E2FA7-A71A-4842-A5DA-5BEAE829D8A4}" dt="2026-05-11T12:57:21.428" v="4966" actId="1037"/>
          <ac:cxnSpMkLst>
            <pc:docMk/>
            <pc:sldMk cId="3955107691" sldId="2147483348"/>
            <ac:cxnSpMk id="8" creationId="{C696F166-ACAB-05AC-17C8-943E5F495FC7}"/>
          </ac:cxnSpMkLst>
        </pc:cxnChg>
      </pc:sldChg>
      <pc:sldChg chg="addSp delSp modSp new del mod">
        <pc:chgData name="이재익/책임/해외CC&amp;S네트워크운영팀" userId="4e89d5cf-efc5-46c6-9969-7d362bf48307" providerId="ADAL" clId="{E87E2FA7-A71A-4842-A5DA-5BEAE829D8A4}" dt="2026-05-11T00:53:09.230" v="345" actId="47"/>
        <pc:sldMkLst>
          <pc:docMk/>
          <pc:sldMk cId="2343735839" sldId="2147483365"/>
        </pc:sldMkLst>
        <pc:spChg chg="del">
          <ac:chgData name="이재익/책임/해외CC&amp;S네트워크운영팀" userId="4e89d5cf-efc5-46c6-9969-7d362bf48307" providerId="ADAL" clId="{E87E2FA7-A71A-4842-A5DA-5BEAE829D8A4}" dt="2026-05-11T00:24:58.099" v="114" actId="478"/>
          <ac:spMkLst>
            <pc:docMk/>
            <pc:sldMk cId="2343735839" sldId="2147483365"/>
            <ac:spMk id="2" creationId="{16FFE540-982D-C2C6-EBBA-94DC89AEDC42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0:24:58.099" v="114" actId="478"/>
          <ac:spMkLst>
            <pc:docMk/>
            <pc:sldMk cId="2343735839" sldId="2147483365"/>
            <ac:spMk id="3" creationId="{558888E8-8F7D-41B3-3755-E205F319EE22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00:25:17.453" v="141" actId="20577"/>
          <ac:spMkLst>
            <pc:docMk/>
            <pc:sldMk cId="2343735839" sldId="2147483365"/>
            <ac:spMk id="5" creationId="{173AC4A3-0709-EFC3-9736-B848AED50FE5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1T00:25:06.352" v="115"/>
          <ac:spMkLst>
            <pc:docMk/>
            <pc:sldMk cId="2343735839" sldId="2147483365"/>
            <ac:spMk id="6" creationId="{1D649587-AF55-8ACD-BAC3-FCC7BA205476}"/>
          </ac:spMkLst>
        </pc:spChg>
        <pc:graphicFrameChg chg="add mod">
          <ac:chgData name="이재익/책임/해외CC&amp;S네트워크운영팀" userId="4e89d5cf-efc5-46c6-9969-7d362bf48307" providerId="ADAL" clId="{E87E2FA7-A71A-4842-A5DA-5BEAE829D8A4}" dt="2026-05-11T00:26:43.963" v="142"/>
          <ac:graphicFrameMkLst>
            <pc:docMk/>
            <pc:sldMk cId="2343735839" sldId="2147483365"/>
            <ac:graphicFrameMk id="7" creationId="{CB87070E-37DB-FFFB-5242-DB6FDF17F5BB}"/>
          </ac:graphicFrameMkLst>
        </pc:graphicFrameChg>
        <pc:graphicFrameChg chg="add mod modGraphic">
          <ac:chgData name="이재익/책임/해외CC&amp;S네트워크운영팀" userId="4e89d5cf-efc5-46c6-9969-7d362bf48307" providerId="ADAL" clId="{E87E2FA7-A71A-4842-A5DA-5BEAE829D8A4}" dt="2026-05-11T00:35:46.192" v="335"/>
          <ac:graphicFrameMkLst>
            <pc:docMk/>
            <pc:sldMk cId="2343735839" sldId="2147483365"/>
            <ac:graphicFrameMk id="8" creationId="{9CE8B35A-A78A-1AC9-C30F-19CE909F852E}"/>
          </ac:graphicFrameMkLst>
        </pc:graphicFrameChg>
        <pc:graphicFrameChg chg="add del mod">
          <ac:chgData name="이재익/책임/해외CC&amp;S네트워크운영팀" userId="4e89d5cf-efc5-46c6-9969-7d362bf48307" providerId="ADAL" clId="{E87E2FA7-A71A-4842-A5DA-5BEAE829D8A4}" dt="2026-05-11T00:34:58.166" v="329" actId="478"/>
          <ac:graphicFrameMkLst>
            <pc:docMk/>
            <pc:sldMk cId="2343735839" sldId="2147483365"/>
            <ac:graphicFrameMk id="9" creationId="{8199D5B2-23FF-473C-5F77-C84EAD2B53E5}"/>
          </ac:graphicFrameMkLst>
        </pc:graphicFrameChg>
        <pc:graphicFrameChg chg="add del mod modGraphic">
          <ac:chgData name="이재익/책임/해외CC&amp;S네트워크운영팀" userId="4e89d5cf-efc5-46c6-9969-7d362bf48307" providerId="ADAL" clId="{E87E2FA7-A71A-4842-A5DA-5BEAE829D8A4}" dt="2026-05-11T00:35:24.995" v="332" actId="478"/>
          <ac:graphicFrameMkLst>
            <pc:docMk/>
            <pc:sldMk cId="2343735839" sldId="2147483365"/>
            <ac:graphicFrameMk id="10" creationId="{4D088A67-9E4B-0242-0835-36E168A30779}"/>
          </ac:graphicFrameMkLst>
        </pc:graphicFrameChg>
        <pc:graphicFrameChg chg="add mod">
          <ac:chgData name="이재익/책임/해외CC&amp;S네트워크운영팀" userId="4e89d5cf-efc5-46c6-9969-7d362bf48307" providerId="ADAL" clId="{E87E2FA7-A71A-4842-A5DA-5BEAE829D8A4}" dt="2026-05-11T00:35:32.114" v="333"/>
          <ac:graphicFrameMkLst>
            <pc:docMk/>
            <pc:sldMk cId="2343735839" sldId="2147483365"/>
            <ac:graphicFrameMk id="11" creationId="{564ECBB6-D526-8277-3FB7-E112E2B1DD97}"/>
          </ac:graphicFrameMkLst>
        </pc:graphicFrameChg>
        <pc:graphicFrameChg chg="add mod modGraphic">
          <ac:chgData name="이재익/책임/해외CC&amp;S네트워크운영팀" userId="4e89d5cf-efc5-46c6-9969-7d362bf48307" providerId="ADAL" clId="{E87E2FA7-A71A-4842-A5DA-5BEAE829D8A4}" dt="2026-05-11T00:36:33.412" v="343" actId="14734"/>
          <ac:graphicFrameMkLst>
            <pc:docMk/>
            <pc:sldMk cId="2343735839" sldId="2147483365"/>
            <ac:graphicFrameMk id="12" creationId="{ECD89E82-61CF-DB87-F046-D46972AE9040}"/>
          </ac:graphicFrameMkLst>
        </pc:graphicFrameChg>
        <pc:cxnChg chg="add mod">
          <ac:chgData name="이재익/책임/해외CC&amp;S네트워크운영팀" userId="4e89d5cf-efc5-46c6-9969-7d362bf48307" providerId="ADAL" clId="{E87E2FA7-A71A-4842-A5DA-5BEAE829D8A4}" dt="2026-05-11T00:25:06.352" v="115"/>
          <ac:cxnSpMkLst>
            <pc:docMk/>
            <pc:sldMk cId="2343735839" sldId="2147483365"/>
            <ac:cxnSpMk id="4" creationId="{F7A92F6A-A837-C2AD-BD15-D9F9985F6E1A}"/>
          </ac:cxnSpMkLst>
        </pc:cxnChg>
      </pc:sldChg>
      <pc:sldChg chg="addSp modSp add mod modShow">
        <pc:chgData name="이재익/책임/해외CC&amp;S네트워크운영팀" userId="4e89d5cf-efc5-46c6-9969-7d362bf48307" providerId="ADAL" clId="{E87E2FA7-A71A-4842-A5DA-5BEAE829D8A4}" dt="2026-05-12T06:56:44.234" v="8493" actId="14734"/>
        <pc:sldMkLst>
          <pc:docMk/>
          <pc:sldMk cId="3882260373" sldId="2147483368"/>
        </pc:sldMkLst>
        <pc:spChg chg="add mod">
          <ac:chgData name="이재익/책임/해외CC&amp;S네트워크운영팀" userId="4e89d5cf-efc5-46c6-9969-7d362bf48307" providerId="ADAL" clId="{E87E2FA7-A71A-4842-A5DA-5BEAE829D8A4}" dt="2026-05-11T08:25:09.735" v="2839"/>
          <ac:spMkLst>
            <pc:docMk/>
            <pc:sldMk cId="3882260373" sldId="2147483368"/>
            <ac:spMk id="2" creationId="{89497713-8A4E-F9E8-4585-FB5239DA9F05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0:53:37.735" v="356" actId="1037"/>
          <ac:spMkLst>
            <pc:docMk/>
            <pc:sldMk cId="3882260373" sldId="2147483368"/>
            <ac:spMk id="9" creationId="{648954AA-8761-CE0C-2787-0E793688219F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1T00:53:37.735" v="356" actId="1037"/>
          <ac:spMkLst>
            <pc:docMk/>
            <pc:sldMk cId="3882260373" sldId="2147483368"/>
            <ac:spMk id="10" creationId="{08E12A7D-78E6-95CC-FB43-F4AE35504911}"/>
          </ac:spMkLst>
        </pc:spChg>
        <pc:graphicFrameChg chg="modGraphic">
          <ac:chgData name="이재익/책임/해외CC&amp;S네트워크운영팀" userId="4e89d5cf-efc5-46c6-9969-7d362bf48307" providerId="ADAL" clId="{E87E2FA7-A71A-4842-A5DA-5BEAE829D8A4}" dt="2026-05-12T06:56:40.187" v="8492" actId="14734"/>
          <ac:graphicFrameMkLst>
            <pc:docMk/>
            <pc:sldMk cId="3882260373" sldId="2147483368"/>
            <ac:graphicFrameMk id="3" creationId="{F12010AF-97A9-69FC-C659-77DB48B8415D}"/>
          </ac:graphicFrameMkLst>
        </pc:graphicFrameChg>
        <pc:graphicFrameChg chg="mod modGraphic">
          <ac:chgData name="이재익/책임/해외CC&amp;S네트워크운영팀" userId="4e89d5cf-efc5-46c6-9969-7d362bf48307" providerId="ADAL" clId="{E87E2FA7-A71A-4842-A5DA-5BEAE829D8A4}" dt="2026-05-11T08:25:13.353" v="2841" actId="20577"/>
          <ac:graphicFrameMkLst>
            <pc:docMk/>
            <pc:sldMk cId="3882260373" sldId="2147483368"/>
            <ac:graphicFrameMk id="8" creationId="{9CE8B35A-A78A-1AC9-C30F-19CE909F852E}"/>
          </ac:graphicFrameMkLst>
        </pc:graphicFrameChg>
        <pc:graphicFrameChg chg="mod modGraphic">
          <ac:chgData name="이재익/책임/해외CC&amp;S네트워크운영팀" userId="4e89d5cf-efc5-46c6-9969-7d362bf48307" providerId="ADAL" clId="{E87E2FA7-A71A-4842-A5DA-5BEAE829D8A4}" dt="2026-05-12T06:56:44.234" v="8493" actId="14734"/>
          <ac:graphicFrameMkLst>
            <pc:docMk/>
            <pc:sldMk cId="3882260373" sldId="2147483368"/>
            <ac:graphicFrameMk id="12" creationId="{ECD89E82-61CF-DB87-F046-D46972AE9040}"/>
          </ac:graphicFrameMkLst>
        </pc:graphicFrameChg>
      </pc:sldChg>
      <pc:sldChg chg="addSp delSp modSp add mod modShow">
        <pc:chgData name="이재익/책임/해외CC&amp;S네트워크운영팀" userId="4e89d5cf-efc5-46c6-9969-7d362bf48307" providerId="ADAL" clId="{E87E2FA7-A71A-4842-A5DA-5BEAE829D8A4}" dt="2026-05-12T06:56:34.525" v="8491" actId="14734"/>
        <pc:sldMkLst>
          <pc:docMk/>
          <pc:sldMk cId="485489643" sldId="2147483369"/>
        </pc:sldMkLst>
        <pc:spChg chg="add mod">
          <ac:chgData name="이재익/책임/해외CC&amp;S네트워크운영팀" userId="4e89d5cf-efc5-46c6-9969-7d362bf48307" providerId="ADAL" clId="{E87E2FA7-A71A-4842-A5DA-5BEAE829D8A4}" dt="2026-05-11T00:54:15.718" v="358"/>
          <ac:spMkLst>
            <pc:docMk/>
            <pc:sldMk cId="485489643" sldId="2147483369"/>
            <ac:spMk id="2" creationId="{742EFA3F-0145-0758-6514-F1138950E2EC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1T00:54:15.511" v="357" actId="478"/>
          <ac:spMkLst>
            <pc:docMk/>
            <pc:sldMk cId="485489643" sldId="2147483369"/>
            <ac:spMk id="6" creationId="{43B07617-7A46-A573-3FE5-5D2BD736DA85}"/>
          </ac:spMkLst>
        </pc:spChg>
        <pc:graphicFrameChg chg="mod modGraphic">
          <ac:chgData name="이재익/책임/해외CC&amp;S네트워크운영팀" userId="4e89d5cf-efc5-46c6-9969-7d362bf48307" providerId="ADAL" clId="{E87E2FA7-A71A-4842-A5DA-5BEAE829D8A4}" dt="2026-05-12T06:56:34.525" v="8491" actId="14734"/>
          <ac:graphicFrameMkLst>
            <pc:docMk/>
            <pc:sldMk cId="485489643" sldId="2147483369"/>
            <ac:graphicFrameMk id="7" creationId="{9D23E74B-FBD6-A69F-DB7C-062B8EA2BF36}"/>
          </ac:graphicFrameMkLst>
        </pc:graphicFrameChg>
      </pc:sldChg>
      <pc:sldChg chg="addSp modSp add del mod modShow">
        <pc:chgData name="이재익/책임/해외CC&amp;S네트워크운영팀" userId="4e89d5cf-efc5-46c6-9969-7d362bf48307" providerId="ADAL" clId="{E87E2FA7-A71A-4842-A5DA-5BEAE829D8A4}" dt="2026-05-12T05:36:01.504" v="8099" actId="1076"/>
        <pc:sldMkLst>
          <pc:docMk/>
          <pc:sldMk cId="495342946" sldId="2147483374"/>
        </pc:sldMkLst>
        <pc:spChg chg="add mod">
          <ac:chgData name="이재익/책임/해외CC&amp;S네트워크운영팀" userId="4e89d5cf-efc5-46c6-9969-7d362bf48307" providerId="ADAL" clId="{E87E2FA7-A71A-4842-A5DA-5BEAE829D8A4}" dt="2026-05-12T00:24:57.207" v="4977"/>
          <ac:spMkLst>
            <pc:docMk/>
            <pc:sldMk cId="495342946" sldId="2147483374"/>
            <ac:spMk id="2" creationId="{FA242472-4EE2-257C-0397-541DE6BA43F9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5" creationId="{9C96904B-B78F-8FE7-5364-31602A062CD4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9" creationId="{3CDB922E-7C97-9EC7-B3BE-46B13C528364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10" creationId="{DFE7DAE4-923B-5F02-3F23-185FC7F5736B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11" creationId="{91AFFF1E-7B04-E122-54F9-0A938F28B40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13" creationId="{91AFFF1E-7B04-E122-54F9-0A938F28B403}"/>
          </ac:spMkLst>
        </pc:spChg>
        <pc:spChg chg="mod">
          <ac:chgData name="이재익/책임/해외CC&amp;S네트워크운영팀" userId="4e89d5cf-efc5-46c6-9969-7d362bf48307" providerId="ADAL" clId="{E87E2FA7-A71A-4842-A5DA-5BEAE829D8A4}" dt="2026-05-12T05:35:24.006" v="8087" actId="1076"/>
          <ac:spMkLst>
            <pc:docMk/>
            <pc:sldMk cId="495342946" sldId="2147483374"/>
            <ac:spMk id="15" creationId="{91AFFF1E-7B04-E122-54F9-0A938F28B40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36:01.504" v="8099" actId="1076"/>
          <ac:spMkLst>
            <pc:docMk/>
            <pc:sldMk cId="495342946" sldId="2147483374"/>
            <ac:spMk id="16" creationId="{43ECA9BA-C043-4600-15B4-DD8776FD4038}"/>
          </ac:spMkLst>
        </pc:spChg>
        <pc:cxnChg chg="mod">
          <ac:chgData name="이재익/책임/해외CC&amp;S네트워크운영팀" userId="4e89d5cf-efc5-46c6-9969-7d362bf48307" providerId="ADAL" clId="{E87E2FA7-A71A-4842-A5DA-5BEAE829D8A4}" dt="2026-05-12T05:35:24.006" v="8087" actId="1076"/>
          <ac:cxnSpMkLst>
            <pc:docMk/>
            <pc:sldMk cId="495342946" sldId="2147483374"/>
            <ac:cxnSpMk id="6" creationId="{5698C505-5E0D-DFD3-CCAC-EF1C70FE2A11}"/>
          </ac:cxnSpMkLst>
        </pc:cxnChg>
        <pc:cxnChg chg="mod">
          <ac:chgData name="이재익/책임/해외CC&amp;S네트워크운영팀" userId="4e89d5cf-efc5-46c6-9969-7d362bf48307" providerId="ADAL" clId="{E87E2FA7-A71A-4842-A5DA-5BEAE829D8A4}" dt="2026-05-12T05:35:24.006" v="8087" actId="1076"/>
          <ac:cxnSpMkLst>
            <pc:docMk/>
            <pc:sldMk cId="495342946" sldId="2147483374"/>
            <ac:cxnSpMk id="8" creationId="{90E0B2C6-4ABC-8842-0116-F554E02E707F}"/>
          </ac:cxnSpMkLst>
        </pc:cxnChg>
      </pc:sldChg>
      <pc:sldChg chg="addSp delSp modSp add del mod modShow">
        <pc:chgData name="이재익/책임/해외CC&amp;S네트워크운영팀" userId="4e89d5cf-efc5-46c6-9969-7d362bf48307" providerId="ADAL" clId="{E87E2FA7-A71A-4842-A5DA-5BEAE829D8A4}" dt="2026-05-12T05:36:19.750" v="8102" actId="1076"/>
        <pc:sldMkLst>
          <pc:docMk/>
          <pc:sldMk cId="2549014958" sldId="2147483375"/>
        </pc:sldMkLst>
        <pc:spChg chg="add mod">
          <ac:chgData name="이재익/책임/해외CC&amp;S네트워크운영팀" userId="4e89d5cf-efc5-46c6-9969-7d362bf48307" providerId="ADAL" clId="{E87E2FA7-A71A-4842-A5DA-5BEAE829D8A4}" dt="2026-05-12T00:25:03.934" v="4979"/>
          <ac:spMkLst>
            <pc:docMk/>
            <pc:sldMk cId="2549014958" sldId="2147483375"/>
            <ac:spMk id="2" creationId="{F19238F7-B558-6BDD-ACB9-F1CF1F6BDC37}"/>
          </ac:spMkLst>
        </pc:spChg>
        <pc:spChg chg="del">
          <ac:chgData name="이재익/책임/해외CC&amp;S네트워크운영팀" userId="4e89d5cf-efc5-46c6-9969-7d362bf48307" providerId="ADAL" clId="{E87E2FA7-A71A-4842-A5DA-5BEAE829D8A4}" dt="2026-05-12T05:36:10.348" v="8100" actId="478"/>
          <ac:spMkLst>
            <pc:docMk/>
            <pc:sldMk cId="2549014958" sldId="2147483375"/>
            <ac:spMk id="5" creationId="{91AFFF1E-7B04-E122-54F9-0A938F28B403}"/>
          </ac:spMkLst>
        </pc:spChg>
        <pc:spChg chg="add mod">
          <ac:chgData name="이재익/책임/해외CC&amp;S네트워크운영팀" userId="4e89d5cf-efc5-46c6-9969-7d362bf48307" providerId="ADAL" clId="{E87E2FA7-A71A-4842-A5DA-5BEAE829D8A4}" dt="2026-05-12T05:36:19.750" v="8102" actId="1076"/>
          <ac:spMkLst>
            <pc:docMk/>
            <pc:sldMk cId="2549014958" sldId="2147483375"/>
            <ac:spMk id="7" creationId="{611D8C21-CC0C-0DAC-5FE4-2823E7EF226A}"/>
          </ac:spMkLst>
        </pc:spChg>
      </pc:sldChg>
    </pc:docChg>
  </pc:docChgLst>
  <pc:docChgLst>
    <pc:chgData name="전윤상/선임/해외CC&amp;S네트워크운영팀" userId="bd3e1220-a525-48b4-939f-9ff561fd6af3" providerId="ADAL" clId="{3FC01BF9-AB6D-4CCF-9AC4-5E78C1C7A736}"/>
    <pc:docChg chg="undo custSel addSld delSld modSld sldOrd modSection modNotesMaster">
      <pc:chgData name="전윤상/선임/해외CC&amp;S네트워크운영팀" userId="bd3e1220-a525-48b4-939f-9ff561fd6af3" providerId="ADAL" clId="{3FC01BF9-AB6D-4CCF-9AC4-5E78C1C7A736}" dt="2026-05-12T06:57:36.659" v="5278"/>
      <pc:docMkLst>
        <pc:docMk/>
      </pc:docMkLst>
      <pc:sldChg chg="addSp modSp mod">
        <pc:chgData name="전윤상/선임/해외CC&amp;S네트워크운영팀" userId="bd3e1220-a525-48b4-939f-9ff561fd6af3" providerId="ADAL" clId="{3FC01BF9-AB6D-4CCF-9AC4-5E78C1C7A736}" dt="2026-05-10T23:50:44.383" v="119" actId="20577"/>
        <pc:sldMkLst>
          <pc:docMk/>
          <pc:sldMk cId="3301519829" sldId="293"/>
        </pc:sldMkLst>
      </pc:sldChg>
      <pc:sldChg chg="del">
        <pc:chgData name="전윤상/선임/해외CC&amp;S네트워크운영팀" userId="bd3e1220-a525-48b4-939f-9ff561fd6af3" providerId="ADAL" clId="{3FC01BF9-AB6D-4CCF-9AC4-5E78C1C7A736}" dt="2026-05-10T23:39:39.149" v="27" actId="2696"/>
        <pc:sldMkLst>
          <pc:docMk/>
          <pc:sldMk cId="2146793531" sldId="2147483357"/>
        </pc:sldMkLst>
      </pc:sldChg>
      <pc:sldChg chg="addSp delSp modSp mod ord modShow">
        <pc:chgData name="전윤상/선임/해외CC&amp;S네트워크운영팀" userId="bd3e1220-a525-48b4-939f-9ff561fd6af3" providerId="ADAL" clId="{3FC01BF9-AB6D-4CCF-9AC4-5E78C1C7A736}" dt="2026-05-12T06:57:36.659" v="5278"/>
        <pc:sldMkLst>
          <pc:docMk/>
          <pc:sldMk cId="2157756364" sldId="2147483358"/>
        </pc:sldMkLst>
        <pc:spChg chg="add mod">
          <ac:chgData name="전윤상/선임/해외CC&amp;S네트워크운영팀" userId="bd3e1220-a525-48b4-939f-9ff561fd6af3" providerId="ADAL" clId="{3FC01BF9-AB6D-4CCF-9AC4-5E78C1C7A736}" dt="2026-05-10T23:36:15.707" v="1"/>
          <ac:spMkLst>
            <pc:docMk/>
            <pc:sldMk cId="2157756364" sldId="2147483358"/>
            <ac:spMk id="2" creationId="{1476064E-F594-CFE1-C3FE-56F676C1CD22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44:26.496" v="3564" actId="555"/>
          <ac:spMkLst>
            <pc:docMk/>
            <pc:sldMk cId="2157756364" sldId="2147483358"/>
            <ac:spMk id="6" creationId="{03E956FC-8D34-5E71-898D-028030F81590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0:56:14.928" v="359" actId="20577"/>
          <ac:spMkLst>
            <pc:docMk/>
            <pc:sldMk cId="2157756364" sldId="2147483358"/>
            <ac:spMk id="7" creationId="{2191A750-2713-AB64-CC89-B94922944E0B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0:56:24.911" v="360" actId="20577"/>
          <ac:spMkLst>
            <pc:docMk/>
            <pc:sldMk cId="2157756364" sldId="2147483358"/>
            <ac:spMk id="8" creationId="{BADB3111-066E-CED4-151C-30AE146B54E9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5:51:49.852" v="2835" actId="1076"/>
          <ac:spMkLst>
            <pc:docMk/>
            <pc:sldMk cId="2157756364" sldId="2147483358"/>
            <ac:spMk id="9" creationId="{946AD055-2872-9979-5584-DC887C376D6C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4:02.126" v="2743" actId="478"/>
          <ac:spMkLst>
            <pc:docMk/>
            <pc:sldMk cId="2157756364" sldId="2147483358"/>
            <ac:spMk id="10" creationId="{678DAED0-5E50-820D-ECB9-B29031421AA4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10:32.684" v="2983" actId="1035"/>
          <ac:spMkLst>
            <pc:docMk/>
            <pc:sldMk cId="2157756364" sldId="2147483358"/>
            <ac:spMk id="11" creationId="{858A0F6B-B458-AE2A-2A0C-37E62395FCCE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1:30.372" v="2705" actId="478"/>
          <ac:spMkLst>
            <pc:docMk/>
            <pc:sldMk cId="2157756364" sldId="2147483358"/>
            <ac:spMk id="12" creationId="{9116E47B-8F0A-E926-36FC-E2157ED3D700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13" creationId="{E71C3918-4864-699B-6BCC-58AC9BE53482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5.581" v="2707" actId="478"/>
          <ac:spMkLst>
            <pc:docMk/>
            <pc:sldMk cId="2157756364" sldId="2147483358"/>
            <ac:spMk id="14" creationId="{6F671888-464D-3C2A-3D34-0B2500D217F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0:56:07.350" v="355" actId="20577"/>
          <ac:spMkLst>
            <pc:docMk/>
            <pc:sldMk cId="2157756364" sldId="2147483358"/>
            <ac:spMk id="18" creationId="{526B0F94-AA9E-A04F-D8F1-19DEFCA58897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22" creationId="{33F81398-6C8A-40CC-F779-521B668F6812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1:27.564" v="2704" actId="478"/>
          <ac:spMkLst>
            <pc:docMk/>
            <pc:sldMk cId="2157756364" sldId="2147483358"/>
            <ac:spMk id="23" creationId="{67C34053-F694-790D-150F-8D6CA70DA862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24" creationId="{D06F0B8C-22A0-8007-8ABB-658DEE0DC958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4:03.561" v="2744" actId="478"/>
          <ac:spMkLst>
            <pc:docMk/>
            <pc:sldMk cId="2157756364" sldId="2147483358"/>
            <ac:spMk id="25" creationId="{3FC234C6-85F2-7A4A-3A58-60D83190036E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44:34.421" v="3568" actId="1038"/>
          <ac:spMkLst>
            <pc:docMk/>
            <pc:sldMk cId="2157756364" sldId="2147483358"/>
            <ac:spMk id="26" creationId="{90E7F1D0-12A2-546D-926D-19AC1909B491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27" creationId="{1E225A3A-BA79-C74D-6689-221F6893E0CA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28" creationId="{E8E33226-0A04-C9EA-70DA-43258790F1FC}"/>
          </ac:spMkLst>
        </pc:spChg>
        <pc:spChg chg="del mod">
          <ac:chgData name="전윤상/선임/해외CC&amp;S네트워크운영팀" userId="bd3e1220-a525-48b4-939f-9ff561fd6af3" providerId="ADAL" clId="{3FC01BF9-AB6D-4CCF-9AC4-5E78C1C7A736}" dt="2026-05-11T06:45:21.283" v="3575" actId="478"/>
          <ac:spMkLst>
            <pc:docMk/>
            <pc:sldMk cId="2157756364" sldId="2147483358"/>
            <ac:spMk id="29" creationId="{52324BB4-E5C4-5B72-4D0F-B9B59EB473FC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2:04:13.025" v="671" actId="478"/>
          <ac:spMkLst>
            <pc:docMk/>
            <pc:sldMk cId="2157756364" sldId="2147483358"/>
            <ac:spMk id="31" creationId="{58A66498-3038-E59C-1C44-E44273C779AC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8.115" v="2708" actId="478"/>
          <ac:spMkLst>
            <pc:docMk/>
            <pc:sldMk cId="2157756364" sldId="2147483358"/>
            <ac:spMk id="32" creationId="{DF520EB5-B6C0-0FB1-F00B-254699F642A8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36" creationId="{B5EBDE14-9A48-86D0-B257-707065F02FA6}"/>
          </ac:spMkLst>
        </pc:spChg>
        <pc:spChg chg="del mod">
          <ac:chgData name="전윤상/선임/해외CC&amp;S네트워크운영팀" userId="bd3e1220-a525-48b4-939f-9ff561fd6af3" providerId="ADAL" clId="{3FC01BF9-AB6D-4CCF-9AC4-5E78C1C7A736}" dt="2026-05-11T04:25:26.065" v="2470" actId="478"/>
          <ac:spMkLst>
            <pc:docMk/>
            <pc:sldMk cId="2157756364" sldId="2147483358"/>
            <ac:spMk id="38" creationId="{E2BBE47A-29A0-A67A-ACA3-D929FDDF07DE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21:41.512" v="2706" actId="478"/>
          <ac:spMkLst>
            <pc:docMk/>
            <pc:sldMk cId="2157756364" sldId="2147483358"/>
            <ac:spMk id="39" creationId="{40EDC52D-EB23-015F-3082-511022EC6F29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2:04:13.397" v="672"/>
          <ac:spMkLst>
            <pc:docMk/>
            <pc:sldMk cId="2157756364" sldId="2147483358"/>
            <ac:spMk id="40" creationId="{B7D86393-6C62-DF34-F593-7F5679DA34D6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5:10.429" v="2462"/>
          <ac:spMkLst>
            <pc:docMk/>
            <pc:sldMk cId="2157756364" sldId="2147483358"/>
            <ac:spMk id="41" creationId="{65BF6612-7357-027B-BC96-4A43E5118B8E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5:48.296" v="2490"/>
          <ac:spMkLst>
            <pc:docMk/>
            <pc:sldMk cId="2157756364" sldId="2147483358"/>
            <ac:spMk id="42" creationId="{78D28BD7-D58D-C633-4D3F-0EA546EE7360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5:52:26.165" v="2843" actId="1076"/>
          <ac:spMkLst>
            <pc:docMk/>
            <pc:sldMk cId="2157756364" sldId="2147483358"/>
            <ac:spMk id="43" creationId="{4574263D-E691-19E5-469E-F1FA3933C1FD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5:52:26.165" v="2843" actId="1076"/>
          <ac:spMkLst>
            <pc:docMk/>
            <pc:sldMk cId="2157756364" sldId="2147483358"/>
            <ac:spMk id="44" creationId="{308CF81F-F630-D30D-FC4C-9863935F659F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6:03:43.224" v="2866" actId="6549"/>
          <ac:spMkLst>
            <pc:docMk/>
            <pc:sldMk cId="2157756364" sldId="2147483358"/>
            <ac:spMk id="45" creationId="{13BB544B-B65D-ADF0-40A5-2974A9C9503A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6:25:10.362" v="3515" actId="2711"/>
          <ac:spMkLst>
            <pc:docMk/>
            <pc:sldMk cId="2157756364" sldId="2147483358"/>
            <ac:spMk id="46" creationId="{F21FEA6E-92ED-0059-E6CF-3CEC60727ECC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7:22:14.264" v="3614" actId="14100"/>
          <ac:spMkLst>
            <pc:docMk/>
            <pc:sldMk cId="2157756364" sldId="2147483358"/>
            <ac:spMk id="47" creationId="{9D834C90-FE7D-D820-740A-AE2CFDCDDD14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2T06:57:36.659" v="5278"/>
          <ac:spMkLst>
            <pc:docMk/>
            <pc:sldMk cId="2157756364" sldId="2147483358"/>
            <ac:spMk id="48" creationId="{9509591B-484C-158E-44FC-259006DA7A38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6:45:26.577" v="3578" actId="20577"/>
          <ac:spMkLst>
            <pc:docMk/>
            <pc:sldMk cId="2157756364" sldId="2147483358"/>
            <ac:spMk id="49" creationId="{58854DC1-83F1-B0A8-3C0D-EFF9FF15EE75}"/>
          </ac:spMkLst>
        </pc:spChg>
        <pc:graphicFrameChg chg="mod modGraphic">
          <ac:chgData name="전윤상/선임/해외CC&amp;S네트워크운영팀" userId="bd3e1220-a525-48b4-939f-9ff561fd6af3" providerId="ADAL" clId="{3FC01BF9-AB6D-4CCF-9AC4-5E78C1C7A736}" dt="2026-05-11T00:53:32.841" v="351"/>
          <ac:graphicFrameMkLst>
            <pc:docMk/>
            <pc:sldMk cId="2157756364" sldId="2147483358"/>
            <ac:graphicFrameMk id="19" creationId="{12292AC3-F8E9-431B-8B89-A332631534B6}"/>
          </ac:graphicFrameMkLst>
        </pc:graphicFrameChg>
        <pc:graphicFrameChg chg="modGraphic">
          <ac:chgData name="전윤상/선임/해외CC&amp;S네트워크운영팀" userId="bd3e1220-a525-48b4-939f-9ff561fd6af3" providerId="ADAL" clId="{3FC01BF9-AB6D-4CCF-9AC4-5E78C1C7A736}" dt="2026-05-11T00:53:11.832" v="348" actId="404"/>
          <ac:graphicFrameMkLst>
            <pc:docMk/>
            <pc:sldMk cId="2157756364" sldId="2147483358"/>
            <ac:graphicFrameMk id="20" creationId="{BDC96D8C-D683-E573-8F68-0160E2459375}"/>
          </ac:graphicFrameMkLst>
        </pc:graphicFrameChg>
        <pc:graphicFrameChg chg="modGraphic">
          <ac:chgData name="전윤상/선임/해외CC&amp;S네트워크운영팀" userId="bd3e1220-a525-48b4-939f-9ff561fd6af3" providerId="ADAL" clId="{3FC01BF9-AB6D-4CCF-9AC4-5E78C1C7A736}" dt="2026-05-11T00:54:49.405" v="353" actId="20577"/>
          <ac:graphicFrameMkLst>
            <pc:docMk/>
            <pc:sldMk cId="2157756364" sldId="2147483358"/>
            <ac:graphicFrameMk id="21" creationId="{60505483-D080-A6BE-643B-A9317D6E3C64}"/>
          </ac:graphicFrameMkLst>
        </pc:graphicFrameChg>
        <pc:graphicFrameChg chg="mod modGraphic">
          <ac:chgData name="전윤상/선임/해외CC&amp;S네트워크운영팀" userId="bd3e1220-a525-48b4-939f-9ff561fd6af3" providerId="ADAL" clId="{3FC01BF9-AB6D-4CCF-9AC4-5E78C1C7A736}" dt="2026-05-11T06:43:29.446" v="3558" actId="1035"/>
          <ac:graphicFrameMkLst>
            <pc:docMk/>
            <pc:sldMk cId="2157756364" sldId="2147483358"/>
            <ac:graphicFrameMk id="33" creationId="{5E14B6B8-89DB-D196-1444-0AFB99D5E2AF}"/>
          </ac:graphicFrameMkLst>
        </pc:graphicFrameChg>
        <pc:picChg chg="mod">
          <ac:chgData name="전윤상/선임/해외CC&amp;S네트워크운영팀" userId="bd3e1220-a525-48b4-939f-9ff561fd6af3" providerId="ADAL" clId="{3FC01BF9-AB6D-4CCF-9AC4-5E78C1C7A736}" dt="2026-05-11T06:15:27.201" v="3471" actId="1076"/>
          <ac:picMkLst>
            <pc:docMk/>
            <pc:sldMk cId="2157756364" sldId="2147483358"/>
            <ac:picMk id="34" creationId="{CA3A882F-94E2-6B52-2537-0205B396FF3A}"/>
          </ac:picMkLst>
        </pc:picChg>
        <pc:picChg chg="mod">
          <ac:chgData name="전윤상/선임/해외CC&amp;S네트워크운영팀" userId="bd3e1220-a525-48b4-939f-9ff561fd6af3" providerId="ADAL" clId="{3FC01BF9-AB6D-4CCF-9AC4-5E78C1C7A736}" dt="2026-05-11T06:15:27.201" v="3471" actId="1076"/>
          <ac:picMkLst>
            <pc:docMk/>
            <pc:sldMk cId="2157756364" sldId="2147483358"/>
            <ac:picMk id="35" creationId="{DC582518-7330-8301-BFB3-5D07311F21B6}"/>
          </ac:picMkLst>
        </pc:picChg>
        <pc:picChg chg="mod">
          <ac:chgData name="전윤상/선임/해외CC&amp;S네트워크운영팀" userId="bd3e1220-a525-48b4-939f-9ff561fd6af3" providerId="ADAL" clId="{3FC01BF9-AB6D-4CCF-9AC4-5E78C1C7A736}" dt="2026-05-11T06:15:27.201" v="3471" actId="1076"/>
          <ac:picMkLst>
            <pc:docMk/>
            <pc:sldMk cId="2157756364" sldId="2147483358"/>
            <ac:picMk id="37" creationId="{4855E39A-C7F5-A418-0439-CBA017DD3048}"/>
          </ac:picMkLst>
        </pc:picChg>
      </pc:sldChg>
      <pc:sldChg chg="new">
        <pc:chgData name="전윤상/선임/해외CC&amp;S네트워크운영팀" userId="bd3e1220-a525-48b4-939f-9ff561fd6af3" providerId="ADAL" clId="{3FC01BF9-AB6D-4CCF-9AC4-5E78C1C7A736}" dt="2026-05-10T23:36:21.399" v="2" actId="680"/>
        <pc:sldMkLst>
          <pc:docMk/>
          <pc:sldMk cId="1408533755" sldId="2147483359"/>
        </pc:sldMkLst>
      </pc:sldChg>
      <pc:sldChg chg="delSp mod">
        <pc:chgData name="전윤상/선임/해외CC&amp;S네트워크운영팀" userId="bd3e1220-a525-48b4-939f-9ff561fd6af3" providerId="ADAL" clId="{3FC01BF9-AB6D-4CCF-9AC4-5E78C1C7A736}" dt="2026-05-10T23:36:34.989" v="3" actId="478"/>
        <pc:sldMkLst>
          <pc:docMk/>
          <pc:sldMk cId="1408533755" sldId="2147483360"/>
        </pc:sldMkLst>
      </pc:sldChg>
      <pc:sldChg chg="addSp delSp modSp mod ord modShow modNotesTx">
        <pc:chgData name="전윤상/선임/해외CC&amp;S네트워크운영팀" userId="bd3e1220-a525-48b4-939f-9ff561fd6af3" providerId="ADAL" clId="{3FC01BF9-AB6D-4CCF-9AC4-5E78C1C7A736}" dt="2026-05-12T06:53:53.625" v="5273" actId="20577"/>
        <pc:sldMkLst>
          <pc:docMk/>
          <pc:sldMk cId="1408533755" sldId="2147483361"/>
        </pc:sldMkLst>
        <pc:spChg chg="add del mod">
          <ac:chgData name="전윤상/선임/해외CC&amp;S네트워크운영팀" userId="bd3e1220-a525-48b4-939f-9ff561fd6af3" providerId="ADAL" clId="{3FC01BF9-AB6D-4CCF-9AC4-5E78C1C7A736}" dt="2026-05-11T06:45:31.396" v="3579" actId="478"/>
          <ac:spMkLst>
            <pc:docMk/>
            <pc:sldMk cId="1408533755" sldId="2147483361"/>
            <ac:spMk id="5" creationId="{AE1685F5-15EF-008F-6004-F010758C3AD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0T23:36:50.126" v="4"/>
          <ac:spMkLst>
            <pc:docMk/>
            <pc:sldMk cId="1408533755" sldId="2147483361"/>
            <ac:spMk id="6" creationId="{100C73A8-358B-6CC3-BE31-DB16BEFAD6FB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5:30:50.781" v="2815" actId="478"/>
          <ac:spMkLst>
            <pc:docMk/>
            <pc:sldMk cId="1408533755" sldId="2147483361"/>
            <ac:spMk id="7" creationId="{DDC71D44-C48C-8992-8DD5-1CFF341F322A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1:11:09.543" v="480" actId="478"/>
          <ac:spMkLst>
            <pc:docMk/>
            <pc:sldMk cId="1408533755" sldId="2147483361"/>
            <ac:spMk id="9" creationId="{AD7C4FF2-F93D-C345-3334-74CBE83E4C5F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1:11:09.543" v="480" actId="478"/>
          <ac:spMkLst>
            <pc:docMk/>
            <pc:sldMk cId="1408533755" sldId="2147483361"/>
            <ac:spMk id="10" creationId="{F99644F7-ED88-3837-B533-9BBE99CD72A5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1:11:09.543" v="480" actId="478"/>
          <ac:spMkLst>
            <pc:docMk/>
            <pc:sldMk cId="1408533755" sldId="2147483361"/>
            <ac:spMk id="11" creationId="{E1175615-50C7-90D8-1D2A-06FC98CE9CA2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1:11:09.543" v="480" actId="478"/>
          <ac:spMkLst>
            <pc:docMk/>
            <pc:sldMk cId="1408533755" sldId="2147483361"/>
            <ac:spMk id="12" creationId="{AB68C4F6-7E23-3C4D-A184-D205B4B7491A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5:30:51.161" v="2816"/>
          <ac:spMkLst>
            <pc:docMk/>
            <pc:sldMk cId="1408533755" sldId="2147483361"/>
            <ac:spMk id="13" creationId="{BA421A6B-AC24-A671-3E79-8214FA17E02E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6:45:35.647" v="3582" actId="20577"/>
          <ac:spMkLst>
            <pc:docMk/>
            <pc:sldMk cId="1408533755" sldId="2147483361"/>
            <ac:spMk id="14" creationId="{0BD0561B-4C7C-4688-0D9D-B5A34FFF40C5}"/>
          </ac:spMkLst>
        </pc:spChg>
        <pc:graphicFrameChg chg="add mod modGraphic">
          <ac:chgData name="전윤상/선임/해외CC&amp;S네트워크운영팀" userId="bd3e1220-a525-48b4-939f-9ff561fd6af3" providerId="ADAL" clId="{3FC01BF9-AB6D-4CCF-9AC4-5E78C1C7A736}" dt="2026-05-12T06:53:53.625" v="5273" actId="20577"/>
          <ac:graphicFrameMkLst>
            <pc:docMk/>
            <pc:sldMk cId="1408533755" sldId="2147483361"/>
            <ac:graphicFrameMk id="8" creationId="{12A81C82-679E-B829-691F-FC3583AD9BA1}"/>
          </ac:graphicFrameMkLst>
        </pc:graphicFrameChg>
        <pc:cxnChg chg="add del mod">
          <ac:chgData name="전윤상/선임/해외CC&amp;S네트워크운영팀" userId="bd3e1220-a525-48b4-939f-9ff561fd6af3" providerId="ADAL" clId="{3FC01BF9-AB6D-4CCF-9AC4-5E78C1C7A736}" dt="2026-05-11T06:46:04.394" v="3584" actId="478"/>
          <ac:cxnSpMkLst>
            <pc:docMk/>
            <pc:sldMk cId="1408533755" sldId="2147483361"/>
            <ac:cxnSpMk id="4" creationId="{F352F143-9F7D-65F0-812E-A83AB84F9C69}"/>
          </ac:cxnSpMkLst>
        </pc:cxnChg>
        <pc:cxnChg chg="add mod">
          <ac:chgData name="전윤상/선임/해외CC&amp;S네트워크운영팀" userId="bd3e1220-a525-48b4-939f-9ff561fd6af3" providerId="ADAL" clId="{3FC01BF9-AB6D-4CCF-9AC4-5E78C1C7A736}" dt="2026-05-11T06:46:00.138" v="3583"/>
          <ac:cxnSpMkLst>
            <pc:docMk/>
            <pc:sldMk cId="1408533755" sldId="2147483361"/>
            <ac:cxnSpMk id="15" creationId="{1AECC8DD-D532-E5EF-3D7E-78027998A247}"/>
          </ac:cxnSpMkLst>
        </pc:cxnChg>
      </pc:sldChg>
      <pc:sldChg chg="addSp delSp modSp new mod">
        <pc:chgData name="전윤상/선임/해외CC&amp;S네트워크운영팀" userId="bd3e1220-a525-48b4-939f-9ff561fd6af3" providerId="ADAL" clId="{3FC01BF9-AB6D-4CCF-9AC4-5E78C1C7A736}" dt="2026-05-10T23:37:05.396" v="7"/>
        <pc:sldMkLst>
          <pc:docMk/>
          <pc:sldMk cId="3621043810" sldId="2147483362"/>
        </pc:sldMkLst>
      </pc:sldChg>
      <pc:sldChg chg="addSp delSp modSp del mod ord modShow modNotesTx">
        <pc:chgData name="전윤상/선임/해외CC&amp;S네트워크운영팀" userId="bd3e1220-a525-48b4-939f-9ff561fd6af3" providerId="ADAL" clId="{3FC01BF9-AB6D-4CCF-9AC4-5E78C1C7A736}" dt="2026-05-11T06:41:36.439" v="3549" actId="2696"/>
        <pc:sldMkLst>
          <pc:docMk/>
          <pc:sldMk cId="3621043810" sldId="2147483363"/>
        </pc:sldMkLst>
        <pc:spChg chg="add mod">
          <ac:chgData name="전윤상/선임/해외CC&amp;S네트워크운영팀" userId="bd3e1220-a525-48b4-939f-9ff561fd6af3" providerId="ADAL" clId="{3FC01BF9-AB6D-4CCF-9AC4-5E78C1C7A736}" dt="2026-05-11T02:10:07.917" v="684" actId="20577"/>
          <ac:spMkLst>
            <pc:docMk/>
            <pc:sldMk cId="3621043810" sldId="2147483363"/>
            <ac:spMk id="10" creationId="{24873212-5128-A86F-8A97-8CE2E388AC9A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4:25:57.036" v="2491" actId="478"/>
          <ac:spMkLst>
            <pc:docMk/>
            <pc:sldMk cId="3621043810" sldId="2147483363"/>
            <ac:spMk id="12" creationId="{99D5A7F5-EAC2-0A1A-0A11-3A14EB3D8B96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6:08.853" v="2525"/>
          <ac:spMkLst>
            <pc:docMk/>
            <pc:sldMk cId="3621043810" sldId="2147483363"/>
            <ac:spMk id="14" creationId="{222D6D37-EB73-BE68-4B84-8EC9F5693992}"/>
          </ac:spMkLst>
        </pc:spChg>
        <pc:graphicFrameChg chg="add mod modGraphic">
          <ac:chgData name="전윤상/선임/해외CC&amp;S네트워크운영팀" userId="bd3e1220-a525-48b4-939f-9ff561fd6af3" providerId="ADAL" clId="{3FC01BF9-AB6D-4CCF-9AC4-5E78C1C7A736}" dt="2026-05-11T05:31:00.341" v="2817" actId="20577"/>
          <ac:graphicFrameMkLst>
            <pc:docMk/>
            <pc:sldMk cId="3621043810" sldId="2147483363"/>
            <ac:graphicFrameMk id="13" creationId="{4C2F0347-5C2B-503A-ADF0-03178ED2A17D}"/>
          </ac:graphicFrameMkLst>
        </pc:graphicFrameChg>
        <pc:cxnChg chg="add mod">
          <ac:chgData name="전윤상/선임/해외CC&amp;S네트워크운영팀" userId="bd3e1220-a525-48b4-939f-9ff561fd6af3" providerId="ADAL" clId="{3FC01BF9-AB6D-4CCF-9AC4-5E78C1C7A736}" dt="2026-05-11T04:26:21.561" v="2532" actId="1036"/>
          <ac:cxnSpMkLst>
            <pc:docMk/>
            <pc:sldMk cId="3621043810" sldId="2147483363"/>
            <ac:cxnSpMk id="9" creationId="{D716BF4E-960E-0C89-DB67-D21C024E080B}"/>
          </ac:cxnSpMkLst>
        </pc:cxnChg>
      </pc:sldChg>
      <pc:sldChg chg="addSp modSp add mod ord modShow modNotesTx">
        <pc:chgData name="전윤상/선임/해외CC&amp;S네트워크운영팀" userId="bd3e1220-a525-48b4-939f-9ff561fd6af3" providerId="ADAL" clId="{3FC01BF9-AB6D-4CCF-9AC4-5E78C1C7A736}" dt="2026-05-11T01:25:16.127" v="637" actId="20577"/>
        <pc:sldMkLst>
          <pc:docMk/>
          <pc:sldMk cId="1852462099" sldId="2147483364"/>
        </pc:sldMkLst>
        <pc:spChg chg="add mod">
          <ac:chgData name="전윤상/선임/해외CC&amp;S네트워크운영팀" userId="bd3e1220-a525-48b4-939f-9ff561fd6af3" providerId="ADAL" clId="{3FC01BF9-AB6D-4CCF-9AC4-5E78C1C7A736}" dt="2026-05-11T00:44:12.126" v="282" actId="1076"/>
          <ac:spMkLst>
            <pc:docMk/>
            <pc:sldMk cId="1852462099" sldId="2147483364"/>
            <ac:spMk id="2" creationId="{73E8D3C3-6720-6059-74E0-5834868B1386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0:44:12.126" v="282" actId="1076"/>
          <ac:spMkLst>
            <pc:docMk/>
            <pc:sldMk cId="1852462099" sldId="2147483364"/>
            <ac:spMk id="3" creationId="{24629A56-09AD-D52F-B01A-04215770D56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0:44:12.126" v="282" actId="1076"/>
          <ac:spMkLst>
            <pc:docMk/>
            <pc:sldMk cId="1852462099" sldId="2147483364"/>
            <ac:spMk id="4" creationId="{641511C8-AB1A-603A-09D8-A9668ABE032B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00:27.355" v="377" actId="6549"/>
          <ac:spMkLst>
            <pc:docMk/>
            <pc:sldMk cId="1852462099" sldId="2147483364"/>
            <ac:spMk id="5" creationId="{5B2499DC-4E84-6F9E-2E39-DD20230DD4F7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0:44:16.217" v="283" actId="1076"/>
          <ac:spMkLst>
            <pc:docMk/>
            <pc:sldMk cId="1852462099" sldId="2147483364"/>
            <ac:spMk id="10" creationId="{00EAD466-0464-166E-AE31-1E319D392C15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1:25:16.127" v="637" actId="20577"/>
          <ac:spMkLst>
            <pc:docMk/>
            <pc:sldMk cId="1852462099" sldId="2147483364"/>
            <ac:spMk id="12" creationId="{CFA75BB4-8ADC-A43A-65C4-099BE25F9F1B}"/>
          </ac:spMkLst>
        </pc:spChg>
        <pc:graphicFrameChg chg="mod modGraphic">
          <ac:chgData name="전윤상/선임/해외CC&amp;S네트워크운영팀" userId="bd3e1220-a525-48b4-939f-9ff561fd6af3" providerId="ADAL" clId="{3FC01BF9-AB6D-4CCF-9AC4-5E78C1C7A736}" dt="2026-05-11T00:45:10.574" v="286" actId="6549"/>
          <ac:graphicFrameMkLst>
            <pc:docMk/>
            <pc:sldMk cId="1852462099" sldId="2147483364"/>
            <ac:graphicFrameMk id="13" creationId="{95D3F9F4-4F5E-82F7-41EA-B70E1456BA86}"/>
          </ac:graphicFrameMkLst>
        </pc:graphicFrameChg>
      </pc:sldChg>
      <pc:sldChg chg="addSp delSp modSp new del mod">
        <pc:chgData name="전윤상/선임/해외CC&amp;S네트워크운영팀" userId="bd3e1220-a525-48b4-939f-9ff561fd6af3" providerId="ADAL" clId="{3FC01BF9-AB6D-4CCF-9AC4-5E78C1C7A736}" dt="2026-05-11T04:13:54.536" v="2026" actId="2696"/>
        <pc:sldMkLst>
          <pc:docMk/>
          <pc:sldMk cId="2354166277" sldId="2147483370"/>
        </pc:sldMkLst>
        <pc:spChg chg="del">
          <ac:chgData name="전윤상/선임/해외CC&amp;S네트워크운영팀" userId="bd3e1220-a525-48b4-939f-9ff561fd6af3" providerId="ADAL" clId="{3FC01BF9-AB6D-4CCF-9AC4-5E78C1C7A736}" dt="2026-05-11T01:37:23.497" v="642" actId="478"/>
          <ac:spMkLst>
            <pc:docMk/>
            <pc:sldMk cId="2354166277" sldId="2147483370"/>
            <ac:spMk id="2" creationId="{34FB66AF-9C1A-0E70-E44A-E5322814908F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1:37:23.497" v="642" actId="478"/>
          <ac:spMkLst>
            <pc:docMk/>
            <pc:sldMk cId="2354166277" sldId="2147483370"/>
            <ac:spMk id="3" creationId="{8A913EA6-9CA9-2BF3-1D7D-8E073CC30C05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40:21.096" v="661" actId="20577"/>
          <ac:spMkLst>
            <pc:docMk/>
            <pc:sldMk cId="2354166277" sldId="2147483370"/>
            <ac:spMk id="6" creationId="{F072C229-6935-5A6E-14CE-2182215C9907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10" creationId="{7A642996-1220-79DB-005E-97B390C78C30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11" creationId="{4A3D495D-913E-2A5E-7134-DA5DBDD7DAC3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13" creationId="{3E1D0685-773C-B616-1BFB-3833E4AB492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17" creationId="{842F4140-3F1D-8445-4890-A360A8C1D25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19" creationId="{EBD2D587-B2DE-B99F-3D6A-F04E40615B4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29" creationId="{A7688F6A-923D-F04A-CA67-57461D04608F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30" creationId="{CC6D3727-5777-C284-DAC8-355E2064267C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33" creationId="{4B5CCBA2-B65C-33FB-492B-4CFB880DC4F3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7:25.615" v="643"/>
          <ac:spMkLst>
            <pc:docMk/>
            <pc:sldMk cId="2354166277" sldId="2147483370"/>
            <ac:spMk id="39" creationId="{026BF097-DF3E-7CE8-C527-8621660382A4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2:10:13.553" v="686" actId="20577"/>
          <ac:spMkLst>
            <pc:docMk/>
            <pc:sldMk cId="2354166277" sldId="2147483370"/>
            <ac:spMk id="48" creationId="{742A2152-A8C9-026B-0C96-63F6B995AFCA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1:39:31.552" v="653"/>
          <ac:spMkLst>
            <pc:docMk/>
            <pc:sldMk cId="2354166277" sldId="2147483370"/>
            <ac:spMk id="49" creationId="{CBC4E94A-5D3C-0939-8898-FB028CA13D2C}"/>
          </ac:spMkLst>
        </pc:spChg>
      </pc:sldChg>
      <pc:sldChg chg="addSp delSp modSp new mod">
        <pc:chgData name="전윤상/선임/해외CC&amp;S네트워크운영팀" userId="bd3e1220-a525-48b4-939f-9ff561fd6af3" providerId="ADAL" clId="{3FC01BF9-AB6D-4CCF-9AC4-5E78C1C7A736}" dt="2026-05-11T06:47:47.341" v="3612" actId="1076"/>
        <pc:sldMkLst>
          <pc:docMk/>
          <pc:sldMk cId="510851803" sldId="2147483371"/>
        </pc:sldMkLst>
        <pc:spChg chg="del">
          <ac:chgData name="전윤상/선임/해외CC&amp;S네트워크운영팀" userId="bd3e1220-a525-48b4-939f-9ff561fd6af3" providerId="ADAL" clId="{3FC01BF9-AB6D-4CCF-9AC4-5E78C1C7A736}" dt="2026-05-11T03:27:06.275" v="688" actId="478"/>
          <ac:spMkLst>
            <pc:docMk/>
            <pc:sldMk cId="510851803" sldId="2147483371"/>
            <ac:spMk id="2" creationId="{AD7D8082-C300-01A9-7576-3CFD4352F065}"/>
          </ac:spMkLst>
        </pc:spChg>
        <pc:spChg chg="del">
          <ac:chgData name="전윤상/선임/해외CC&amp;S네트워크운영팀" userId="bd3e1220-a525-48b4-939f-9ff561fd6af3" providerId="ADAL" clId="{3FC01BF9-AB6D-4CCF-9AC4-5E78C1C7A736}" dt="2026-05-11T03:27:06.275" v="688" actId="478"/>
          <ac:spMkLst>
            <pc:docMk/>
            <pc:sldMk cId="510851803" sldId="2147483371"/>
            <ac:spMk id="3" creationId="{E12F27BA-6CDC-DA91-AA19-9064F69ABA47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27.043" v="2172" actId="1038"/>
          <ac:spMkLst>
            <pc:docMk/>
            <pc:sldMk cId="510851803" sldId="2147483371"/>
            <ac:spMk id="4" creationId="{ADCF8A92-117E-2A15-A868-2F238A427B58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29:37.861" v="3547" actId="1037"/>
          <ac:spMkLst>
            <pc:docMk/>
            <pc:sldMk cId="510851803" sldId="2147483371"/>
            <ac:spMk id="5" creationId="{EBC892AA-FCD3-A67D-1F01-E7709E1C07E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3:27:25.349" v="701" actId="20577"/>
          <ac:spMkLst>
            <pc:docMk/>
            <pc:sldMk cId="510851803" sldId="2147483371"/>
            <ac:spMk id="6" creationId="{385390B1-B969-BC5B-D16C-2114B6C675CF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0:52.951" v="2132" actId="1076"/>
          <ac:spMkLst>
            <pc:docMk/>
            <pc:sldMk cId="510851803" sldId="2147483371"/>
            <ac:spMk id="9" creationId="{27BD0785-0E4E-7AF8-A84F-E732FB55D3C9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0:56.947" v="2133" actId="1076"/>
          <ac:spMkLst>
            <pc:docMk/>
            <pc:sldMk cId="510851803" sldId="2147483371"/>
            <ac:spMk id="10" creationId="{1EE9B1B6-00A7-5CA4-4206-E02DFFD39E47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01.373" v="2134" actId="1076"/>
          <ac:spMkLst>
            <pc:docMk/>
            <pc:sldMk cId="510851803" sldId="2147483371"/>
            <ac:spMk id="11" creationId="{88399338-723A-2B52-AB18-DADCA56227B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12" creationId="{E90EABF4-A908-A528-40D0-D6A7EBEB8986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7:58.509" v="1585" actId="554"/>
          <ac:spMkLst>
            <pc:docMk/>
            <pc:sldMk cId="510851803" sldId="2147483371"/>
            <ac:spMk id="14" creationId="{05BE5DDB-4563-809E-335D-35724F631D5D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7:58.509" v="1585" actId="554"/>
          <ac:spMkLst>
            <pc:docMk/>
            <pc:sldMk cId="510851803" sldId="2147483371"/>
            <ac:spMk id="16" creationId="{691D4A8D-CA7F-F54C-80E0-3E591082EF44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7:58.509" v="1585" actId="554"/>
          <ac:spMkLst>
            <pc:docMk/>
            <pc:sldMk cId="510851803" sldId="2147483371"/>
            <ac:spMk id="18" creationId="{5F2649A6-3342-314E-3850-6BA53F4A074A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7:58.509" v="1585" actId="554"/>
          <ac:spMkLst>
            <pc:docMk/>
            <pc:sldMk cId="510851803" sldId="2147483371"/>
            <ac:spMk id="20" creationId="{6C216B63-40D8-1DA3-1AC3-1F8A89DD3F90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29:44.298" v="768" actId="14100"/>
          <ac:spMkLst>
            <pc:docMk/>
            <pc:sldMk cId="510851803" sldId="2147483371"/>
            <ac:spMk id="26" creationId="{DA90D16C-FD5D-1311-F80B-05AFA18DA4EE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37:14.702" v="1017"/>
          <ac:spMkLst>
            <pc:docMk/>
            <pc:sldMk cId="510851803" sldId="2147483371"/>
            <ac:spMk id="27" creationId="{1EDB2615-756D-2CC0-32C4-7AA2193657AD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45:59.989" v="1168" actId="5793"/>
          <ac:spMkLst>
            <pc:docMk/>
            <pc:sldMk cId="510851803" sldId="2147483371"/>
            <ac:spMk id="28" creationId="{8CCEE366-3E04-1DDC-3FBE-7A5F3449C441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29" creationId="{0B217BC5-7BB2-1178-C437-5E73015A3DA8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33:51.729" v="929" actId="14100"/>
          <ac:spMkLst>
            <pc:docMk/>
            <pc:sldMk cId="510851803" sldId="2147483371"/>
            <ac:spMk id="31" creationId="{5476ABE2-918C-7E35-BACB-0BCFAE0EBB41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38:16.149" v="1044" actId="2710"/>
          <ac:spMkLst>
            <pc:docMk/>
            <pc:sldMk cId="510851803" sldId="2147483371"/>
            <ac:spMk id="32" creationId="{78755B7E-EAAF-6694-7F15-C2D7424DB6B6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36:15.855" v="1000" actId="14100"/>
          <ac:spMkLst>
            <pc:docMk/>
            <pc:sldMk cId="510851803" sldId="2147483371"/>
            <ac:spMk id="33" creationId="{C84AE8A4-7F75-B252-4E9C-857F7915B906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34" creationId="{9B1F18A9-AAA1-9986-3580-AF11C646A84C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36:24.360" v="1002" actId="14100"/>
          <ac:spMkLst>
            <pc:docMk/>
            <pc:sldMk cId="510851803" sldId="2147483371"/>
            <ac:spMk id="36" creationId="{69196BAA-AF3A-5855-835C-F3E87EC61EB7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37" creationId="{03DAAE35-BBA2-BEE1-BBBD-C74FD684D2C8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45:42.506" v="1162" actId="14100"/>
          <ac:spMkLst>
            <pc:docMk/>
            <pc:sldMk cId="510851803" sldId="2147483371"/>
            <ac:spMk id="38" creationId="{AE6A78B1-2228-1273-7A06-D2B3B7382B07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39" creationId="{A0C71C31-DEA0-3315-15AD-4EBB8F1442AA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01:15.244" v="1644" actId="404"/>
          <ac:spMkLst>
            <pc:docMk/>
            <pc:sldMk cId="510851803" sldId="2147483371"/>
            <ac:spMk id="40" creationId="{6AC5B126-ED5B-ECD4-C70A-A11C8B13704F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48:00.806" v="1229" actId="1038"/>
          <ac:spMkLst>
            <pc:docMk/>
            <pc:sldMk cId="510851803" sldId="2147483371"/>
            <ac:spMk id="42" creationId="{E958FBF8-C788-97EE-D3FB-E286679CEFE9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46:55.194" v="1185" actId="14100"/>
          <ac:spMkLst>
            <pc:docMk/>
            <pc:sldMk cId="510851803" sldId="2147483371"/>
            <ac:spMk id="43" creationId="{3F578EE1-5174-4A21-C90D-583E584EAD2A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0:56.998" v="1421" actId="1035"/>
          <ac:spMkLst>
            <pc:docMk/>
            <pc:sldMk cId="510851803" sldId="2147483371"/>
            <ac:spMk id="44" creationId="{047CFEC2-76CC-1AD8-4C05-A44853C0B67B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2:28.749" v="1442" actId="6549"/>
          <ac:spMkLst>
            <pc:docMk/>
            <pc:sldMk cId="510851803" sldId="2147483371"/>
            <ac:spMk id="45" creationId="{DAFF2A4D-1CD4-F3AF-9080-9CF3BD41F5EA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6:06.589" v="1544" actId="5793"/>
          <ac:spMkLst>
            <pc:docMk/>
            <pc:sldMk cId="510851803" sldId="2147483371"/>
            <ac:spMk id="46" creationId="{63B5950D-3352-10F9-48BF-553869383759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01:11.520" v="1643" actId="404"/>
          <ac:spMkLst>
            <pc:docMk/>
            <pc:sldMk cId="510851803" sldId="2147483371"/>
            <ac:spMk id="47" creationId="{B6EBD417-EEA9-938F-8C6C-625146633492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49" creationId="{FFD0AB34-44EF-1006-CABA-C220F9F9C17C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50" creationId="{321F6209-0E84-AD96-67F0-DD9135A831B9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47:26.988" v="1214" actId="14100"/>
          <ac:spMkLst>
            <pc:docMk/>
            <pc:sldMk cId="510851803" sldId="2147483371"/>
            <ac:spMk id="51" creationId="{02D80786-AD65-B927-DCD9-BE96072E8ED2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2:52.858" v="1458" actId="14100"/>
          <ac:spMkLst>
            <pc:docMk/>
            <pc:sldMk cId="510851803" sldId="2147483371"/>
            <ac:spMk id="52" creationId="{4CE0B26E-30C1-0CDD-C2B5-299E2F1CE526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53" creationId="{5C5F5155-8972-7875-36AD-269D2DB85337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3:56:12.321" v="1545" actId="14100"/>
          <ac:spMkLst>
            <pc:docMk/>
            <pc:sldMk cId="510851803" sldId="2147483371"/>
            <ac:spMk id="54" creationId="{87F1B44D-D321-D05A-09A1-01E9217EAD9A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27.043" v="2172" actId="1038"/>
          <ac:spMkLst>
            <pc:docMk/>
            <pc:sldMk cId="510851803" sldId="2147483371"/>
            <ac:spMk id="55" creationId="{769A1217-8212-650E-22D0-081D15AA1F5D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27.043" v="2172" actId="1038"/>
          <ac:spMkLst>
            <pc:docMk/>
            <pc:sldMk cId="510851803" sldId="2147483371"/>
            <ac:spMk id="57" creationId="{38475396-9716-DBE4-FEE6-07BA1F9495F3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27.043" v="2172" actId="1038"/>
          <ac:spMkLst>
            <pc:docMk/>
            <pc:sldMk cId="510851803" sldId="2147483371"/>
            <ac:spMk id="58" creationId="{A889ACCA-CBAD-BEBF-3710-20074E118082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27.043" v="2172" actId="1038"/>
          <ac:spMkLst>
            <pc:docMk/>
            <pc:sldMk cId="510851803" sldId="2147483371"/>
            <ac:spMk id="59" creationId="{54283619-24D7-9938-A5C6-F9D1B75391FA}"/>
          </ac:spMkLst>
        </pc:spChg>
        <pc:spChg chg="del mod">
          <ac:chgData name="전윤상/선임/해외CC&amp;S네트워크운영팀" userId="bd3e1220-a525-48b4-939f-9ff561fd6af3" providerId="ADAL" clId="{3FC01BF9-AB6D-4CCF-9AC4-5E78C1C7A736}" dt="2026-05-11T04:15:05.221" v="2035" actId="478"/>
          <ac:spMkLst>
            <pc:docMk/>
            <pc:sldMk cId="510851803" sldId="2147483371"/>
            <ac:spMk id="60" creationId="{09353D86-9D39-C637-2C7B-A97AD7324B31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47:47.341" v="3612" actId="1076"/>
          <ac:spMkLst>
            <pc:docMk/>
            <pc:sldMk cId="510851803" sldId="2147483371"/>
            <ac:spMk id="61" creationId="{491A34F6-B6EE-1286-2D95-EF4BE6C0323E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4:21:55.939" v="2176" actId="1076"/>
          <ac:spMkLst>
            <pc:docMk/>
            <pc:sldMk cId="510851803" sldId="2147483371"/>
            <ac:spMk id="62" creationId="{9C11BED5-C7C4-EE93-CC06-3B1FC5AA5BB5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29:05.909" v="3546"/>
          <ac:spMkLst>
            <pc:docMk/>
            <pc:sldMk cId="510851803" sldId="2147483371"/>
            <ac:spMk id="63" creationId="{7807E5B1-7859-83C5-4662-655492A29818}"/>
          </ac:spMkLst>
        </pc:spChg>
        <pc:spChg chg="mod">
          <ac:chgData name="전윤상/선임/해외CC&amp;S네트워크운영팀" userId="bd3e1220-a525-48b4-939f-9ff561fd6af3" providerId="ADAL" clId="{3FC01BF9-AB6D-4CCF-9AC4-5E78C1C7A736}" dt="2026-05-11T06:45:15.996" v="3574" actId="1036"/>
          <ac:spMkLst>
            <pc:docMk/>
            <pc:sldMk cId="510851803" sldId="2147483371"/>
            <ac:spMk id="65" creationId="{5ADEC51C-02BA-303B-168C-48E24A0B41F3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4:24:44.061" v="2450" actId="478"/>
          <ac:spMkLst>
            <pc:docMk/>
            <pc:sldMk cId="510851803" sldId="2147483371"/>
            <ac:spMk id="66" creationId="{98EAE842-E5FA-C1B9-A675-E5B23ED70F98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80" creationId="{27F4AE07-5CF0-EAAC-2FF6-6F0D5D39C22A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30:01.821" v="2616" actId="1035"/>
          <ac:spMkLst>
            <pc:docMk/>
            <pc:sldMk cId="510851803" sldId="2147483371"/>
            <ac:spMk id="82" creationId="{D858B5D0-9E07-230C-676F-54F3301B6742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03:32.698" v="1664" actId="255"/>
          <ac:spMkLst>
            <pc:docMk/>
            <pc:sldMk cId="510851803" sldId="2147483371"/>
            <ac:spMk id="83" creationId="{A337AD5F-64B6-BE19-3EA8-61A29DF7039C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1:15.942" v="2159" actId="1038"/>
          <ac:spMkLst>
            <pc:docMk/>
            <pc:sldMk cId="510851803" sldId="2147483371"/>
            <ac:spMk id="84" creationId="{91E8492E-6F57-A89E-FF2D-F47DBFBAD929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06:46.441" v="1885" actId="20577"/>
          <ac:spMkLst>
            <pc:docMk/>
            <pc:sldMk cId="510851803" sldId="2147483371"/>
            <ac:spMk id="85" creationId="{4ADFFF4C-DAD0-6B2D-6B5F-77EA62373C7E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04:33.247" v="1723" actId="1035"/>
          <ac:spMkLst>
            <pc:docMk/>
            <pc:sldMk cId="510851803" sldId="2147483371"/>
            <ac:spMk id="90" creationId="{413B7707-15EE-C634-A8B0-650FBC87840A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6:47:37.536" v="3611" actId="1035"/>
          <ac:spMkLst>
            <pc:docMk/>
            <pc:sldMk cId="510851803" sldId="2147483371"/>
            <ac:spMk id="101" creationId="{A60205E5-5473-9EC3-B383-0C72F7C692AF}"/>
          </ac:spMkLst>
        </pc:spChg>
        <pc:spChg chg="add del mod">
          <ac:chgData name="전윤상/선임/해외CC&amp;S네트워크운영팀" userId="bd3e1220-a525-48b4-939f-9ff561fd6af3" providerId="ADAL" clId="{3FC01BF9-AB6D-4CCF-9AC4-5E78C1C7A736}" dt="2026-05-11T04:24:29.022" v="2449" actId="478"/>
          <ac:spMkLst>
            <pc:docMk/>
            <pc:sldMk cId="510851803" sldId="2147483371"/>
            <ac:spMk id="103" creationId="{36FE7D40-CF4F-91A5-83A0-D36BC756BC6B}"/>
          </ac:spMkLst>
        </pc:spChg>
        <pc:spChg chg="add mod">
          <ac:chgData name="전윤상/선임/해외CC&amp;S네트워크운영팀" userId="bd3e1220-a525-48b4-939f-9ff561fd6af3" providerId="ADAL" clId="{3FC01BF9-AB6D-4CCF-9AC4-5E78C1C7A736}" dt="2026-05-11T04:24:49.745" v="2451"/>
          <ac:spMkLst>
            <pc:docMk/>
            <pc:sldMk cId="510851803" sldId="2147483371"/>
            <ac:spMk id="104" creationId="{619FFF42-CB28-9F7E-EEA9-BB279D064DC5}"/>
          </ac:spMkLst>
        </pc:spChg>
        <pc:picChg chg="mod">
          <ac:chgData name="전윤상/선임/해외CC&amp;S네트워크운영팀" userId="bd3e1220-a525-48b4-939f-9ff561fd6af3" providerId="ADAL" clId="{3FC01BF9-AB6D-4CCF-9AC4-5E78C1C7A736}" dt="2026-05-11T04:13:15.056" v="2023" actId="1035"/>
          <ac:picMkLst>
            <pc:docMk/>
            <pc:sldMk cId="510851803" sldId="2147483371"/>
            <ac:picMk id="21" creationId="{19EE6074-A65E-EFA7-3597-7B7FC4F8D498}"/>
          </ac:picMkLst>
        </pc:picChg>
        <pc:picChg chg="del">
          <ac:chgData name="전윤상/선임/해외CC&amp;S네트워크운영팀" userId="bd3e1220-a525-48b4-939f-9ff561fd6af3" providerId="ADAL" clId="{3FC01BF9-AB6D-4CCF-9AC4-5E78C1C7A736}" dt="2026-05-11T03:50:35.148" v="1417" actId="478"/>
          <ac:picMkLst>
            <pc:docMk/>
            <pc:sldMk cId="510851803" sldId="2147483371"/>
            <ac:picMk id="22" creationId="{4375CE40-1883-FFFF-F206-FAD5588FF0C4}"/>
          </ac:picMkLst>
        </pc:picChg>
        <pc:picChg chg="mod">
          <ac:chgData name="전윤상/선임/해외CC&amp;S네트워크운영팀" userId="bd3e1220-a525-48b4-939f-9ff561fd6af3" providerId="ADAL" clId="{3FC01BF9-AB6D-4CCF-9AC4-5E78C1C7A736}" dt="2026-05-11T04:13:15.056" v="2023" actId="1035"/>
          <ac:picMkLst>
            <pc:docMk/>
            <pc:sldMk cId="510851803" sldId="2147483371"/>
            <ac:picMk id="23" creationId="{9ABFC049-8F20-D622-BACA-66EE8F995C2E}"/>
          </ac:picMkLst>
        </pc:picChg>
        <pc:picChg chg="mod">
          <ac:chgData name="전윤상/선임/해외CC&amp;S네트워크운영팀" userId="bd3e1220-a525-48b4-939f-9ff561fd6af3" providerId="ADAL" clId="{3FC01BF9-AB6D-4CCF-9AC4-5E78C1C7A736}" dt="2026-05-11T04:13:15.056" v="2023" actId="1035"/>
          <ac:picMkLst>
            <pc:docMk/>
            <pc:sldMk cId="510851803" sldId="2147483371"/>
            <ac:picMk id="24" creationId="{66869AD6-86A7-50AC-6EB9-36DC3CD975E6}"/>
          </ac:picMkLst>
        </pc:picChg>
        <pc:picChg chg="mod">
          <ac:chgData name="전윤상/선임/해외CC&amp;S네트워크운영팀" userId="bd3e1220-a525-48b4-939f-9ff561fd6af3" providerId="ADAL" clId="{3FC01BF9-AB6D-4CCF-9AC4-5E78C1C7A736}" dt="2026-05-11T04:13:15.056" v="2023" actId="1035"/>
          <ac:picMkLst>
            <pc:docMk/>
            <pc:sldMk cId="510851803" sldId="2147483371"/>
            <ac:picMk id="25" creationId="{0F4CE109-6A6C-18DD-8260-925A647CBD42}"/>
          </ac:picMkLst>
        </pc:picChg>
        <pc:picChg chg="del">
          <ac:chgData name="전윤상/선임/해외CC&amp;S네트워크운영팀" userId="bd3e1220-a525-48b4-939f-9ff561fd6af3" providerId="ADAL" clId="{3FC01BF9-AB6D-4CCF-9AC4-5E78C1C7A736}" dt="2026-05-11T03:59:01.144" v="1604" actId="478"/>
          <ac:picMkLst>
            <pc:docMk/>
            <pc:sldMk cId="510851803" sldId="2147483371"/>
            <ac:picMk id="67" creationId="{446232D9-C90A-3564-AB99-28082BEA1857}"/>
          </ac:picMkLst>
        </pc:picChg>
        <pc:picChg chg="del">
          <ac:chgData name="전윤상/선임/해외CC&amp;S네트워크운영팀" userId="bd3e1220-a525-48b4-939f-9ff561fd6af3" providerId="ADAL" clId="{3FC01BF9-AB6D-4CCF-9AC4-5E78C1C7A736}" dt="2026-05-11T03:59:00.634" v="1603" actId="478"/>
          <ac:picMkLst>
            <pc:docMk/>
            <pc:sldMk cId="510851803" sldId="2147483371"/>
            <ac:picMk id="68" creationId="{5DF1204E-1045-EF89-D12B-9253B60BC7C0}"/>
          </ac:picMkLst>
        </pc:picChg>
        <pc:picChg chg="add mod">
          <ac:chgData name="전윤상/선임/해외CC&amp;S네트워크운영팀" userId="bd3e1220-a525-48b4-939f-9ff561fd6af3" providerId="ADAL" clId="{3FC01BF9-AB6D-4CCF-9AC4-5E78C1C7A736}" dt="2026-05-11T04:13:15.056" v="2023" actId="1035"/>
          <ac:picMkLst>
            <pc:docMk/>
            <pc:sldMk cId="510851803" sldId="2147483371"/>
            <ac:picMk id="87" creationId="{C2B75922-39C8-E6C0-DCB1-81B7D1390117}"/>
          </ac:picMkLst>
        </pc:picChg>
        <pc:picChg chg="add del mod">
          <ac:chgData name="전윤상/선임/해외CC&amp;S네트워크운영팀" userId="bd3e1220-a525-48b4-939f-9ff561fd6af3" providerId="ADAL" clId="{3FC01BF9-AB6D-4CCF-9AC4-5E78C1C7A736}" dt="2026-05-11T04:05:13.855" v="1724" actId="478"/>
          <ac:picMkLst>
            <pc:docMk/>
            <pc:sldMk cId="510851803" sldId="2147483371"/>
            <ac:picMk id="88" creationId="{58479ADA-56D9-083C-DE29-73BA32A5ADA6}"/>
          </ac:picMkLst>
        </pc:picChg>
        <pc:picChg chg="add mod">
          <ac:chgData name="전윤상/선임/해외CC&amp;S네트워크운영팀" userId="bd3e1220-a525-48b4-939f-9ff561fd6af3" providerId="ADAL" clId="{3FC01BF9-AB6D-4CCF-9AC4-5E78C1C7A736}" dt="2026-05-11T04:13:23.126" v="2024" actId="1076"/>
          <ac:picMkLst>
            <pc:docMk/>
            <pc:sldMk cId="510851803" sldId="2147483371"/>
            <ac:picMk id="98" creationId="{669A2D44-F2DB-7E1D-7434-0666A52D35B3}"/>
          </ac:picMkLst>
        </pc:picChg>
        <pc:picChg chg="add mod">
          <ac:chgData name="전윤상/선임/해외CC&amp;S네트워크운영팀" userId="bd3e1220-a525-48b4-939f-9ff561fd6af3" providerId="ADAL" clId="{3FC01BF9-AB6D-4CCF-9AC4-5E78C1C7A736}" dt="2026-05-11T04:13:28.984" v="2025" actId="1076"/>
          <ac:picMkLst>
            <pc:docMk/>
            <pc:sldMk cId="510851803" sldId="2147483371"/>
            <ac:picMk id="99" creationId="{98067986-A72E-D048-F3C7-262A6A7B749E}"/>
          </ac:picMkLst>
        </pc:picChg>
        <pc:picChg chg="add del mod">
          <ac:chgData name="전윤상/선임/해외CC&amp;S네트워크운영팀" userId="bd3e1220-a525-48b4-939f-9ff561fd6af3" providerId="ADAL" clId="{3FC01BF9-AB6D-4CCF-9AC4-5E78C1C7A736}" dt="2026-05-11T04:12:55.675" v="2017" actId="478"/>
          <ac:picMkLst>
            <pc:docMk/>
            <pc:sldMk cId="510851803" sldId="2147483371"/>
            <ac:picMk id="100" creationId="{5512B951-4584-C8D1-EC3E-35CE9E33F0A2}"/>
          </ac:picMkLst>
        </pc:picChg>
        <pc:cxnChg chg="mod">
          <ac:chgData name="전윤상/선임/해외CC&amp;S네트워크운영팀" userId="bd3e1220-a525-48b4-939f-9ff561fd6af3" providerId="ADAL" clId="{3FC01BF9-AB6D-4CCF-9AC4-5E78C1C7A736}" dt="2026-05-11T03:59:32.711" v="1619" actId="1035"/>
          <ac:cxnSpMkLst>
            <pc:docMk/>
            <pc:sldMk cId="510851803" sldId="2147483371"/>
            <ac:cxnSpMk id="13" creationId="{75339CD1-8024-E31E-1121-EFB16C989B77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3:59:32.711" v="1619" actId="1035"/>
          <ac:cxnSpMkLst>
            <pc:docMk/>
            <pc:sldMk cId="510851803" sldId="2147483371"/>
            <ac:cxnSpMk id="15" creationId="{DF2DA3C1-288B-D097-93C7-B372F7C6E0F7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3:59:32.711" v="1619" actId="1035"/>
          <ac:cxnSpMkLst>
            <pc:docMk/>
            <pc:sldMk cId="510851803" sldId="2147483371"/>
            <ac:cxnSpMk id="17" creationId="{226EDC6E-57A8-148B-91AD-C8DF9F828154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3:59:32.711" v="1619" actId="1035"/>
          <ac:cxnSpMkLst>
            <pc:docMk/>
            <pc:sldMk cId="510851803" sldId="2147483371"/>
            <ac:cxnSpMk id="19" creationId="{C9BC24F6-BD91-7743-9314-7B5FE493B99A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01:38.752" v="1649" actId="1035"/>
          <ac:cxnSpMkLst>
            <pc:docMk/>
            <pc:sldMk cId="510851803" sldId="2147483371"/>
            <ac:cxnSpMk id="30" creationId="{CBFE7DDF-41EE-E79D-5FC0-8C01DEE32FB5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01:38.752" v="1649" actId="1035"/>
          <ac:cxnSpMkLst>
            <pc:docMk/>
            <pc:sldMk cId="510851803" sldId="2147483371"/>
            <ac:cxnSpMk id="35" creationId="{D51E9FDC-0F04-37C4-FCD8-6CF296F7A81E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01:38.752" v="1649" actId="1035"/>
          <ac:cxnSpMkLst>
            <pc:docMk/>
            <pc:sldMk cId="510851803" sldId="2147483371"/>
            <ac:cxnSpMk id="41" creationId="{AB4BB30D-1059-CC07-C8AC-C97B507A33E9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01:38.752" v="1649" actId="1035"/>
          <ac:cxnSpMkLst>
            <pc:docMk/>
            <pc:sldMk cId="510851803" sldId="2147483371"/>
            <ac:cxnSpMk id="48" creationId="{7CA1F243-C072-025E-2E65-25B095D48F98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10:07.074" v="1978" actId="14100"/>
          <ac:cxnSpMkLst>
            <pc:docMk/>
            <pc:sldMk cId="510851803" sldId="2147483371"/>
            <ac:cxnSpMk id="56" creationId="{7CB25983-6B25-E09F-0927-7F3C6E462520}"/>
          </ac:cxnSpMkLst>
        </pc:cxnChg>
        <pc:cxnChg chg="mod">
          <ac:chgData name="전윤상/선임/해외CC&amp;S네트워크운영팀" userId="bd3e1220-a525-48b4-939f-9ff561fd6af3" providerId="ADAL" clId="{3FC01BF9-AB6D-4CCF-9AC4-5E78C1C7A736}" dt="2026-05-11T04:21:32.933" v="2173" actId="14100"/>
          <ac:cxnSpMkLst>
            <pc:docMk/>
            <pc:sldMk cId="510851803" sldId="2147483371"/>
            <ac:cxnSpMk id="64" creationId="{91BE446F-B27D-CE9A-E50B-DB83AA4542AE}"/>
          </ac:cxnSpMkLst>
        </pc:cxnChg>
        <pc:cxnChg chg="add mod">
          <ac:chgData name="전윤상/선임/해외CC&amp;S네트워크운영팀" userId="bd3e1220-a525-48b4-939f-9ff561fd6af3" providerId="ADAL" clId="{3FC01BF9-AB6D-4CCF-9AC4-5E78C1C7A736}" dt="2026-05-11T03:59:51.867" v="1624" actId="14100"/>
          <ac:cxnSpMkLst>
            <pc:docMk/>
            <pc:sldMk cId="510851803" sldId="2147483371"/>
            <ac:cxnSpMk id="81" creationId="{174E6E98-E81B-D74C-76CA-BFEA8537F868}"/>
          </ac:cxnSpMkLst>
        </pc:cxnChg>
        <pc:cxnChg chg="add mod">
          <ac:chgData name="전윤상/선임/해외CC&amp;S네트워크운영팀" userId="bd3e1220-a525-48b4-939f-9ff561fd6af3" providerId="ADAL" clId="{3FC01BF9-AB6D-4CCF-9AC4-5E78C1C7A736}" dt="2026-05-11T04:01:49.120" v="1650" actId="14100"/>
          <ac:cxnSpMkLst>
            <pc:docMk/>
            <pc:sldMk cId="510851803" sldId="2147483371"/>
            <ac:cxnSpMk id="86" creationId="{ED145C18-2ADD-5D9C-32A3-613314FB9AD3}"/>
          </ac:cxnSpMkLst>
        </pc:cxnChg>
      </pc:sldChg>
    </pc:docChg>
  </pc:docChgLst>
  <pc:docChgLst>
    <pc:chgData name="송범준/책임/해외CC&amp;S네트워크운영팀" userId="5dffadd8-486e-4323-8aaa-7f3e9df9f4f7" providerId="ADAL" clId="{6FD1EAFC-B18E-4E71-9622-5E4B96FD6C99}"/>
    <pc:docChg chg="undo custSel addSld modSld">
      <pc:chgData name="송범준/책임/해외CC&amp;S네트워크운영팀" userId="5dffadd8-486e-4323-8aaa-7f3e9df9f4f7" providerId="ADAL" clId="{6FD1EAFC-B18E-4E71-9622-5E4B96FD6C99}" dt="2026-05-12T07:09:05.633" v="2021" actId="27918"/>
      <pc:docMkLst>
        <pc:docMk/>
      </pc:docMkLst>
      <pc:sldChg chg="addSp delSp modSp mod setBg">
        <pc:chgData name="송범준/책임/해외CC&amp;S네트워크운영팀" userId="5dffadd8-486e-4323-8aaa-7f3e9df9f4f7" providerId="ADAL" clId="{6FD1EAFC-B18E-4E71-9622-5E4B96FD6C99}" dt="2026-05-12T07:09:05.633" v="2021" actId="27918"/>
        <pc:sldMkLst>
          <pc:docMk/>
          <pc:sldMk cId="1534422238" sldId="287"/>
        </pc:sldMkLst>
        <pc:spChg chg="mod">
          <ac:chgData name="송범준/책임/해외CC&amp;S네트워크운영팀" userId="5dffadd8-486e-4323-8aaa-7f3e9df9f4f7" providerId="ADAL" clId="{6FD1EAFC-B18E-4E71-9622-5E4B96FD6C99}" dt="2026-05-11T05:49:09.977" v="651" actId="1037"/>
          <ac:spMkLst>
            <pc:docMk/>
            <pc:sldMk cId="1534422238" sldId="287"/>
            <ac:spMk id="7" creationId="{43B49494-EC8B-099D-CAD1-9B8B684226C6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49:09.977" v="651" actId="1037"/>
          <ac:spMkLst>
            <pc:docMk/>
            <pc:sldMk cId="1534422238" sldId="287"/>
            <ac:spMk id="8" creationId="{DA18BF0E-2BFE-D2F5-F316-4D701F42E7BE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16:31.531" v="46" actId="255"/>
          <ac:spMkLst>
            <pc:docMk/>
            <pc:sldMk cId="1534422238" sldId="287"/>
            <ac:spMk id="10" creationId="{388DCCF1-10A2-694B-0FE6-C52908FBEF2B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58:29.871" v="697" actId="1037"/>
          <ac:spMkLst>
            <pc:docMk/>
            <pc:sldMk cId="1534422238" sldId="287"/>
            <ac:spMk id="12" creationId="{618D235C-20C8-B838-9CB9-E6E1DFAEC239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16:31.531" v="46" actId="255"/>
          <ac:spMkLst>
            <pc:docMk/>
            <pc:sldMk cId="1534422238" sldId="287"/>
            <ac:spMk id="13" creationId="{0836A689-101D-5EC0-1FE3-7537B0E184E2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49:26.601" v="661" actId="1038"/>
          <ac:spMkLst>
            <pc:docMk/>
            <pc:sldMk cId="1534422238" sldId="287"/>
            <ac:spMk id="14" creationId="{C74720F0-47B2-85FC-2408-F5D9AA37167B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0:05:37.507" v="1690" actId="6549"/>
          <ac:spMkLst>
            <pc:docMk/>
            <pc:sldMk cId="1534422238" sldId="287"/>
            <ac:spMk id="22" creationId="{F851A64D-F772-5069-329C-F62394284B0B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13:25.116" v="1738" actId="20577"/>
          <ac:spMkLst>
            <pc:docMk/>
            <pc:sldMk cId="1534422238" sldId="287"/>
            <ac:spMk id="25" creationId="{51C7A89A-833B-F32F-DE3B-CA500F0AFDDB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13:21.474" v="1737" actId="20577"/>
          <ac:spMkLst>
            <pc:docMk/>
            <pc:sldMk cId="1534422238" sldId="287"/>
            <ac:spMk id="26" creationId="{45770B06-1034-345C-F744-0486E67A8858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2:06:35.323" v="1725"/>
          <ac:spMkLst>
            <pc:docMk/>
            <pc:sldMk cId="1534422238" sldId="287"/>
            <ac:spMk id="30" creationId="{61E31336-45B9-93E2-DFCC-0B9176159938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5:27:34.878" v="1997" actId="1076"/>
          <ac:spMkLst>
            <pc:docMk/>
            <pc:sldMk cId="1534422238" sldId="287"/>
            <ac:spMk id="39" creationId="{51D8AC6A-3BE6-5077-3F62-519664900D63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16:46.640" v="55" actId="1037"/>
          <ac:spMkLst>
            <pc:docMk/>
            <pc:sldMk cId="1534422238" sldId="287"/>
            <ac:spMk id="40" creationId="{BD2C73F0-C174-13A6-E2CA-D53C56547492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16:41.998" v="49" actId="1076"/>
          <ac:spMkLst>
            <pc:docMk/>
            <pc:sldMk cId="1534422238" sldId="287"/>
            <ac:spMk id="43" creationId="{3B872CEC-AB1E-9801-BDBA-F8B96B612DD4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16:38.690" v="48" actId="1076"/>
          <ac:spMkLst>
            <pc:docMk/>
            <pc:sldMk cId="1534422238" sldId="287"/>
            <ac:spMk id="44" creationId="{70D1FC8E-7DA2-7E0B-DF01-4C8C2D82E7D8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57:21.208" v="683" actId="1037"/>
          <ac:spMkLst>
            <pc:docMk/>
            <pc:sldMk cId="1534422238" sldId="287"/>
            <ac:spMk id="45" creationId="{11334102-4579-0733-1FD9-DBC0763CDD12}"/>
          </ac:spMkLst>
        </pc:spChg>
        <pc:spChg chg="add mod">
          <ac:chgData name="송범준/책임/해외CC&amp;S네트워크운영팀" userId="5dffadd8-486e-4323-8aaa-7f3e9df9f4f7" providerId="ADAL" clId="{6FD1EAFC-B18E-4E71-9622-5E4B96FD6C99}" dt="2026-05-11T04:48:17.671" v="401"/>
          <ac:spMkLst>
            <pc:docMk/>
            <pc:sldMk cId="1534422238" sldId="287"/>
            <ac:spMk id="51" creationId="{3DBAAE2B-D614-B60A-F6C6-FB52B54EA3E0}"/>
          </ac:spMkLst>
        </pc:spChg>
        <pc:spChg chg="add del mod">
          <ac:chgData name="송범준/책임/해외CC&amp;S네트워크운영팀" userId="5dffadd8-486e-4323-8aaa-7f3e9df9f4f7" providerId="ADAL" clId="{6FD1EAFC-B18E-4E71-9622-5E4B96FD6C99}" dt="2026-05-11T05:14:04.958" v="537" actId="478"/>
          <ac:spMkLst>
            <pc:docMk/>
            <pc:sldMk cId="1534422238" sldId="287"/>
            <ac:spMk id="52" creationId="{55A583F5-836D-F9E0-3DD3-97CCAE1818E3}"/>
          </ac:spMkLst>
        </pc:spChg>
        <pc:spChg chg="add del mod">
          <ac:chgData name="송범준/책임/해외CC&amp;S네트워크운영팀" userId="5dffadd8-486e-4323-8aaa-7f3e9df9f4f7" providerId="ADAL" clId="{6FD1EAFC-B18E-4E71-9622-5E4B96FD6C99}" dt="2026-05-12T05:19:22.213" v="1941" actId="478"/>
          <ac:spMkLst>
            <pc:docMk/>
            <pc:sldMk cId="1534422238" sldId="287"/>
            <ac:spMk id="62" creationId="{54BEE60B-6926-3217-F6CB-B0FE73541031}"/>
          </ac:spMkLst>
        </pc:spChg>
        <pc:spChg chg="add del mod">
          <ac:chgData name="송범준/책임/해외CC&amp;S네트워크운영팀" userId="5dffadd8-486e-4323-8aaa-7f3e9df9f4f7" providerId="ADAL" clId="{6FD1EAFC-B18E-4E71-9622-5E4B96FD6C99}" dt="2026-05-12T05:19:22.213" v="1941" actId="478"/>
          <ac:spMkLst>
            <pc:docMk/>
            <pc:sldMk cId="1534422238" sldId="287"/>
            <ac:spMk id="63" creationId="{2A9C54D9-0462-E3E5-E304-32CC259C5996}"/>
          </ac:spMkLst>
        </pc:spChg>
        <pc:spChg chg="add del mod">
          <ac:chgData name="송범준/책임/해외CC&amp;S네트워크운영팀" userId="5dffadd8-486e-4323-8aaa-7f3e9df9f4f7" providerId="ADAL" clId="{6FD1EAFC-B18E-4E71-9622-5E4B96FD6C99}" dt="2026-05-12T05:19:22.213" v="1941" actId="478"/>
          <ac:spMkLst>
            <pc:docMk/>
            <pc:sldMk cId="1534422238" sldId="287"/>
            <ac:spMk id="64" creationId="{3F11C8A9-5E4D-0156-EA86-3136C8C28FBF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57:21.208" v="683" actId="1037"/>
          <ac:spMkLst>
            <pc:docMk/>
            <pc:sldMk cId="1534422238" sldId="287"/>
            <ac:spMk id="69" creationId="{5449628B-FD3D-619A-BAA9-A88C7722A36F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3:57.251" v="1745" actId="14100"/>
          <ac:spMkLst>
            <pc:docMk/>
            <pc:sldMk cId="1534422238" sldId="287"/>
            <ac:spMk id="80" creationId="{433FC67E-9A5D-DE43-A671-EF24B5ED05CB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3:39.376" v="1744" actId="1035"/>
          <ac:spMkLst>
            <pc:docMk/>
            <pc:sldMk cId="1534422238" sldId="287"/>
            <ac:spMk id="81" creationId="{0C343C65-938C-3603-0176-4CB858F523D8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4:31.807" v="1763" actId="1037"/>
          <ac:spMkLst>
            <pc:docMk/>
            <pc:sldMk cId="1534422238" sldId="287"/>
            <ac:spMk id="117" creationId="{5B1719F4-C573-924D-C53D-7EFB41880071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5:50:49.035" v="1998" actId="20577"/>
          <ac:spMkLst>
            <pc:docMk/>
            <pc:sldMk cId="1534422238" sldId="287"/>
            <ac:spMk id="123" creationId="{9640A2EC-F54C-8835-5D7E-11889C4F6F25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6:11:43.062" v="2000" actId="255"/>
          <ac:spMkLst>
            <pc:docMk/>
            <pc:sldMk cId="1534422238" sldId="287"/>
            <ac:spMk id="133" creationId="{E2C767C0-D254-6833-DC9B-0E799737F2AE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6:11:34.674" v="1999" actId="255"/>
          <ac:spMkLst>
            <pc:docMk/>
            <pc:sldMk cId="1534422238" sldId="287"/>
            <ac:spMk id="134" creationId="{6EDA3DA8-D81C-EAAA-B725-98E5DE0E80B3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2:07:47.918" v="1726" actId="20577"/>
          <ac:spMkLst>
            <pc:docMk/>
            <pc:sldMk cId="1534422238" sldId="287"/>
            <ac:spMk id="145" creationId="{AC6B8809-BF67-A5DD-7B76-4865AB0AF80E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5:19.283" v="1768" actId="1035"/>
          <ac:spMkLst>
            <pc:docMk/>
            <pc:sldMk cId="1534422238" sldId="287"/>
            <ac:spMk id="153" creationId="{1A86958E-7814-DD0E-9CAC-44473F2A4FFA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5:19.283" v="1768" actId="1035"/>
          <ac:spMkLst>
            <pc:docMk/>
            <pc:sldMk cId="1534422238" sldId="287"/>
            <ac:spMk id="154" creationId="{7B67D162-E7A4-A634-504B-55A16B78C067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5:19.283" v="1768" actId="1035"/>
          <ac:spMkLst>
            <pc:docMk/>
            <pc:sldMk cId="1534422238" sldId="287"/>
            <ac:spMk id="155" creationId="{BEC8460B-E1ED-5CBD-E2A1-5477EDEBF5EC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4:25:19.283" v="1768" actId="1035"/>
          <ac:spMkLst>
            <pc:docMk/>
            <pc:sldMk cId="1534422238" sldId="287"/>
            <ac:spMk id="156" creationId="{85F6C46F-A0E8-2BAE-82A9-56856221C7C3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5:02:14.835" v="535" actId="14100"/>
          <ac:spMkLst>
            <pc:docMk/>
            <pc:sldMk cId="1534422238" sldId="287"/>
            <ac:spMk id="162" creationId="{A3C0D4F2-8CB3-3DAE-763D-FCAEDDB10333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2T05:20:05.011" v="1996" actId="20577"/>
          <ac:spMkLst>
            <pc:docMk/>
            <pc:sldMk cId="1534422238" sldId="287"/>
            <ac:spMk id="163" creationId="{121D5112-10A3-8126-C15D-3093EBD91AC5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53:33.388" v="531" actId="207"/>
          <ac:spMkLst>
            <pc:docMk/>
            <pc:sldMk cId="1534422238" sldId="287"/>
            <ac:spMk id="181" creationId="{BAB83833-35BC-8480-08D5-61A3E4F8F2B9}"/>
          </ac:spMkLst>
        </pc:spChg>
        <pc:graphicFrameChg chg="add del mod modGraphic">
          <ac:chgData name="송범준/책임/해외CC&amp;S네트워크운영팀" userId="5dffadd8-486e-4323-8aaa-7f3e9df9f4f7" providerId="ADAL" clId="{6FD1EAFC-B18E-4E71-9622-5E4B96FD6C99}" dt="2026-05-12T00:05:10.832" v="1689" actId="20577"/>
          <ac:graphicFrameMkLst>
            <pc:docMk/>
            <pc:sldMk cId="1534422238" sldId="287"/>
            <ac:graphicFrameMk id="3" creationId="{DCEC9888-CAC1-9393-57F1-7587D7A75870}"/>
          </ac:graphicFrameMkLst>
        </pc:graphicFrameChg>
        <pc:graphicFrameChg chg="modGraphic">
          <ac:chgData name="송범준/책임/해외CC&amp;S네트워크운영팀" userId="5dffadd8-486e-4323-8aaa-7f3e9df9f4f7" providerId="ADAL" clId="{6FD1EAFC-B18E-4E71-9622-5E4B96FD6C99}" dt="2026-05-11T08:24:15.627" v="1357" actId="20577"/>
          <ac:graphicFrameMkLst>
            <pc:docMk/>
            <pc:sldMk cId="1534422238" sldId="287"/>
            <ac:graphicFrameMk id="6" creationId="{5DB2B903-B0D8-4C4D-6CF2-F74E4128557C}"/>
          </ac:graphicFrameMkLst>
        </pc:graphicFrameChg>
        <pc:graphicFrameChg chg="mod">
          <ac:chgData name="송범준/책임/해외CC&amp;S네트워크운영팀" userId="5dffadd8-486e-4323-8aaa-7f3e9df9f4f7" providerId="ADAL" clId="{6FD1EAFC-B18E-4E71-9622-5E4B96FD6C99}" dt="2026-05-12T06:25:00.799" v="2004"/>
          <ac:graphicFrameMkLst>
            <pc:docMk/>
            <pc:sldMk cId="1534422238" sldId="287"/>
            <ac:graphicFrameMk id="82" creationId="{1ED5DB91-FFBF-FAA8-D7CE-EA5498556E53}"/>
          </ac:graphicFrameMkLst>
        </pc:graphicFrameChg>
        <pc:graphicFrameChg chg="mod">
          <ac:chgData name="송범준/책임/해외CC&amp;S네트워크운영팀" userId="5dffadd8-486e-4323-8aaa-7f3e9df9f4f7" providerId="ADAL" clId="{6FD1EAFC-B18E-4E71-9622-5E4B96FD6C99}" dt="2026-05-12T06:25:05.131" v="2006"/>
          <ac:graphicFrameMkLst>
            <pc:docMk/>
            <pc:sldMk cId="1534422238" sldId="287"/>
            <ac:graphicFrameMk id="83" creationId="{5E1F62CA-46B8-5629-642A-5176575E1C2D}"/>
          </ac:graphicFrameMkLst>
        </pc:graphicFrameChg>
        <pc:graphicFrameChg chg="mod modGraphic">
          <ac:chgData name="송범준/책임/해외CC&amp;S네트워크운영팀" userId="5dffadd8-486e-4323-8aaa-7f3e9df9f4f7" providerId="ADAL" clId="{6FD1EAFC-B18E-4E71-9622-5E4B96FD6C99}" dt="2026-05-12T06:39:31.966" v="2018"/>
          <ac:graphicFrameMkLst>
            <pc:docMk/>
            <pc:sldMk cId="1534422238" sldId="287"/>
            <ac:graphicFrameMk id="136" creationId="{F9EB9477-BFE4-5E45-23B2-D200DFBEB31D}"/>
          </ac:graphicFrameMkLst>
        </pc:graphicFrameChg>
        <pc:picChg chg="add mod">
          <ac:chgData name="송범준/책임/해외CC&amp;S네트워크운영팀" userId="5dffadd8-486e-4323-8aaa-7f3e9df9f4f7" providerId="ADAL" clId="{6FD1EAFC-B18E-4E71-9622-5E4B96FD6C99}" dt="2026-05-12T05:19:03.419" v="1931" actId="1076"/>
          <ac:picMkLst>
            <pc:docMk/>
            <pc:sldMk cId="1534422238" sldId="287"/>
            <ac:picMk id="65" creationId="{E3FA21B8-78AC-D227-CED1-2D2759F4FB55}"/>
          </ac:picMkLst>
        </pc:picChg>
        <pc:picChg chg="add mod">
          <ac:chgData name="송범준/책임/해외CC&amp;S네트워크운영팀" userId="5dffadd8-486e-4323-8aaa-7f3e9df9f4f7" providerId="ADAL" clId="{6FD1EAFC-B18E-4E71-9622-5E4B96FD6C99}" dt="2026-05-12T05:19:07.584" v="1932" actId="571"/>
          <ac:picMkLst>
            <pc:docMk/>
            <pc:sldMk cId="1534422238" sldId="287"/>
            <ac:picMk id="66" creationId="{DA25D792-990A-C246-AD15-C8B34B224525}"/>
          </ac:picMkLst>
        </pc:picChg>
        <pc:picChg chg="add mod">
          <ac:chgData name="송범준/책임/해외CC&amp;S네트워크운영팀" userId="5dffadd8-486e-4323-8aaa-7f3e9df9f4f7" providerId="ADAL" clId="{6FD1EAFC-B18E-4E71-9622-5E4B96FD6C99}" dt="2026-05-12T05:19:19.067" v="1940" actId="1037"/>
          <ac:picMkLst>
            <pc:docMk/>
            <pc:sldMk cId="1534422238" sldId="287"/>
            <ac:picMk id="67" creationId="{006E1DD0-362A-601C-D68E-5186EA20CADB}"/>
          </ac:picMkLst>
        </pc:picChg>
        <pc:cxnChg chg="mod">
          <ac:chgData name="송범준/책임/해외CC&amp;S네트워크운영팀" userId="5dffadd8-486e-4323-8aaa-7f3e9df9f4f7" providerId="ADAL" clId="{6FD1EAFC-B18E-4E71-9622-5E4B96FD6C99}" dt="2026-05-11T04:16:31.531" v="46" actId="255"/>
          <ac:cxnSpMkLst>
            <pc:docMk/>
            <pc:sldMk cId="1534422238" sldId="287"/>
            <ac:cxnSpMk id="15" creationId="{74EF024F-57F9-83DD-01A2-AC93B1742A6D}"/>
          </ac:cxnSpMkLst>
        </pc:cxnChg>
        <pc:cxnChg chg="add mod">
          <ac:chgData name="송범준/책임/해외CC&amp;S네트워크운영팀" userId="5dffadd8-486e-4323-8aaa-7f3e9df9f4f7" providerId="ADAL" clId="{6FD1EAFC-B18E-4E71-9622-5E4B96FD6C99}" dt="2026-05-11T05:58:17.382" v="693" actId="1582"/>
          <ac:cxnSpMkLst>
            <pc:docMk/>
            <pc:sldMk cId="1534422238" sldId="287"/>
            <ac:cxnSpMk id="16" creationId="{B1CFF15A-3E11-BD9B-49B0-64E233F8EC0C}"/>
          </ac:cxnSpMkLst>
        </pc:cxnChg>
        <pc:cxnChg chg="mod">
          <ac:chgData name="송범준/책임/해외CC&amp;S네트워크운영팀" userId="5dffadd8-486e-4323-8aaa-7f3e9df9f4f7" providerId="ADAL" clId="{6FD1EAFC-B18E-4E71-9622-5E4B96FD6C99}" dt="2026-05-11T04:16:31.531" v="46" actId="255"/>
          <ac:cxnSpMkLst>
            <pc:docMk/>
            <pc:sldMk cId="1534422238" sldId="287"/>
            <ac:cxnSpMk id="21" creationId="{AAAB75F0-E4CF-6696-EB16-2A4749F5AD7B}"/>
          </ac:cxnSpMkLst>
        </pc:cxnChg>
      </pc:sldChg>
      <pc:sldChg chg="addSp modSp mod">
        <pc:chgData name="송범준/책임/해외CC&amp;S네트워크운영팀" userId="5dffadd8-486e-4323-8aaa-7f3e9df9f4f7" providerId="ADAL" clId="{6FD1EAFC-B18E-4E71-9622-5E4B96FD6C99}" dt="2026-05-11T06:55:09.524" v="826" actId="693"/>
        <pc:sldMkLst>
          <pc:docMk/>
          <pc:sldMk cId="445898898" sldId="289"/>
        </pc:sldMkLst>
        <pc:spChg chg="add mod">
          <ac:chgData name="송범준/책임/해외CC&amp;S네트워크운영팀" userId="5dffadd8-486e-4323-8aaa-7f3e9df9f4f7" providerId="ADAL" clId="{6FD1EAFC-B18E-4E71-9622-5E4B96FD6C99}" dt="2026-05-11T06:55:09.524" v="826" actId="693"/>
          <ac:spMkLst>
            <pc:docMk/>
            <pc:sldMk cId="445898898" sldId="289"/>
            <ac:spMk id="40" creationId="{026C6787-7EE2-73FC-77D9-0BF65848F414}"/>
          </ac:spMkLst>
        </pc:spChg>
      </pc:sldChg>
      <pc:sldChg chg="addSp delSp modSp mod">
        <pc:chgData name="송범준/책임/해외CC&amp;S네트워크운영팀" userId="5dffadd8-486e-4323-8aaa-7f3e9df9f4f7" providerId="ADAL" clId="{6FD1EAFC-B18E-4E71-9622-5E4B96FD6C99}" dt="2026-05-12T04:31:16.703" v="1900" actId="947"/>
        <pc:sldMkLst>
          <pc:docMk/>
          <pc:sldMk cId="2379798460" sldId="290"/>
        </pc:sldMkLst>
        <pc:spChg chg="mod">
          <ac:chgData name="송범준/책임/해외CC&amp;S네트워크운영팀" userId="5dffadd8-486e-4323-8aaa-7f3e9df9f4f7" providerId="ADAL" clId="{6FD1EAFC-B18E-4E71-9622-5E4B96FD6C99}" dt="2026-05-12T04:31:16.703" v="1900" actId="947"/>
          <ac:spMkLst>
            <pc:docMk/>
            <pc:sldMk cId="2379798460" sldId="290"/>
            <ac:spMk id="2" creationId="{042822E6-1821-DE77-5E59-90BF75613B92}"/>
          </ac:spMkLst>
        </pc:spChg>
        <pc:spChg chg="add mod">
          <ac:chgData name="송범준/책임/해외CC&amp;S네트워크운영팀" userId="5dffadd8-486e-4323-8aaa-7f3e9df9f4f7" providerId="ADAL" clId="{6FD1EAFC-B18E-4E71-9622-5E4B96FD6C99}" dt="2026-05-11T04:36:22.827" v="242" actId="1036"/>
          <ac:spMkLst>
            <pc:docMk/>
            <pc:sldMk cId="2379798460" sldId="290"/>
            <ac:spMk id="3" creationId="{347EE9D6-289C-CFAD-7C25-62D20B339750}"/>
          </ac:spMkLst>
        </pc:spChg>
        <pc:spChg chg="del">
          <ac:chgData name="송범준/책임/해외CC&amp;S네트워크운영팀" userId="5dffadd8-486e-4323-8aaa-7f3e9df9f4f7" providerId="ADAL" clId="{6FD1EAFC-B18E-4E71-9622-5E4B96FD6C99}" dt="2026-05-11T04:35:07.078" v="148" actId="21"/>
          <ac:spMkLst>
            <pc:docMk/>
            <pc:sldMk cId="2379798460" sldId="290"/>
            <ac:spMk id="4" creationId="{D7C2750F-DE22-8CB4-0968-857D6913DA7C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54.893" v="263" actId="6549"/>
          <ac:spMkLst>
            <pc:docMk/>
            <pc:sldMk cId="2379798460" sldId="290"/>
            <ac:spMk id="67" creationId="{7E951BCF-3DC9-0A58-C12B-0B7DE3612F11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111" creationId="{A8F3E56A-3E42-791A-24F1-C243346BCFEF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121" creationId="{B4BF9F93-7482-8E48-7F55-38D5CC4DA988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122" creationId="{77C270B6-87B1-0A3F-07E4-2A5B0D513065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128" creationId="{F84A1161-966F-04C1-393C-31561E108629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130" creationId="{40ADC9DA-14B9-4453-308A-CEB19AA54319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207" creationId="{9758FC0B-187F-B8E6-121C-94245C3CC85D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209" creationId="{8173C15A-34B9-FC7C-5C39-0B1A75304109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234" creationId="{CCCCF392-A452-6A62-74D9-0874DB141833}"/>
          </ac:spMkLst>
        </pc:spChg>
        <pc:spChg chg="mod">
          <ac:chgData name="송범준/책임/해외CC&amp;S네트워크운영팀" userId="5dffadd8-486e-4323-8aaa-7f3e9df9f4f7" providerId="ADAL" clId="{6FD1EAFC-B18E-4E71-9622-5E4B96FD6C99}" dt="2026-05-11T04:36:31.987" v="258" actId="1036"/>
          <ac:spMkLst>
            <pc:docMk/>
            <pc:sldMk cId="2379798460" sldId="290"/>
            <ac:spMk id="236" creationId="{BEC42813-37C5-5AB1-4AAD-0108705EA899}"/>
          </ac:spMkLst>
        </pc:spChg>
        <pc:graphicFrameChg chg="modGraphic">
          <ac:chgData name="송범준/책임/해외CC&amp;S네트워크운영팀" userId="5dffadd8-486e-4323-8aaa-7f3e9df9f4f7" providerId="ADAL" clId="{6FD1EAFC-B18E-4E71-9622-5E4B96FD6C99}" dt="2026-05-11T04:31:51.453" v="81" actId="14100"/>
          <ac:graphicFrameMkLst>
            <pc:docMk/>
            <pc:sldMk cId="2379798460" sldId="290"/>
            <ac:graphicFrameMk id="104" creationId="{1755EE8A-B3CA-E391-4EA2-ED706453BA6F}"/>
          </ac:graphicFrameMkLst>
        </pc:graphicFrameChg>
        <pc:picChg chg="mod">
          <ac:chgData name="송범준/책임/해외CC&amp;S네트워크운영팀" userId="5dffadd8-486e-4323-8aaa-7f3e9df9f4f7" providerId="ADAL" clId="{6FD1EAFC-B18E-4E71-9622-5E4B96FD6C99}" dt="2026-05-11T04:31:43.231" v="79" actId="1076"/>
          <ac:picMkLst>
            <pc:docMk/>
            <pc:sldMk cId="2379798460" sldId="290"/>
            <ac:picMk id="233" creationId="{2552AFA7-E4D8-884A-45D2-28E47977FF35}"/>
          </ac:picMkLst>
        </pc:picChg>
        <pc:cxnChg chg="add mod">
          <ac:chgData name="송범준/책임/해외CC&amp;S네트워크운영팀" userId="5dffadd8-486e-4323-8aaa-7f3e9df9f4f7" providerId="ADAL" clId="{6FD1EAFC-B18E-4E71-9622-5E4B96FD6C99}" dt="2026-05-11T04:36:43.767" v="259"/>
          <ac:cxnSpMkLst>
            <pc:docMk/>
            <pc:sldMk cId="2379798460" sldId="290"/>
            <ac:cxnSpMk id="5" creationId="{451B8328-804C-57A4-96FE-82A514BC86F5}"/>
          </ac:cxnSpMkLst>
        </pc:cxnChg>
      </pc:sldChg>
      <pc:sldChg chg="modSp mod">
        <pc:chgData name="송범준/책임/해외CC&amp;S네트워크운영팀" userId="5dffadd8-486e-4323-8aaa-7f3e9df9f4f7" providerId="ADAL" clId="{6FD1EAFC-B18E-4E71-9622-5E4B96FD6C99}" dt="2026-05-11T23:58:28.875" v="1560" actId="20577"/>
        <pc:sldMkLst>
          <pc:docMk/>
          <pc:sldMk cId="1199134014" sldId="291"/>
        </pc:sldMkLst>
        <pc:graphicFrameChg chg="mod modGraphic">
          <ac:chgData name="송범준/책임/해외CC&amp;S네트워크운영팀" userId="5dffadd8-486e-4323-8aaa-7f3e9df9f4f7" providerId="ADAL" clId="{6FD1EAFC-B18E-4E71-9622-5E4B96FD6C99}" dt="2026-05-11T23:58:28.875" v="1560" actId="20577"/>
          <ac:graphicFrameMkLst>
            <pc:docMk/>
            <pc:sldMk cId="1199134014" sldId="291"/>
            <ac:graphicFrameMk id="3" creationId="{4775350B-49E4-8596-A9EF-D46FFC5CB643}"/>
          </ac:graphicFrameMkLst>
        </pc:graphicFrameChg>
      </pc:sldChg>
      <pc:sldChg chg="addSp modSp mod">
        <pc:chgData name="송범준/책임/해외CC&amp;S네트워크운영팀" userId="5dffadd8-486e-4323-8aaa-7f3e9df9f4f7" providerId="ADAL" clId="{6FD1EAFC-B18E-4E71-9622-5E4B96FD6C99}" dt="2026-05-11T23:59:47.194" v="1659" actId="255"/>
        <pc:sldMkLst>
          <pc:docMk/>
          <pc:sldMk cId="2373256447" sldId="2147483356"/>
        </pc:sldMkLst>
        <pc:spChg chg="add mod">
          <ac:chgData name="송범준/책임/해외CC&amp;S네트워크운영팀" userId="5dffadd8-486e-4323-8aaa-7f3e9df9f4f7" providerId="ADAL" clId="{6FD1EAFC-B18E-4E71-9622-5E4B96FD6C99}" dt="2026-05-11T04:34:07.295" v="140"/>
          <ac:spMkLst>
            <pc:docMk/>
            <pc:sldMk cId="2373256447" sldId="2147483356"/>
            <ac:spMk id="2" creationId="{93074B48-50D1-0EDB-6401-B618D26EA214}"/>
          </ac:spMkLst>
        </pc:spChg>
        <pc:graphicFrameChg chg="mod modGraphic">
          <ac:chgData name="송범준/책임/해외CC&amp;S네트워크운영팀" userId="5dffadd8-486e-4323-8aaa-7f3e9df9f4f7" providerId="ADAL" clId="{6FD1EAFC-B18E-4E71-9622-5E4B96FD6C99}" dt="2026-05-11T23:59:47.194" v="1659" actId="255"/>
          <ac:graphicFrameMkLst>
            <pc:docMk/>
            <pc:sldMk cId="2373256447" sldId="2147483356"/>
            <ac:graphicFrameMk id="3" creationId="{33759177-F515-F6E7-8F37-0D8CF630201F}"/>
          </ac:graphicFrameMkLst>
        </pc:graphicFrameChg>
      </pc:sldChg>
      <pc:sldChg chg="addSp modSp add mod">
        <pc:chgData name="송범준/책임/해외CC&amp;S네트워크운영팀" userId="5dffadd8-486e-4323-8aaa-7f3e9df9f4f7" providerId="ADAL" clId="{6FD1EAFC-B18E-4E71-9622-5E4B96FD6C99}" dt="2026-05-12T04:36:57.116" v="1910"/>
        <pc:sldMkLst>
          <pc:docMk/>
          <pc:sldMk cId="4039450384" sldId="2147483372"/>
        </pc:sldMkLst>
        <pc:spChg chg="add mod">
          <ac:chgData name="송범준/책임/해외CC&amp;S네트워크운영팀" userId="5dffadd8-486e-4323-8aaa-7f3e9df9f4f7" providerId="ADAL" clId="{6FD1EAFC-B18E-4E71-9622-5E4B96FD6C99}" dt="2026-05-12T04:31:06.381" v="1899" actId="6549"/>
          <ac:spMkLst>
            <pc:docMk/>
            <pc:sldMk cId="4039450384" sldId="2147483372"/>
            <ac:spMk id="2" creationId="{5B2876D6-2260-C40D-21B2-61795DA2EB2A}"/>
          </ac:spMkLst>
        </pc:spChg>
        <pc:spChg chg="add mod">
          <ac:chgData name="송범준/책임/해외CC&amp;S네트워크운영팀" userId="5dffadd8-486e-4323-8aaa-7f3e9df9f4f7" providerId="ADAL" clId="{6FD1EAFC-B18E-4E71-9622-5E4B96FD6C99}" dt="2026-05-11T04:36:11.390" v="235" actId="1035"/>
          <ac:spMkLst>
            <pc:docMk/>
            <pc:sldMk cId="4039450384" sldId="2147483372"/>
            <ac:spMk id="8" creationId="{93881494-04E1-337A-D27C-76C226420E6F}"/>
          </ac:spMkLst>
        </pc:spChg>
        <pc:spChg chg="add mod">
          <ac:chgData name="송범준/책임/해외CC&amp;S네트워크운영팀" userId="5dffadd8-486e-4323-8aaa-7f3e9df9f4f7" providerId="ADAL" clId="{6FD1EAFC-B18E-4E71-9622-5E4B96FD6C99}" dt="2026-05-11T04:35:10.154" v="149"/>
          <ac:spMkLst>
            <pc:docMk/>
            <pc:sldMk cId="4039450384" sldId="2147483372"/>
            <ac:spMk id="9" creationId="{D7C2750F-DE22-8CB4-0968-857D6913DA7C}"/>
          </ac:spMkLst>
        </pc:spChg>
        <pc:spChg chg="add mod">
          <ac:chgData name="송범준/책임/해외CC&amp;S네트워크운영팀" userId="5dffadd8-486e-4323-8aaa-7f3e9df9f4f7" providerId="ADAL" clId="{6FD1EAFC-B18E-4E71-9622-5E4B96FD6C99}" dt="2026-05-11T04:37:08.987" v="272" actId="1036"/>
          <ac:spMkLst>
            <pc:docMk/>
            <pc:sldMk cId="4039450384" sldId="2147483372"/>
            <ac:spMk id="10" creationId="{07EAAC2D-67FD-09E6-1EE9-441AF342F7B5}"/>
          </ac:spMkLst>
        </pc:spChg>
        <pc:graphicFrameChg chg="mod modGraphic">
          <ac:chgData name="송범준/책임/해외CC&amp;S네트워크운영팀" userId="5dffadd8-486e-4323-8aaa-7f3e9df9f4f7" providerId="ADAL" clId="{6FD1EAFC-B18E-4E71-9622-5E4B96FD6C99}" dt="2026-05-12T04:36:57.116" v="1910"/>
          <ac:graphicFrameMkLst>
            <pc:docMk/>
            <pc:sldMk cId="4039450384" sldId="2147483372"/>
            <ac:graphicFrameMk id="5" creationId="{5EBFCA61-F4B4-A802-FAFA-8B56A9480268}"/>
          </ac:graphicFrameMkLst>
        </pc:graphicFrameChg>
        <pc:picChg chg="add mod">
          <ac:chgData name="송범준/책임/해외CC&amp;S네트워크운영팀" userId="5dffadd8-486e-4323-8aaa-7f3e9df9f4f7" providerId="ADAL" clId="{6FD1EAFC-B18E-4E71-9622-5E4B96FD6C99}" dt="2026-05-11T04:36:03.861" v="226" actId="1035"/>
          <ac:picMkLst>
            <pc:docMk/>
            <pc:sldMk cId="4039450384" sldId="2147483372"/>
            <ac:picMk id="3" creationId="{E708F347-0768-3DF3-17EA-CEC3C1AEF0A5}"/>
          </ac:picMkLst>
        </pc:picChg>
        <pc:picChg chg="add mod">
          <ac:chgData name="송범준/책임/해외CC&amp;S네트워크운영팀" userId="5dffadd8-486e-4323-8aaa-7f3e9df9f4f7" providerId="ADAL" clId="{6FD1EAFC-B18E-4E71-9622-5E4B96FD6C99}" dt="2026-05-12T04:30:45.425" v="1870" actId="1036"/>
          <ac:picMkLst>
            <pc:docMk/>
            <pc:sldMk cId="4039450384" sldId="2147483372"/>
            <ac:picMk id="4" creationId="{F712DBD8-5DF3-655F-4E20-5D2383F97D40}"/>
          </ac:picMkLst>
        </pc:picChg>
        <pc:cxnChg chg="add mod">
          <ac:chgData name="송범준/책임/해외CC&amp;S네트워크운영팀" userId="5dffadd8-486e-4323-8aaa-7f3e9df9f4f7" providerId="ADAL" clId="{6FD1EAFC-B18E-4E71-9622-5E4B96FD6C99}" dt="2026-05-11T04:36:03.861" v="226" actId="1035"/>
          <ac:cxnSpMkLst>
            <pc:docMk/>
            <pc:sldMk cId="4039450384" sldId="2147483372"/>
            <ac:cxnSpMk id="7" creationId="{902EE527-C92C-8897-F5C2-5ACA422FAAA1}"/>
          </ac:cxnSpMkLst>
        </pc:cxnChg>
        <pc:cxnChg chg="add mod">
          <ac:chgData name="송범준/책임/해외CC&amp;S네트워크운영팀" userId="5dffadd8-486e-4323-8aaa-7f3e9df9f4f7" providerId="ADAL" clId="{6FD1EAFC-B18E-4E71-9622-5E4B96FD6C99}" dt="2026-05-11T04:35:52.336" v="214"/>
          <ac:cxnSpMkLst>
            <pc:docMk/>
            <pc:sldMk cId="4039450384" sldId="2147483372"/>
            <ac:cxnSpMk id="11" creationId="{4A6F28B8-63E2-41DF-F20E-210EA77B8577}"/>
          </ac:cxnSpMkLst>
        </pc:cxnChg>
      </pc:sldChg>
    </pc:docChg>
  </pc:docChgLst>
  <pc:docChgLst>
    <pc:chgData name="송범준/책임/해외CC&amp;S네트워크운영팀" userId="S::beomjun.song@lge.com::5dffadd8-486e-4323-8aaa-7f3e9df9f4f7" providerId="AD" clId="Web-{30E017E9-FB11-AA69-13F1-4D4D601AA3EC}"/>
    <pc:docChg chg="modSld">
      <pc:chgData name="송범준/책임/해외CC&amp;S네트워크운영팀" userId="S::beomjun.song@lge.com::5dffadd8-486e-4323-8aaa-7f3e9df9f4f7" providerId="AD" clId="Web-{30E017E9-FB11-AA69-13F1-4D4D601AA3EC}" dt="2026-05-11T04:09:35.273" v="25" actId="1076"/>
      <pc:docMkLst>
        <pc:docMk/>
      </pc:docMkLst>
      <pc:sldChg chg="addSp delSp modSp">
        <pc:chgData name="송범준/책임/해외CC&amp;S네트워크운영팀" userId="S::beomjun.song@lge.com::5dffadd8-486e-4323-8aaa-7f3e9df9f4f7" providerId="AD" clId="Web-{30E017E9-FB11-AA69-13F1-4D4D601AA3EC}" dt="2026-05-11T04:09:35.273" v="25" actId="1076"/>
        <pc:sldMkLst>
          <pc:docMk/>
          <pc:sldMk cId="1534422238" sldId="287"/>
        </pc:sldMkLst>
        <pc:graphicFrameChg chg="add del mod modGraphic">
          <ac:chgData name="송범준/책임/해외CC&amp;S네트워크운영팀" userId="S::beomjun.song@lge.com::5dffadd8-486e-4323-8aaa-7f3e9df9f4f7" providerId="AD" clId="Web-{30E017E9-FB11-AA69-13F1-4D4D601AA3EC}" dt="2026-05-11T04:09:35.273" v="25" actId="1076"/>
          <ac:graphicFrameMkLst>
            <pc:docMk/>
            <pc:sldMk cId="1534422238" sldId="287"/>
            <ac:graphicFrameMk id="5" creationId="{7827504E-AE69-8374-AF17-9846767F19AA}"/>
          </ac:graphicFrameMkLst>
        </pc:graphicFrameChg>
        <pc:graphicFrameChg chg="del mod modGraphic">
          <ac:chgData name="송범준/책임/해외CC&amp;S네트워크운영팀" userId="S::beomjun.song@lge.com::5dffadd8-486e-4323-8aaa-7f3e9df9f4f7" providerId="AD" clId="Web-{30E017E9-FB11-AA69-13F1-4D4D601AA3EC}" dt="2026-05-11T04:08:51.021" v="15"/>
          <ac:graphicFrameMkLst>
            <pc:docMk/>
            <pc:sldMk cId="1534422238" sldId="287"/>
            <ac:graphicFrameMk id="9" creationId="{68145A3C-220F-2BD8-E138-F6D9E455FA54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30E017E9-FB11-AA69-13F1-4D4D601AA3EC}" dt="2026-05-11T04:09:29.694" v="23"/>
          <ac:graphicFrameMkLst>
            <pc:docMk/>
            <pc:sldMk cId="1534422238" sldId="287"/>
            <ac:graphicFrameMk id="17" creationId="{9C31BA70-F459-794C-FF0B-BD42BF51FA6F}"/>
          </ac:graphicFrameMkLst>
        </pc:graphicFrameChg>
      </pc:sldChg>
    </pc:docChg>
  </pc:docChgLst>
  <pc:docChgLst>
    <pc:chgData name="김보경/선임/해외CC&amp;S네트워크운영팀" userId="S::bokyung02.kim@lge.com::8485ec85-8704-4a2f-afff-a1acfaebc22d" providerId="AD" clId="Web-{B6E45E04-FA8C-6B30-A72F-E5AC0132A2B3}"/>
    <pc:docChg chg="modSld">
      <pc:chgData name="김보경/선임/해외CC&amp;S네트워크운영팀" userId="S::bokyung02.kim@lge.com::8485ec85-8704-4a2f-afff-a1acfaebc22d" providerId="AD" clId="Web-{B6E45E04-FA8C-6B30-A72F-E5AC0132A2B3}" dt="2026-05-12T04:45:42.776" v="3" actId="20577"/>
      <pc:docMkLst>
        <pc:docMk/>
      </pc:docMkLst>
      <pc:sldChg chg="modSp">
        <pc:chgData name="김보경/선임/해외CC&amp;S네트워크운영팀" userId="S::bokyung02.kim@lge.com::8485ec85-8704-4a2f-afff-a1acfaebc22d" providerId="AD" clId="Web-{B6E45E04-FA8C-6B30-A72F-E5AC0132A2B3}" dt="2026-05-12T04:45:42.776" v="3" actId="20577"/>
        <pc:sldMkLst>
          <pc:docMk/>
          <pc:sldMk cId="1943042647" sldId="2147483366"/>
        </pc:sldMkLst>
        <pc:spChg chg="mod">
          <ac:chgData name="김보경/선임/해외CC&amp;S네트워크운영팀" userId="S::bokyung02.kim@lge.com::8485ec85-8704-4a2f-afff-a1acfaebc22d" providerId="AD" clId="Web-{B6E45E04-FA8C-6B30-A72F-E5AC0132A2B3}" dt="2026-05-12T04:45:42.776" v="3" actId="20577"/>
          <ac:spMkLst>
            <pc:docMk/>
            <pc:sldMk cId="1943042647" sldId="2147483366"/>
            <ac:spMk id="9" creationId="{A9A1EA22-D270-A89A-6C0B-4090CC2996B8}"/>
          </ac:spMkLst>
        </pc:spChg>
      </pc:sldChg>
    </pc:docChg>
  </pc:docChgLst>
  <pc:docChgLst>
    <pc:chgData name="전윤상/선임/해외CC&amp;S네트워크운영팀" userId="S::ys86.jeon@lge.com::bd3e1220-a525-48b4-939f-9ff561fd6af3" providerId="AD" clId="Web-{E8323FAE-1AF2-7034-CFB4-9E1B665431EF}"/>
    <pc:docChg chg="addSld modSld sldOrd addSection modSection">
      <pc:chgData name="전윤상/선임/해외CC&amp;S네트워크운영팀" userId="S::ys86.jeon@lge.com::bd3e1220-a525-48b4-939f-9ff561fd6af3" providerId="AD" clId="Web-{E8323FAE-1AF2-7034-CFB4-9E1B665431EF}" dt="2026-05-10T23:34:50.401" v="13" actId="1076"/>
      <pc:docMkLst>
        <pc:docMk/>
      </pc:docMkLst>
      <pc:sldChg chg="addSp modSp add ord replId">
        <pc:chgData name="전윤상/선임/해외CC&amp;S네트워크운영팀" userId="S::ys86.jeon@lge.com::bd3e1220-a525-48b4-939f-9ff561fd6af3" providerId="AD" clId="Web-{E8323FAE-1AF2-7034-CFB4-9E1B665431EF}" dt="2026-05-10T23:30:37.360" v="4"/>
        <pc:sldMkLst>
          <pc:docMk/>
          <pc:sldMk cId="2146793531" sldId="2147483357"/>
        </pc:sldMkLst>
        <pc:picChg chg="add mod">
          <ac:chgData name="전윤상/선임/해외CC&amp;S네트워크운영팀" userId="S::ys86.jeon@lge.com::bd3e1220-a525-48b4-939f-9ff561fd6af3" providerId="AD" clId="Web-{E8323FAE-1AF2-7034-CFB4-9E1B665431EF}" dt="2026-05-10T23:30:37.360" v="4"/>
          <ac:picMkLst>
            <pc:docMk/>
            <pc:sldMk cId="2146793531" sldId="2147483357"/>
            <ac:picMk id="2" creationId="{59D012F7-BECC-2851-E3A9-330F3728C7A1}"/>
          </ac:picMkLst>
        </pc:picChg>
      </pc:sldChg>
      <pc:sldChg chg="addSp delSp modSp new">
        <pc:chgData name="전윤상/선임/해외CC&amp;S네트워크운영팀" userId="S::ys86.jeon@lge.com::bd3e1220-a525-48b4-939f-9ff561fd6af3" providerId="AD" clId="Web-{E8323FAE-1AF2-7034-CFB4-9E1B665431EF}" dt="2026-05-10T23:34:50.401" v="13" actId="1076"/>
        <pc:sldMkLst>
          <pc:docMk/>
          <pc:sldMk cId="2157756364" sldId="2147483358"/>
        </pc:sldMkLst>
        <pc:spChg chg="del">
          <ac:chgData name="전윤상/선임/해외CC&amp;S네트워크운영팀" userId="S::ys86.jeon@lge.com::bd3e1220-a525-48b4-939f-9ff561fd6af3" providerId="AD" clId="Web-{E8323FAE-1AF2-7034-CFB4-9E1B665431EF}" dt="2026-05-10T23:31:01.516" v="7"/>
          <ac:spMkLst>
            <pc:docMk/>
            <pc:sldMk cId="2157756364" sldId="2147483358"/>
            <ac:spMk id="2" creationId="{1E64108C-381E-44FE-71CB-33712085847B}"/>
          </ac:spMkLst>
        </pc:spChg>
        <pc:spChg chg="del">
          <ac:chgData name="전윤상/선임/해외CC&amp;S네트워크운영팀" userId="S::ys86.jeon@lge.com::bd3e1220-a525-48b4-939f-9ff561fd6af3" providerId="AD" clId="Web-{E8323FAE-1AF2-7034-CFB4-9E1B665431EF}" dt="2026-05-10T23:31:01.516" v="6"/>
          <ac:spMkLst>
            <pc:docMk/>
            <pc:sldMk cId="2157756364" sldId="2147483358"/>
            <ac:spMk id="3" creationId="{A03CEF93-9460-7CFB-528A-D983959B15A8}"/>
          </ac:spMkLst>
        </pc:spChg>
        <pc:picChg chg="add del mod">
          <ac:chgData name="전윤상/선임/해외CC&amp;S네트워크운영팀" userId="S::ys86.jeon@lge.com::bd3e1220-a525-48b4-939f-9ff561fd6af3" providerId="AD" clId="Web-{E8323FAE-1AF2-7034-CFB4-9E1B665431EF}" dt="2026-05-10T23:31:34.939" v="9"/>
          <ac:picMkLst>
            <pc:docMk/>
            <pc:sldMk cId="2157756364" sldId="2147483358"/>
            <ac:picMk id="4" creationId="{C7D813FE-99CC-E934-B7CD-2B4BFA277FD9}"/>
          </ac:picMkLst>
        </pc:picChg>
        <pc:picChg chg="add mod">
          <ac:chgData name="전윤상/선임/해외CC&amp;S네트워크운영팀" userId="S::ys86.jeon@lge.com::bd3e1220-a525-48b4-939f-9ff561fd6af3" providerId="AD" clId="Web-{E8323FAE-1AF2-7034-CFB4-9E1B665431EF}" dt="2026-05-10T23:34:50.401" v="13" actId="1076"/>
          <ac:picMkLst>
            <pc:docMk/>
            <pc:sldMk cId="2157756364" sldId="2147483358"/>
            <ac:picMk id="5" creationId="{31C47250-DDE0-7824-7ACA-A5709063F795}"/>
          </ac:picMkLst>
        </pc:picChg>
      </pc:sldChg>
    </pc:docChg>
  </pc:docChgLst>
  <pc:docChgLst>
    <pc:chgData name="황기연/책임/해외CC&amp;S네트워크운영팀" userId="40f3eb4f-9ca3-4f27-af4a-fd9b4dfa55fa" providerId="ADAL" clId="{F644F614-6044-49DE-807C-629DFCCB864A}"/>
    <pc:docChg chg="undo redo custSel addSld delSld modSld sldOrd modSection">
      <pc:chgData name="황기연/책임/해외CC&amp;S네트워크운영팀" userId="40f3eb4f-9ca3-4f27-af4a-fd9b4dfa55fa" providerId="ADAL" clId="{F644F614-6044-49DE-807C-629DFCCB864A}" dt="2026-05-12T05:49:25.395" v="1105" actId="20577"/>
      <pc:docMkLst>
        <pc:docMk/>
      </pc:docMkLst>
      <pc:sldChg chg="modSp mod modShow">
        <pc:chgData name="황기연/책임/해외CC&amp;S네트워크운영팀" userId="40f3eb4f-9ca3-4f27-af4a-fd9b4dfa55fa" providerId="ADAL" clId="{F644F614-6044-49DE-807C-629DFCCB864A}" dt="2026-05-12T04:03:40.441" v="979" actId="729"/>
        <pc:sldMkLst>
          <pc:docMk/>
          <pc:sldMk cId="643344648" sldId="2147483295"/>
        </pc:sldMkLst>
        <pc:spChg chg="mod">
          <ac:chgData name="황기연/책임/해외CC&amp;S네트워크운영팀" userId="40f3eb4f-9ca3-4f27-af4a-fd9b4dfa55fa" providerId="ADAL" clId="{F644F614-6044-49DE-807C-629DFCCB864A}" dt="2026-05-11T06:21:09.972" v="645" actId="20577"/>
          <ac:spMkLst>
            <pc:docMk/>
            <pc:sldMk cId="643344648" sldId="2147483295"/>
            <ac:spMk id="24" creationId="{C837C162-30E6-EBA8-78C0-342340F33CE4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25:53.478" v="660" actId="20577"/>
          <ac:spMkLst>
            <pc:docMk/>
            <pc:sldMk cId="643344648" sldId="2147483295"/>
            <ac:spMk id="54" creationId="{2EEAE588-9077-BED8-76B8-1DF907000683}"/>
          </ac:spMkLst>
        </pc:spChg>
        <pc:graphicFrameChg chg="mod modGraphic">
          <ac:chgData name="황기연/책임/해외CC&amp;S네트워크운영팀" userId="40f3eb4f-9ca3-4f27-af4a-fd9b4dfa55fa" providerId="ADAL" clId="{F644F614-6044-49DE-807C-629DFCCB864A}" dt="2026-05-11T06:19:47.088" v="593" actId="20577"/>
          <ac:graphicFrameMkLst>
            <pc:docMk/>
            <pc:sldMk cId="643344648" sldId="2147483295"/>
            <ac:graphicFrameMk id="56" creationId="{FC8F59ED-0CFF-A3A8-2ED9-75EE98A32B7C}"/>
          </ac:graphicFrameMkLst>
        </pc:graphicFrameChg>
      </pc:sldChg>
      <pc:sldChg chg="addSp delSp modSp mod modShow">
        <pc:chgData name="황기연/책임/해외CC&amp;S네트워크운영팀" userId="40f3eb4f-9ca3-4f27-af4a-fd9b4dfa55fa" providerId="ADAL" clId="{F644F614-6044-49DE-807C-629DFCCB864A}" dt="2026-05-12T04:03:40.441" v="979" actId="729"/>
        <pc:sldMkLst>
          <pc:docMk/>
          <pc:sldMk cId="3276827029" sldId="2147483298"/>
        </pc:sldMkLst>
        <pc:spChg chg="add del mod">
          <ac:chgData name="황기연/책임/해외CC&amp;S네트워크운영팀" userId="40f3eb4f-9ca3-4f27-af4a-fd9b4dfa55fa" providerId="ADAL" clId="{F644F614-6044-49DE-807C-629DFCCB864A}" dt="2026-05-11T06:05:11.591" v="240" actId="478"/>
          <ac:spMkLst>
            <pc:docMk/>
            <pc:sldMk cId="3276827029" sldId="2147483298"/>
            <ac:spMk id="3" creationId="{F7187E9B-62E1-E56A-6788-BB2F516406E0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11" creationId="{EE9023F8-CD98-3541-040D-D303C1D07E47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12" creationId="{845AF563-AE14-B1A1-775D-2ADF4271EEED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13" creationId="{DCDA17F2-CF79-7752-05D7-99FE6AE5392F}"/>
          </ac:spMkLst>
        </pc:spChg>
        <pc:spChg chg="add mod">
          <ac:chgData name="황기연/책임/해외CC&amp;S네트워크운영팀" userId="40f3eb4f-9ca3-4f27-af4a-fd9b4dfa55fa" providerId="ADAL" clId="{F644F614-6044-49DE-807C-629DFCCB864A}" dt="2026-05-11T06:14:07.535" v="363" actId="12788"/>
          <ac:spMkLst>
            <pc:docMk/>
            <pc:sldMk cId="3276827029" sldId="2147483298"/>
            <ac:spMk id="15" creationId="{12E18F9C-A517-1472-4D58-2B8047D7A723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17:47.864" v="553" actId="20577"/>
          <ac:spMkLst>
            <pc:docMk/>
            <pc:sldMk cId="3276827029" sldId="2147483298"/>
            <ac:spMk id="17" creationId="{E8F89B89-B1C6-4604-9F0B-17B547872EBB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18" creationId="{D2EF0E21-E9DD-BD62-1127-09BC00893EE1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19" creationId="{CF7B547E-D1E1-C86E-BE28-7EC0D7F7F932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06:20.991" v="245" actId="1076"/>
          <ac:spMkLst>
            <pc:docMk/>
            <pc:sldMk cId="3276827029" sldId="2147483298"/>
            <ac:spMk id="21" creationId="{4BC4FA92-51ED-AE2F-90DA-16A542C45875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25:49.042" v="659" actId="20577"/>
          <ac:spMkLst>
            <pc:docMk/>
            <pc:sldMk cId="3276827029" sldId="2147483298"/>
            <ac:spMk id="25" creationId="{50DE2050-7FFC-08DE-A905-EF2BE68186E1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15:55.228" v="454" actId="20577"/>
          <ac:spMkLst>
            <pc:docMk/>
            <pc:sldMk cId="3276827029" sldId="2147483298"/>
            <ac:spMk id="26" creationId="{3DC61D50-F907-FD82-62FD-9F9737E3BD8B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21:04.321" v="643" actId="20577"/>
          <ac:spMkLst>
            <pc:docMk/>
            <pc:sldMk cId="3276827029" sldId="2147483298"/>
            <ac:spMk id="27" creationId="{F458EB89-8B79-C53E-D3BA-5F5A8FE52F93}"/>
          </ac:spMkLst>
        </pc:spChg>
        <pc:graphicFrameChg chg="mod">
          <ac:chgData name="황기연/책임/해외CC&amp;S네트워크운영팀" userId="40f3eb4f-9ca3-4f27-af4a-fd9b4dfa55fa" providerId="ADAL" clId="{F644F614-6044-49DE-807C-629DFCCB864A}" dt="2026-05-11T06:14:07.535" v="363" actId="12788"/>
          <ac:graphicFrameMkLst>
            <pc:docMk/>
            <pc:sldMk cId="3276827029" sldId="2147483298"/>
            <ac:graphicFrameMk id="24" creationId="{C567CD2D-DFE2-1D96-ACF3-513CC645E95A}"/>
          </ac:graphicFrameMkLst>
        </pc:graphicFrameChg>
      </pc:sldChg>
      <pc:sldChg chg="del">
        <pc:chgData name="황기연/책임/해외CC&amp;S네트워크운영팀" userId="40f3eb4f-9ca3-4f27-af4a-fd9b4dfa55fa" providerId="ADAL" clId="{F644F614-6044-49DE-807C-629DFCCB864A}" dt="2026-05-11T06:20:48.789" v="640" actId="47"/>
        <pc:sldMkLst>
          <pc:docMk/>
          <pc:sldMk cId="3030681688" sldId="2147483351"/>
        </pc:sldMkLst>
      </pc:sldChg>
      <pc:sldChg chg="del">
        <pc:chgData name="황기연/책임/해외CC&amp;S네트워크운영팀" userId="40f3eb4f-9ca3-4f27-af4a-fd9b4dfa55fa" providerId="ADAL" clId="{F644F614-6044-49DE-807C-629DFCCB864A}" dt="2026-05-11T06:20:50.662" v="641" actId="47"/>
        <pc:sldMkLst>
          <pc:docMk/>
          <pc:sldMk cId="695366557" sldId="2147483352"/>
        </pc:sldMkLst>
      </pc:sldChg>
      <pc:sldChg chg="modSp del mod">
        <pc:chgData name="황기연/책임/해외CC&amp;S네트워크운영팀" userId="40f3eb4f-9ca3-4f27-af4a-fd9b4dfa55fa" providerId="ADAL" clId="{F644F614-6044-49DE-807C-629DFCCB864A}" dt="2026-05-11T06:34:20.100" v="729" actId="47"/>
        <pc:sldMkLst>
          <pc:docMk/>
          <pc:sldMk cId="890663946" sldId="2147483353"/>
        </pc:sldMkLst>
        <pc:spChg chg="mod">
          <ac:chgData name="황기연/책임/해외CC&amp;S네트워크운영팀" userId="40f3eb4f-9ca3-4f27-af4a-fd9b4dfa55fa" providerId="ADAL" clId="{F644F614-6044-49DE-807C-629DFCCB864A}" dt="2026-05-11T06:21:25.186" v="649" actId="20577"/>
          <ac:spMkLst>
            <pc:docMk/>
            <pc:sldMk cId="890663946" sldId="2147483353"/>
            <ac:spMk id="2" creationId="{B940474D-10FA-E5D7-5845-4F5F42066BAC}"/>
          </ac:spMkLst>
        </pc:spChg>
        <pc:graphicFrameChg chg="mod">
          <ac:chgData name="황기연/책임/해외CC&amp;S네트워크운영팀" userId="40f3eb4f-9ca3-4f27-af4a-fd9b4dfa55fa" providerId="ADAL" clId="{F644F614-6044-49DE-807C-629DFCCB864A}" dt="2026-05-11T06:31:50.403" v="728"/>
          <ac:graphicFrameMkLst>
            <pc:docMk/>
            <pc:sldMk cId="890663946" sldId="2147483353"/>
            <ac:graphicFrameMk id="7" creationId="{D06946E5-99FF-C221-0A72-0E5D12E39A3F}"/>
          </ac:graphicFrameMkLst>
        </pc:graphicFrameChg>
      </pc:sldChg>
      <pc:sldChg chg="del">
        <pc:chgData name="황기연/책임/해외CC&amp;S네트워크운영팀" userId="40f3eb4f-9ca3-4f27-af4a-fd9b4dfa55fa" providerId="ADAL" clId="{F644F614-6044-49DE-807C-629DFCCB864A}" dt="2026-05-11T01:13:27.337" v="1" actId="47"/>
        <pc:sldMkLst>
          <pc:docMk/>
          <pc:sldMk cId="4230997350" sldId="2147483354"/>
        </pc:sldMkLst>
      </pc:sldChg>
      <pc:sldChg chg="modSp mod">
        <pc:chgData name="황기연/책임/해외CC&amp;S네트워크운영팀" userId="40f3eb4f-9ca3-4f27-af4a-fd9b4dfa55fa" providerId="ADAL" clId="{F644F614-6044-49DE-807C-629DFCCB864A}" dt="2026-05-12T05:49:25.395" v="1105" actId="20577"/>
        <pc:sldMkLst>
          <pc:docMk/>
          <pc:sldMk cId="2157756364" sldId="2147483358"/>
        </pc:sldMkLst>
        <pc:spChg chg="mod">
          <ac:chgData name="황기연/책임/해외CC&amp;S네트워크운영팀" userId="40f3eb4f-9ca3-4f27-af4a-fd9b4dfa55fa" providerId="ADAL" clId="{F644F614-6044-49DE-807C-629DFCCB864A}" dt="2026-05-12T04:51:32.553" v="983" actId="20577"/>
          <ac:spMkLst>
            <pc:docMk/>
            <pc:sldMk cId="2157756364" sldId="2147483358"/>
            <ac:spMk id="11" creationId="{858A0F6B-B458-AE2A-2A0C-37E62395FCCE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2T05:49:25.395" v="1105" actId="20577"/>
          <ac:spMkLst>
            <pc:docMk/>
            <pc:sldMk cId="2157756364" sldId="2147483358"/>
            <ac:spMk id="45" creationId="{13BB544B-B65D-ADF0-40A5-2974A9C9503A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2T05:44:09.020" v="1083" actId="113"/>
          <ac:spMkLst>
            <pc:docMk/>
            <pc:sldMk cId="2157756364" sldId="2147483358"/>
            <ac:spMk id="46" creationId="{F21FEA6E-92ED-0059-E6CF-3CEC60727ECC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2T05:48:31.071" v="1093" actId="242"/>
          <ac:spMkLst>
            <pc:docMk/>
            <pc:sldMk cId="2157756364" sldId="2147483358"/>
            <ac:spMk id="48" creationId="{9509591B-484C-158E-44FC-259006DA7A38}"/>
          </ac:spMkLst>
        </pc:spChg>
      </pc:sldChg>
      <pc:sldChg chg="modSp mod">
        <pc:chgData name="황기연/책임/해외CC&amp;S네트워크운영팀" userId="40f3eb4f-9ca3-4f27-af4a-fd9b4dfa55fa" providerId="ADAL" clId="{F644F614-6044-49DE-807C-629DFCCB864A}" dt="2026-05-12T05:40:22.529" v="1037" actId="20577"/>
        <pc:sldMkLst>
          <pc:docMk/>
          <pc:sldMk cId="1408533755" sldId="2147483361"/>
        </pc:sldMkLst>
        <pc:graphicFrameChg chg="modGraphic">
          <ac:chgData name="황기연/책임/해외CC&amp;S네트워크운영팀" userId="40f3eb4f-9ca3-4f27-af4a-fd9b4dfa55fa" providerId="ADAL" clId="{F644F614-6044-49DE-807C-629DFCCB864A}" dt="2026-05-12T05:40:22.529" v="1037" actId="20577"/>
          <ac:graphicFrameMkLst>
            <pc:docMk/>
            <pc:sldMk cId="1408533755" sldId="2147483361"/>
            <ac:graphicFrameMk id="8" creationId="{12A81C82-679E-B829-691F-FC3583AD9BA1}"/>
          </ac:graphicFrameMkLst>
        </pc:graphicFrameChg>
      </pc:sldChg>
      <pc:sldChg chg="addSp delSp modSp mod">
        <pc:chgData name="황기연/책임/해외CC&amp;S네트워크운영팀" userId="40f3eb4f-9ca3-4f27-af4a-fd9b4dfa55fa" providerId="ADAL" clId="{F644F614-6044-49DE-807C-629DFCCB864A}" dt="2026-05-12T04:00:20.769" v="977" actId="1036"/>
        <pc:sldMkLst>
          <pc:docMk/>
          <pc:sldMk cId="1943042647" sldId="2147483366"/>
        </pc:sldMkLst>
        <pc:graphicFrameChg chg="mod modGraphic">
          <ac:chgData name="황기연/책임/해외CC&amp;S네트워크운영팀" userId="40f3eb4f-9ca3-4f27-af4a-fd9b4dfa55fa" providerId="ADAL" clId="{F644F614-6044-49DE-807C-629DFCCB864A}" dt="2026-05-11T05:44:48.488" v="43" actId="20577"/>
          <ac:graphicFrameMkLst>
            <pc:docMk/>
            <pc:sldMk cId="1943042647" sldId="2147483366"/>
            <ac:graphicFrameMk id="20" creationId="{B43B58D7-47FF-1EC7-68D6-541307D36A1C}"/>
          </ac:graphicFrameMkLst>
        </pc:graphicFrameChg>
        <pc:picChg chg="add mod">
          <ac:chgData name="황기연/책임/해외CC&amp;S네트워크운영팀" userId="40f3eb4f-9ca3-4f27-af4a-fd9b4dfa55fa" providerId="ADAL" clId="{F644F614-6044-49DE-807C-629DFCCB864A}" dt="2026-05-12T03:59:54.151" v="955" actId="1035"/>
          <ac:picMkLst>
            <pc:docMk/>
            <pc:sldMk cId="1943042647" sldId="2147483366"/>
            <ac:picMk id="15" creationId="{33768D4E-98BD-D70D-6B88-E2EB902C8D80}"/>
          </ac:picMkLst>
        </pc:picChg>
        <pc:picChg chg="add mod">
          <ac:chgData name="황기연/책임/해외CC&amp;S네트워크운영팀" userId="40f3eb4f-9ca3-4f27-af4a-fd9b4dfa55fa" providerId="ADAL" clId="{F644F614-6044-49DE-807C-629DFCCB864A}" dt="2026-05-12T04:00:01.720" v="959" actId="1036"/>
          <ac:picMkLst>
            <pc:docMk/>
            <pc:sldMk cId="1943042647" sldId="2147483366"/>
            <ac:picMk id="16" creationId="{21E6F56A-9E36-7D66-C7D9-E3CE7370FCB7}"/>
          </ac:picMkLst>
        </pc:picChg>
        <pc:picChg chg="add mod">
          <ac:chgData name="황기연/책임/해외CC&amp;S네트워크운영팀" userId="40f3eb4f-9ca3-4f27-af4a-fd9b4dfa55fa" providerId="ADAL" clId="{F644F614-6044-49DE-807C-629DFCCB864A}" dt="2026-05-12T04:00:13.959" v="969" actId="1036"/>
          <ac:picMkLst>
            <pc:docMk/>
            <pc:sldMk cId="1943042647" sldId="2147483366"/>
            <ac:picMk id="19" creationId="{4F765911-CAB4-79B0-3E6C-BEED3EC3A446}"/>
          </ac:picMkLst>
        </pc:picChg>
        <pc:picChg chg="del">
          <ac:chgData name="황기연/책임/해외CC&amp;S네트워크운영팀" userId="40f3eb4f-9ca3-4f27-af4a-fd9b4dfa55fa" providerId="ADAL" clId="{F644F614-6044-49DE-807C-629DFCCB864A}" dt="2026-05-11T05:44:59.085" v="44" actId="478"/>
          <ac:picMkLst>
            <pc:docMk/>
            <pc:sldMk cId="1943042647" sldId="2147483366"/>
            <ac:picMk id="21" creationId="{24EE7FDC-EDC3-4CD1-851C-9B587017BDD6}"/>
          </ac:picMkLst>
        </pc:picChg>
        <pc:picChg chg="add mod">
          <ac:chgData name="황기연/책임/해외CC&amp;S네트워크운영팀" userId="40f3eb4f-9ca3-4f27-af4a-fd9b4dfa55fa" providerId="ADAL" clId="{F644F614-6044-49DE-807C-629DFCCB864A}" dt="2026-05-12T04:00:20.769" v="977" actId="1036"/>
          <ac:picMkLst>
            <pc:docMk/>
            <pc:sldMk cId="1943042647" sldId="2147483366"/>
            <ac:picMk id="21" creationId="{4335267E-A732-0450-9E6E-4AB196ECFE2F}"/>
          </ac:picMkLst>
        </pc:picChg>
        <pc:picChg chg="del">
          <ac:chgData name="황기연/책임/해외CC&amp;S네트워크운영팀" userId="40f3eb4f-9ca3-4f27-af4a-fd9b4dfa55fa" providerId="ADAL" clId="{F644F614-6044-49DE-807C-629DFCCB864A}" dt="2026-05-11T05:44:59.085" v="44" actId="478"/>
          <ac:picMkLst>
            <pc:docMk/>
            <pc:sldMk cId="1943042647" sldId="2147483366"/>
            <ac:picMk id="22" creationId="{74ED2BAA-B149-D085-FA16-0B046E2FCF04}"/>
          </ac:picMkLst>
        </pc:picChg>
        <pc:picChg chg="del">
          <ac:chgData name="황기연/책임/해외CC&amp;S네트워크운영팀" userId="40f3eb4f-9ca3-4f27-af4a-fd9b4dfa55fa" providerId="ADAL" clId="{F644F614-6044-49DE-807C-629DFCCB864A}" dt="2026-05-11T05:44:59.085" v="44" actId="478"/>
          <ac:picMkLst>
            <pc:docMk/>
            <pc:sldMk cId="1943042647" sldId="2147483366"/>
            <ac:picMk id="23" creationId="{1EA7772A-38A0-9F74-CEEF-438930D7D29D}"/>
          </ac:picMkLst>
        </pc:picChg>
        <pc:picChg chg="del">
          <ac:chgData name="황기연/책임/해외CC&amp;S네트워크운영팀" userId="40f3eb4f-9ca3-4f27-af4a-fd9b4dfa55fa" providerId="ADAL" clId="{F644F614-6044-49DE-807C-629DFCCB864A}" dt="2026-05-11T05:44:59.085" v="44" actId="478"/>
          <ac:picMkLst>
            <pc:docMk/>
            <pc:sldMk cId="1943042647" sldId="2147483366"/>
            <ac:picMk id="24" creationId="{4FFB5F80-67E2-F039-BB80-00316B2FC6B5}"/>
          </ac:picMkLst>
        </pc:picChg>
        <pc:picChg chg="mod">
          <ac:chgData name="황기연/책임/해외CC&amp;S네트워크운영팀" userId="40f3eb4f-9ca3-4f27-af4a-fd9b4dfa55fa" providerId="ADAL" clId="{F644F614-6044-49DE-807C-629DFCCB864A}" dt="2026-05-12T03:59:37.262" v="945" actId="12788"/>
          <ac:picMkLst>
            <pc:docMk/>
            <pc:sldMk cId="1943042647" sldId="2147483366"/>
            <ac:picMk id="26" creationId="{7C640502-779C-B658-CE3A-99F3757CF4C6}"/>
          </ac:picMkLst>
        </pc:picChg>
        <pc:picChg chg="mod">
          <ac:chgData name="황기연/책임/해외CC&amp;S네트워크운영팀" userId="40f3eb4f-9ca3-4f27-af4a-fd9b4dfa55fa" providerId="ADAL" clId="{F644F614-6044-49DE-807C-629DFCCB864A}" dt="2026-05-12T03:59:44.786" v="952" actId="1036"/>
          <ac:picMkLst>
            <pc:docMk/>
            <pc:sldMk cId="1943042647" sldId="2147483366"/>
            <ac:picMk id="35" creationId="{D3F9DECD-5309-5763-F025-271409D36A7F}"/>
          </ac:picMkLst>
        </pc:picChg>
      </pc:sldChg>
      <pc:sldChg chg="addSp modSp del mod modShow">
        <pc:chgData name="황기연/책임/해외CC&amp;S네트워크운영팀" userId="40f3eb4f-9ca3-4f27-af4a-fd9b4dfa55fa" providerId="ADAL" clId="{F644F614-6044-49DE-807C-629DFCCB864A}" dt="2026-05-12T05:35:36.795" v="1035" actId="47"/>
        <pc:sldMkLst>
          <pc:docMk/>
          <pc:sldMk cId="3689254381" sldId="2147483367"/>
        </pc:sldMkLst>
        <pc:spChg chg="mod">
          <ac:chgData name="황기연/책임/해외CC&amp;S네트워크운영팀" userId="40f3eb4f-9ca3-4f27-af4a-fd9b4dfa55fa" providerId="ADAL" clId="{F644F614-6044-49DE-807C-629DFCCB864A}" dt="2026-05-11T06:21:31.991" v="653" actId="20577"/>
          <ac:spMkLst>
            <pc:docMk/>
            <pc:sldMk cId="3689254381" sldId="2147483367"/>
            <ac:spMk id="2" creationId="{7F37EE98-16F8-EDD9-1E16-E919D37A8BFD}"/>
          </ac:spMkLst>
        </pc:spChg>
        <pc:spChg chg="add mod">
          <ac:chgData name="황기연/책임/해외CC&amp;S네트워크운영팀" userId="40f3eb4f-9ca3-4f27-af4a-fd9b4dfa55fa" providerId="ADAL" clId="{F644F614-6044-49DE-807C-629DFCCB864A}" dt="2026-05-11T06:28:37.780" v="709" actId="1035"/>
          <ac:spMkLst>
            <pc:docMk/>
            <pc:sldMk cId="3689254381" sldId="2147483367"/>
            <ac:spMk id="5" creationId="{9DC0EC24-A12D-71B6-7927-11E722B7C6AC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28:32.990" v="706" actId="1076"/>
          <ac:spMkLst>
            <pc:docMk/>
            <pc:sldMk cId="3689254381" sldId="2147483367"/>
            <ac:spMk id="7" creationId="{A1BCF3A3-8DC0-2378-7B7C-08DE0264E3FD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3:01.411" v="827" actId="20577"/>
          <ac:spMkLst>
            <pc:docMk/>
            <pc:sldMk cId="3689254381" sldId="2147483367"/>
            <ac:spMk id="10" creationId="{09FC23CA-3C42-C1E8-969D-B4B4029573CD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1:07.463" v="754" actId="20577"/>
          <ac:spMkLst>
            <pc:docMk/>
            <pc:sldMk cId="3689254381" sldId="2147483367"/>
            <ac:spMk id="11" creationId="{F73A54A0-714E-5F3B-1EE9-A2DC48734158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2:30.704" v="819" actId="20577"/>
          <ac:spMkLst>
            <pc:docMk/>
            <pc:sldMk cId="3689254381" sldId="2147483367"/>
            <ac:spMk id="12" creationId="{A2F6AAC7-FA72-3F5B-5648-1684E33CAD27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4:59.207" v="842" actId="20577"/>
          <ac:spMkLst>
            <pc:docMk/>
            <pc:sldMk cId="3689254381" sldId="2147483367"/>
            <ac:spMk id="13" creationId="{DD3DDA0C-84B9-B7B5-7F41-ABA4429C1732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5:20.089" v="861" actId="20577"/>
          <ac:spMkLst>
            <pc:docMk/>
            <pc:sldMk cId="3689254381" sldId="2147483367"/>
            <ac:spMk id="14" creationId="{B1A30892-01BC-7535-E2FA-1F2E15846A49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6:01.430" v="864" actId="20577"/>
          <ac:spMkLst>
            <pc:docMk/>
            <pc:sldMk cId="3689254381" sldId="2147483367"/>
            <ac:spMk id="15" creationId="{D6439482-9AC9-E733-A5CE-24EC11FBE973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6:03.893" v="866" actId="20577"/>
          <ac:spMkLst>
            <pc:docMk/>
            <pc:sldMk cId="3689254381" sldId="2147483367"/>
            <ac:spMk id="16" creationId="{2FD3ACA2-CC5B-3264-EA15-52307C912096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46:29.522" v="884" actId="20577"/>
          <ac:spMkLst>
            <pc:docMk/>
            <pc:sldMk cId="3689254381" sldId="2147483367"/>
            <ac:spMk id="17" creationId="{6364955F-D640-09B7-CF48-F8F17C620638}"/>
          </ac:spMkLst>
        </pc:spChg>
        <pc:graphicFrameChg chg="mod modGraphic">
          <ac:chgData name="황기연/책임/해외CC&amp;S네트워크운영팀" userId="40f3eb4f-9ca3-4f27-af4a-fd9b4dfa55fa" providerId="ADAL" clId="{F644F614-6044-49DE-807C-629DFCCB864A}" dt="2026-05-11T06:44:55.360" v="838"/>
          <ac:graphicFrameMkLst>
            <pc:docMk/>
            <pc:sldMk cId="3689254381" sldId="2147483367"/>
            <ac:graphicFrameMk id="3" creationId="{5D42538D-52DC-9DD5-45CC-4228AD6065DA}"/>
          </ac:graphicFrameMkLst>
        </pc:graphicFrameChg>
        <pc:graphicFrameChg chg="mod modGraphic">
          <ac:chgData name="황기연/책임/해외CC&amp;S네트워크운영팀" userId="40f3eb4f-9ca3-4f27-af4a-fd9b4dfa55fa" providerId="ADAL" clId="{F644F614-6044-49DE-807C-629DFCCB864A}" dt="2026-05-11T06:46:26.240" v="882"/>
          <ac:graphicFrameMkLst>
            <pc:docMk/>
            <pc:sldMk cId="3689254381" sldId="2147483367"/>
            <ac:graphicFrameMk id="4" creationId="{EE605B71-8B65-2EF7-CE3B-01084973D296}"/>
          </ac:graphicFrameMkLst>
        </pc:graphicFrameChg>
      </pc:sldChg>
      <pc:sldChg chg="addSp modSp add mod ord modShow">
        <pc:chgData name="황기연/책임/해외CC&amp;S네트워크운영팀" userId="40f3eb4f-9ca3-4f27-af4a-fd9b4dfa55fa" providerId="ADAL" clId="{F644F614-6044-49DE-807C-629DFCCB864A}" dt="2026-05-12T04:03:40.441" v="979" actId="729"/>
        <pc:sldMkLst>
          <pc:docMk/>
          <pc:sldMk cId="2369394307" sldId="2147483373"/>
        </pc:sldMkLst>
        <pc:spChg chg="add mod">
          <ac:chgData name="황기연/책임/해외CC&amp;S네트워크운영팀" userId="40f3eb4f-9ca3-4f27-af4a-fd9b4dfa55fa" providerId="ADAL" clId="{F644F614-6044-49DE-807C-629DFCCB864A}" dt="2026-05-11T06:27:42.979" v="697" actId="1076"/>
          <ac:spMkLst>
            <pc:docMk/>
            <pc:sldMk cId="2369394307" sldId="2147483373"/>
            <ac:spMk id="3" creationId="{4B0EA5BF-FABF-D798-A3B4-5BF63B365E31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1T06:27:37.265" v="696" actId="1076"/>
          <ac:spMkLst>
            <pc:docMk/>
            <pc:sldMk cId="2369394307" sldId="2147483373"/>
            <ac:spMk id="4" creationId="{91C976D2-B591-DB50-6E2E-31E5F9D63C2B}"/>
          </ac:spMkLst>
        </pc:spChg>
        <pc:graphicFrameChg chg="mod modGraphic">
          <ac:chgData name="황기연/책임/해외CC&amp;S네트워크운영팀" userId="40f3eb4f-9ca3-4f27-af4a-fd9b4dfa55fa" providerId="ADAL" clId="{F644F614-6044-49DE-807C-629DFCCB864A}" dt="2026-05-11T07:07:51.626" v="896" actId="207"/>
          <ac:graphicFrameMkLst>
            <pc:docMk/>
            <pc:sldMk cId="2369394307" sldId="2147483373"/>
            <ac:graphicFrameMk id="7" creationId="{0B716EB7-B4D7-6B7E-1D82-FE30C9B2D7BC}"/>
          </ac:graphicFrameMkLst>
        </pc:graphicFrameChg>
        <pc:graphicFrameChg chg="mod modGraphic">
          <ac:chgData name="황기연/책임/해외CC&amp;S네트워크운영팀" userId="40f3eb4f-9ca3-4f27-af4a-fd9b4dfa55fa" providerId="ADAL" clId="{F644F614-6044-49DE-807C-629DFCCB864A}" dt="2026-05-11T06:38:36.779" v="749"/>
          <ac:graphicFrameMkLst>
            <pc:docMk/>
            <pc:sldMk cId="2369394307" sldId="2147483373"/>
            <ac:graphicFrameMk id="9" creationId="{ABC05BD8-8159-AA7F-2460-88BACA26CBBA}"/>
          </ac:graphicFrameMkLst>
        </pc:graphicFrameChg>
      </pc:sldChg>
      <pc:sldChg chg="modSp add mod">
        <pc:chgData name="황기연/책임/해외CC&amp;S네트워크운영팀" userId="40f3eb4f-9ca3-4f27-af4a-fd9b4dfa55fa" providerId="ADAL" clId="{F644F614-6044-49DE-807C-629DFCCB864A}" dt="2026-05-12T05:35:15.626" v="1034" actId="20577"/>
        <pc:sldMkLst>
          <pc:docMk/>
          <pc:sldMk cId="3796610511" sldId="2147483376"/>
        </pc:sldMkLst>
        <pc:spChg chg="mod">
          <ac:chgData name="황기연/책임/해외CC&amp;S네트워크운영팀" userId="40f3eb4f-9ca3-4f27-af4a-fd9b4dfa55fa" providerId="ADAL" clId="{F644F614-6044-49DE-807C-629DFCCB864A}" dt="2026-05-12T05:34:59.056" v="1031" actId="20577"/>
          <ac:spMkLst>
            <pc:docMk/>
            <pc:sldMk cId="3796610511" sldId="2147483376"/>
            <ac:spMk id="12" creationId="{9B2B621E-8C94-E194-88FC-F5F53617FF2B}"/>
          </ac:spMkLst>
        </pc:spChg>
        <pc:spChg chg="mod">
          <ac:chgData name="황기연/책임/해외CC&amp;S네트워크운영팀" userId="40f3eb4f-9ca3-4f27-af4a-fd9b4dfa55fa" providerId="ADAL" clId="{F644F614-6044-49DE-807C-629DFCCB864A}" dt="2026-05-12T05:35:15.626" v="1034" actId="20577"/>
          <ac:spMkLst>
            <pc:docMk/>
            <pc:sldMk cId="3796610511" sldId="2147483376"/>
            <ac:spMk id="13" creationId="{9B88D221-BA9D-061F-AA8E-A7F100BE7D11}"/>
          </ac:spMkLst>
        </pc:spChg>
        <pc:graphicFrameChg chg="mod">
          <ac:chgData name="황기연/책임/해외CC&amp;S네트워크운영팀" userId="40f3eb4f-9ca3-4f27-af4a-fd9b4dfa55fa" providerId="ADAL" clId="{F644F614-6044-49DE-807C-629DFCCB864A}" dt="2026-05-12T05:35:12.757" v="1032"/>
          <ac:graphicFrameMkLst>
            <pc:docMk/>
            <pc:sldMk cId="3796610511" sldId="2147483376"/>
            <ac:graphicFrameMk id="3" creationId="{0DC8BAC8-A95D-14D6-E8C6-6B6F28229DF9}"/>
          </ac:graphicFrameMkLst>
        </pc:graphicFrameChg>
      </pc:sldChg>
    </pc:docChg>
  </pc:docChgLst>
  <pc:docChgLst>
    <pc:chgData name="황기연/책임/해외CC&amp;S네트워크운영팀" userId="S::kiyeon.hwang@lge.com::40f3eb4f-9ca3-4f27-af4a-fd9b4dfa55fa" providerId="AD" clId="Web-{D512B139-CFC0-9532-4A97-B0664BBE86C6}"/>
    <pc:docChg chg="addSld delSld modSld modSection">
      <pc:chgData name="황기연/책임/해외CC&amp;S네트워크운영팀" userId="S::kiyeon.hwang@lge.com::40f3eb4f-9ca3-4f27-af4a-fd9b4dfa55fa" providerId="AD" clId="Web-{D512B139-CFC0-9532-4A97-B0664BBE86C6}" dt="2026-05-10T23:59:54.320" v="171" actId="1076"/>
      <pc:docMkLst>
        <pc:docMk/>
      </pc:docMkLst>
      <pc:sldChg chg="delSp modSp">
        <pc:chgData name="황기연/책임/해외CC&amp;S네트워크운영팀" userId="S::kiyeon.hwang@lge.com::40f3eb4f-9ca3-4f27-af4a-fd9b4dfa55fa" providerId="AD" clId="Web-{D512B139-CFC0-9532-4A97-B0664BBE86C6}" dt="2026-05-10T23:59:54.320" v="171" actId="1076"/>
        <pc:sldMkLst>
          <pc:docMk/>
          <pc:sldMk cId="3301519829" sldId="293"/>
        </pc:sldMkLst>
        <pc:spChg chg="mod">
          <ac:chgData name="황기연/책임/해외CC&amp;S네트워크운영팀" userId="S::kiyeon.hwang@lge.com::40f3eb4f-9ca3-4f27-af4a-fd9b4dfa55fa" providerId="AD" clId="Web-{D512B139-CFC0-9532-4A97-B0664BBE86C6}" dt="2026-05-10T23:59:41.850" v="163" actId="1076"/>
          <ac:spMkLst>
            <pc:docMk/>
            <pc:sldMk cId="3301519829" sldId="293"/>
            <ac:spMk id="10" creationId="{9187D0B5-54F4-D357-E4B1-75DCCDD5B636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59:42.053" v="164" actId="1076"/>
          <ac:spMkLst>
            <pc:docMk/>
            <pc:sldMk cId="3301519829" sldId="293"/>
            <ac:spMk id="11" creationId="{827734A8-6AB2-69C1-0E77-A6E1E1F52C7B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59:53.866" v="169" actId="1076"/>
          <ac:spMkLst>
            <pc:docMk/>
            <pc:sldMk cId="3301519829" sldId="293"/>
            <ac:spMk id="12" creationId="{4C1612E1-9F04-B7CF-381F-B344FA274187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59:54.085" v="170" actId="1076"/>
          <ac:spMkLst>
            <pc:docMk/>
            <pc:sldMk cId="3301519829" sldId="293"/>
            <ac:spMk id="13" creationId="{7FFA4E2C-769A-F089-A926-66A8AE0DEEA6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59:54.320" v="171" actId="1076"/>
          <ac:spMkLst>
            <pc:docMk/>
            <pc:sldMk cId="3301519829" sldId="293"/>
            <ac:spMk id="17" creationId="{FBBECE94-7F74-D9FC-FBC4-E1BB6508CFD8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59:42.256" v="165" actId="1076"/>
          <ac:spMkLst>
            <pc:docMk/>
            <pc:sldMk cId="3301519829" sldId="293"/>
            <ac:spMk id="18" creationId="{2E9C2DAC-59C3-7B57-F95C-A207A599B6A7}"/>
          </ac:spMkLst>
        </pc:spChg>
        <pc:spChg chg="del">
          <ac:chgData name="황기연/책임/해외CC&amp;S네트워크운영팀" userId="S::kiyeon.hwang@lge.com::40f3eb4f-9ca3-4f27-af4a-fd9b4dfa55fa" providerId="AD" clId="Web-{D512B139-CFC0-9532-4A97-B0664BBE86C6}" dt="2026-05-10T23:59:34.505" v="162"/>
          <ac:spMkLst>
            <pc:docMk/>
            <pc:sldMk cId="3301519829" sldId="293"/>
            <ac:spMk id="19" creationId="{67BD0D1E-4626-C866-06E9-B0B83003149B}"/>
          </ac:spMkLst>
        </pc:spChg>
      </pc:sldChg>
      <pc:sldChg chg="addSp delSp add">
        <pc:chgData name="황기연/책임/해외CC&amp;S네트워크운영팀" userId="S::kiyeon.hwang@lge.com::40f3eb4f-9ca3-4f27-af4a-fd9b4dfa55fa" providerId="AD" clId="Web-{D512B139-CFC0-9532-4A97-B0664BBE86C6}" dt="2026-05-10T23:48:45.402" v="157"/>
        <pc:sldMkLst>
          <pc:docMk/>
          <pc:sldMk cId="643344648" sldId="2147483295"/>
        </pc:sldMkLst>
        <pc:spChg chg="add">
          <ac:chgData name="황기연/책임/해외CC&amp;S네트워크운영팀" userId="S::kiyeon.hwang@lge.com::40f3eb4f-9ca3-4f27-af4a-fd9b4dfa55fa" providerId="AD" clId="Web-{D512B139-CFC0-9532-4A97-B0664BBE86C6}" dt="2026-05-10T23:48:45.402" v="157"/>
          <ac:spMkLst>
            <pc:docMk/>
            <pc:sldMk cId="643344648" sldId="2147483295"/>
            <ac:spMk id="10" creationId="{E08878A0-CC2A-412C-E0A2-75F4B1320F0A}"/>
          </ac:spMkLst>
        </pc:spChg>
        <pc:spChg chg="del">
          <ac:chgData name="황기연/책임/해외CC&amp;S네트워크운영팀" userId="S::kiyeon.hwang@lge.com::40f3eb4f-9ca3-4f27-af4a-fd9b4dfa55fa" providerId="AD" clId="Web-{D512B139-CFC0-9532-4A97-B0664BBE86C6}" dt="2026-05-10T23:47:07.698" v="115"/>
          <ac:spMkLst>
            <pc:docMk/>
            <pc:sldMk cId="643344648" sldId="2147483295"/>
            <ac:spMk id="16" creationId="{0D852D8B-96C4-5AA1-18B4-35A803BA742D}"/>
          </ac:spMkLst>
        </pc:spChg>
        <pc:cxnChg chg="del">
          <ac:chgData name="황기연/책임/해외CC&amp;S네트워크운영팀" userId="S::kiyeon.hwang@lge.com::40f3eb4f-9ca3-4f27-af4a-fd9b4dfa55fa" providerId="AD" clId="Web-{D512B139-CFC0-9532-4A97-B0664BBE86C6}" dt="2026-05-10T23:48:35.339" v="154"/>
          <ac:cxnSpMkLst>
            <pc:docMk/>
            <pc:sldMk cId="643344648" sldId="2147483295"/>
            <ac:cxnSpMk id="3" creationId="{415592C4-B74A-22AE-1DA1-24A55A0E5894}"/>
          </ac:cxnSpMkLst>
        </pc:cxnChg>
        <pc:cxnChg chg="add">
          <ac:chgData name="황기연/책임/해외CC&amp;S네트워크운영팀" userId="S::kiyeon.hwang@lge.com::40f3eb4f-9ca3-4f27-af4a-fd9b4dfa55fa" providerId="AD" clId="Web-{D512B139-CFC0-9532-4A97-B0664BBE86C6}" dt="2026-05-10T23:48:36.620" v="155"/>
          <ac:cxnSpMkLst>
            <pc:docMk/>
            <pc:sldMk cId="643344648" sldId="2147483295"/>
            <ac:cxnSpMk id="6" creationId="{31AFBAD7-B41A-A9AE-7D49-A9347024139D}"/>
          </ac:cxnSpMkLst>
        </pc:cxnChg>
      </pc:sldChg>
      <pc:sldChg chg="addSp delSp modSp add">
        <pc:chgData name="황기연/책임/해외CC&amp;S네트워크운영팀" userId="S::kiyeon.hwang@lge.com::40f3eb4f-9ca3-4f27-af4a-fd9b4dfa55fa" providerId="AD" clId="Web-{D512B139-CFC0-9532-4A97-B0664BBE86C6}" dt="2026-05-10T23:48:27.230" v="151"/>
        <pc:sldMkLst>
          <pc:docMk/>
          <pc:sldMk cId="523739647" sldId="2147483297"/>
        </pc:sldMkLst>
        <pc:spChg chg="add mod">
          <ac:chgData name="황기연/책임/해외CC&amp;S네트워크운영팀" userId="S::kiyeon.hwang@lge.com::40f3eb4f-9ca3-4f27-af4a-fd9b4dfa55fa" providerId="AD" clId="Web-{D512B139-CFC0-9532-4A97-B0664BBE86C6}" dt="2026-05-10T23:48:04.730" v="147" actId="20577"/>
          <ac:spMkLst>
            <pc:docMk/>
            <pc:sldMk cId="523739647" sldId="2147483297"/>
            <ac:spMk id="6" creationId="{E41E46B6-5E2E-1484-F1C6-E714F2A5BE9B}"/>
          </ac:spMkLst>
        </pc:spChg>
        <pc:spChg chg="del mod">
          <ac:chgData name="황기연/책임/해외CC&amp;S네트워크운영팀" userId="S::kiyeon.hwang@lge.com::40f3eb4f-9ca3-4f27-af4a-fd9b4dfa55fa" providerId="AD" clId="Web-{D512B139-CFC0-9532-4A97-B0664BBE86C6}" dt="2026-05-10T23:46:59.261" v="113"/>
          <ac:spMkLst>
            <pc:docMk/>
            <pc:sldMk cId="523739647" sldId="2147483297"/>
            <ac:spMk id="16" creationId="{9EEA7D26-07C5-0A17-4049-A01382FB96E3}"/>
          </ac:spMkLst>
        </pc:spChg>
        <pc:cxnChg chg="del">
          <ac:chgData name="황기연/책임/해외CC&amp;S네트워크운영팀" userId="S::kiyeon.hwang@lge.com::40f3eb4f-9ca3-4f27-af4a-fd9b4dfa55fa" providerId="AD" clId="Web-{D512B139-CFC0-9532-4A97-B0664BBE86C6}" dt="2026-05-10T23:48:25.261" v="150"/>
          <ac:cxnSpMkLst>
            <pc:docMk/>
            <pc:sldMk cId="523739647" sldId="2147483297"/>
            <ac:cxnSpMk id="3" creationId="{74E42DB5-7839-8D74-BF05-54D331A95C31}"/>
          </ac:cxnSpMkLst>
        </pc:cxnChg>
        <pc:cxnChg chg="add">
          <ac:chgData name="황기연/책임/해외CC&amp;S네트워크운영팀" userId="S::kiyeon.hwang@lge.com::40f3eb4f-9ca3-4f27-af4a-fd9b4dfa55fa" providerId="AD" clId="Web-{D512B139-CFC0-9532-4A97-B0664BBE86C6}" dt="2026-05-10T23:48:27.230" v="151"/>
          <ac:cxnSpMkLst>
            <pc:docMk/>
            <pc:sldMk cId="523739647" sldId="2147483297"/>
            <ac:cxnSpMk id="8" creationId="{21663E8E-2E58-D067-0A92-492585B18C84}"/>
          </ac:cxnSpMkLst>
        </pc:cxnChg>
      </pc:sldChg>
      <pc:sldChg chg="addSp delSp add">
        <pc:chgData name="황기연/책임/해외CC&amp;S네트워크운영팀" userId="S::kiyeon.hwang@lge.com::40f3eb4f-9ca3-4f27-af4a-fd9b4dfa55fa" providerId="AD" clId="Web-{D512B139-CFC0-9532-4A97-B0664BBE86C6}" dt="2026-05-10T23:48:42.698" v="156"/>
        <pc:sldMkLst>
          <pc:docMk/>
          <pc:sldMk cId="3276827029" sldId="2147483298"/>
        </pc:sldMkLst>
        <pc:spChg chg="add del">
          <ac:chgData name="황기연/책임/해외CC&amp;S네트워크운영팀" userId="S::kiyeon.hwang@lge.com::40f3eb4f-9ca3-4f27-af4a-fd9b4dfa55fa" providerId="AD" clId="Web-{D512B139-CFC0-9532-4A97-B0664BBE86C6}" dt="2026-05-10T23:48:16.448" v="149"/>
          <ac:spMkLst>
            <pc:docMk/>
            <pc:sldMk cId="3276827029" sldId="2147483298"/>
            <ac:spMk id="8" creationId="{7428ADAF-7F35-4179-65E7-0DF55C86C95A}"/>
          </ac:spMkLst>
        </pc:spChg>
        <pc:spChg chg="add">
          <ac:chgData name="황기연/책임/해외CC&amp;S네트워크운영팀" userId="S::kiyeon.hwang@lge.com::40f3eb4f-9ca3-4f27-af4a-fd9b4dfa55fa" providerId="AD" clId="Web-{D512B139-CFC0-9532-4A97-B0664BBE86C6}" dt="2026-05-10T23:48:42.698" v="156"/>
          <ac:spMkLst>
            <pc:docMk/>
            <pc:sldMk cId="3276827029" sldId="2147483298"/>
            <ac:spMk id="15" creationId="{55CB1447-2A04-E3A2-B585-07F87A51F13B}"/>
          </ac:spMkLst>
        </pc:spChg>
        <pc:spChg chg="del">
          <ac:chgData name="황기연/책임/해외CC&amp;S네트워크운영팀" userId="S::kiyeon.hwang@lge.com::40f3eb4f-9ca3-4f27-af4a-fd9b4dfa55fa" providerId="AD" clId="Web-{D512B139-CFC0-9532-4A97-B0664BBE86C6}" dt="2026-05-10T23:47:02.870" v="114"/>
          <ac:spMkLst>
            <pc:docMk/>
            <pc:sldMk cId="3276827029" sldId="2147483298"/>
            <ac:spMk id="16" creationId="{73BCBD21-E9D7-7CDE-39FB-91EC9AC5C0C8}"/>
          </ac:spMkLst>
        </pc:spChg>
        <pc:cxnChg chg="del">
          <ac:chgData name="황기연/책임/해외CC&amp;S네트워크운영팀" userId="S::kiyeon.hwang@lge.com::40f3eb4f-9ca3-4f27-af4a-fd9b4dfa55fa" providerId="AD" clId="Web-{D512B139-CFC0-9532-4A97-B0664BBE86C6}" dt="2026-05-10T23:48:31.027" v="152"/>
          <ac:cxnSpMkLst>
            <pc:docMk/>
            <pc:sldMk cId="3276827029" sldId="2147483298"/>
            <ac:cxnSpMk id="3" creationId="{47B6435C-19C4-9639-F99B-FC521DCF315A}"/>
          </ac:cxnSpMkLst>
        </pc:cxnChg>
        <pc:cxnChg chg="add">
          <ac:chgData name="황기연/책임/해외CC&amp;S네트워크운영팀" userId="S::kiyeon.hwang@lge.com::40f3eb4f-9ca3-4f27-af4a-fd9b4dfa55fa" providerId="AD" clId="Web-{D512B139-CFC0-9532-4A97-B0664BBE86C6}" dt="2026-05-10T23:48:32.433" v="153"/>
          <ac:cxnSpMkLst>
            <pc:docMk/>
            <pc:sldMk cId="3276827029" sldId="2147483298"/>
            <ac:cxnSpMk id="12" creationId="{F23627BC-AEE9-E46E-764B-DEA0A5742692}"/>
          </ac:cxnSpMkLst>
        </pc:cxnChg>
      </pc:sldChg>
      <pc:sldChg chg="addSp delSp modSp add del replId">
        <pc:chgData name="황기연/책임/해외CC&amp;S네트워크운영팀" userId="S::kiyeon.hwang@lge.com::40f3eb4f-9ca3-4f27-af4a-fd9b4dfa55fa" providerId="AD" clId="Web-{D512B139-CFC0-9532-4A97-B0664BBE86C6}" dt="2026-05-10T23:45:35.573" v="94"/>
        <pc:sldMkLst>
          <pc:docMk/>
          <pc:sldMk cId="2810302322" sldId="2147483359"/>
        </pc:sldMkLst>
        <pc:spChg chg="add del">
          <ac:chgData name="황기연/책임/해외CC&amp;S네트워크운영팀" userId="S::kiyeon.hwang@lge.com::40f3eb4f-9ca3-4f27-af4a-fd9b4dfa55fa" providerId="AD" clId="Web-{D512B139-CFC0-9532-4A97-B0664BBE86C6}" dt="2026-05-10T23:37:37.638" v="39"/>
          <ac:spMkLst>
            <pc:docMk/>
            <pc:sldMk cId="2810302322" sldId="2147483359"/>
            <ac:spMk id="2" creationId="{7490BA70-43BC-1107-6BD6-829569CB6E77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64"/>
          <ac:spMkLst>
            <pc:docMk/>
            <pc:sldMk cId="2810302322" sldId="2147483359"/>
            <ac:spMk id="4" creationId="{024EEA73-CD82-38EC-3B67-20A34DCFF1B6}"/>
          </ac:spMkLst>
        </pc:spChg>
        <pc:spChg chg="mod">
          <ac:chgData name="황기연/책임/해외CC&amp;S네트워크운영팀" userId="S::kiyeon.hwang@lge.com::40f3eb4f-9ca3-4f27-af4a-fd9b4dfa55fa" providerId="AD" clId="Web-{D512B139-CFC0-9532-4A97-B0664BBE86C6}" dt="2026-05-10T23:38:23.832" v="67" actId="20577"/>
          <ac:spMkLst>
            <pc:docMk/>
            <pc:sldMk cId="2810302322" sldId="2147483359"/>
            <ac:spMk id="5" creationId="{0F79A4C6-8F23-315C-378B-1CA89ADB2481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58.201" v="65"/>
          <ac:spMkLst>
            <pc:docMk/>
            <pc:sldMk cId="2810302322" sldId="2147483359"/>
            <ac:spMk id="8" creationId="{3B7D533D-DFAD-A25E-64B9-DCAB6F8A87B7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62"/>
          <ac:spMkLst>
            <pc:docMk/>
            <pc:sldMk cId="2810302322" sldId="2147483359"/>
            <ac:spMk id="10" creationId="{49706B7C-F5BA-7CA7-1E16-A03232F7EA03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61"/>
          <ac:spMkLst>
            <pc:docMk/>
            <pc:sldMk cId="2810302322" sldId="2147483359"/>
            <ac:spMk id="11" creationId="{77734654-812F-ACF3-F8AF-F9B79B40B241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9"/>
          <ac:spMkLst>
            <pc:docMk/>
            <pc:sldMk cId="2810302322" sldId="2147483359"/>
            <ac:spMk id="13" creationId="{7CE6B13E-E022-0610-F024-8B91687BD6C5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8"/>
          <ac:spMkLst>
            <pc:docMk/>
            <pc:sldMk cId="2810302322" sldId="2147483359"/>
            <ac:spMk id="14" creationId="{C0F7C457-01D7-BD07-9730-3A43C1EBEB60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6"/>
          <ac:spMkLst>
            <pc:docMk/>
            <pc:sldMk cId="2810302322" sldId="2147483359"/>
            <ac:spMk id="16" creationId="{FD2ED9BB-E4AB-FE1B-A090-3C8D5705B5F4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5"/>
          <ac:spMkLst>
            <pc:docMk/>
            <pc:sldMk cId="2810302322" sldId="2147483359"/>
            <ac:spMk id="17" creationId="{62AED90A-7A80-4FEB-7E97-DBC0D07EC2C8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4"/>
          <ac:spMkLst>
            <pc:docMk/>
            <pc:sldMk cId="2810302322" sldId="2147483359"/>
            <ac:spMk id="18" creationId="{139448DE-716E-A1A2-A377-ABF7859B1766}"/>
          </ac:spMkLst>
        </pc:spChg>
        <pc:spChg chg="add del">
          <ac:chgData name="황기연/책임/해외CC&amp;S네트워크운영팀" userId="S::kiyeon.hwang@lge.com::40f3eb4f-9ca3-4f27-af4a-fd9b4dfa55fa" providerId="AD" clId="Web-{D512B139-CFC0-9532-4A97-B0664BBE86C6}" dt="2026-05-10T23:37:45.701" v="53"/>
          <ac:spMkLst>
            <pc:docMk/>
            <pc:sldMk cId="2810302322" sldId="2147483359"/>
            <ac:spMk id="19" creationId="{122D9181-FC0D-CD90-02CA-A3D097B0EAD4}"/>
          </ac:spMkLst>
        </pc:spChg>
        <pc:graphicFrameChg chg="add del">
          <ac:chgData name="황기연/책임/해외CC&amp;S네트워크운영팀" userId="S::kiyeon.hwang@lge.com::40f3eb4f-9ca3-4f27-af4a-fd9b4dfa55fa" providerId="AD" clId="Web-{D512B139-CFC0-9532-4A97-B0664BBE86C6}" dt="2026-05-10T23:37:45.701" v="63"/>
          <ac:graphicFrameMkLst>
            <pc:docMk/>
            <pc:sldMk cId="2810302322" sldId="2147483359"/>
            <ac:graphicFrameMk id="7" creationId="{CA5469A6-1489-1778-B596-F7D24472A92D}"/>
          </ac:graphicFrameMkLst>
        </pc:graphicFrameChg>
        <pc:graphicFrameChg chg="add del mod modGraphic">
          <ac:chgData name="황기연/책임/해외CC&amp;S네트워크운영팀" userId="S::kiyeon.hwang@lge.com::40f3eb4f-9ca3-4f27-af4a-fd9b4dfa55fa" providerId="AD" clId="Web-{D512B139-CFC0-9532-4A97-B0664BBE86C6}" dt="2026-05-10T23:44:51.979" v="89"/>
          <ac:graphicFrameMkLst>
            <pc:docMk/>
            <pc:sldMk cId="2810302322" sldId="2147483359"/>
            <ac:graphicFrameMk id="20" creationId="{0F8FC9F5-2E3D-C21A-8CA5-60EC53FBADA6}"/>
          </ac:graphicFrameMkLst>
        </pc:graphicFrameChg>
        <pc:graphicFrameChg chg="add del mod modGraphic">
          <ac:chgData name="황기연/책임/해외CC&amp;S네트워크운영팀" userId="S::kiyeon.hwang@lge.com::40f3eb4f-9ca3-4f27-af4a-fd9b4dfa55fa" providerId="AD" clId="Web-{D512B139-CFC0-9532-4A97-B0664BBE86C6}" dt="2026-05-10T23:45:15.682" v="92"/>
          <ac:graphicFrameMkLst>
            <pc:docMk/>
            <pc:sldMk cId="2810302322" sldId="2147483359"/>
            <ac:graphicFrameMk id="22" creationId="{64505AE5-6B19-5EBB-0610-81C7D2941806}"/>
          </ac:graphicFrameMkLst>
        </pc:graphicFrameChg>
        <pc:picChg chg="add del mod">
          <ac:chgData name="황기연/책임/해외CC&amp;S네트워크운영팀" userId="S::kiyeon.hwang@lge.com::40f3eb4f-9ca3-4f27-af4a-fd9b4dfa55fa" providerId="AD" clId="Web-{D512B139-CFC0-9532-4A97-B0664BBE86C6}" dt="2026-05-10T23:43:44.588" v="81" actId="1076"/>
          <ac:picMkLst>
            <pc:docMk/>
            <pc:sldMk cId="2810302322" sldId="2147483359"/>
            <ac:picMk id="3" creationId="{6CCF482B-11A9-69D2-D466-0C9CB38031BB}"/>
          </ac:picMkLst>
        </pc:picChg>
        <pc:cxnChg chg="add del mod">
          <ac:chgData name="황기연/책임/해외CC&amp;S네트워크운영팀" userId="S::kiyeon.hwang@lge.com::40f3eb4f-9ca3-4f27-af4a-fd9b4dfa55fa" providerId="AD" clId="Web-{D512B139-CFC0-9532-4A97-B0664BBE86C6}" dt="2026-05-10T23:37:45.701" v="60"/>
          <ac:cxnSpMkLst>
            <pc:docMk/>
            <pc:sldMk cId="2810302322" sldId="2147483359"/>
            <ac:cxnSpMk id="12" creationId="{8849F19E-3E98-061A-33C7-FC6517EA4214}"/>
          </ac:cxnSpMkLst>
        </pc:cxnChg>
        <pc:cxnChg chg="add del mod">
          <ac:chgData name="황기연/책임/해외CC&amp;S네트워크운영팀" userId="S::kiyeon.hwang@lge.com::40f3eb4f-9ca3-4f27-af4a-fd9b4dfa55fa" providerId="AD" clId="Web-{D512B139-CFC0-9532-4A97-B0664BBE86C6}" dt="2026-05-10T23:37:45.701" v="57"/>
          <ac:cxnSpMkLst>
            <pc:docMk/>
            <pc:sldMk cId="2810302322" sldId="2147483359"/>
            <ac:cxnSpMk id="15" creationId="{C4506F2F-D351-61B0-96DC-3C2B0DD9B017}"/>
          </ac:cxnSpMkLst>
        </pc:cxnChg>
      </pc:sldChg>
      <pc:sldChg chg="add del replId">
        <pc:chgData name="황기연/책임/해외CC&amp;S네트워크운영팀" userId="S::kiyeon.hwang@lge.com::40f3eb4f-9ca3-4f27-af4a-fd9b4dfa55fa" providerId="AD" clId="Web-{D512B139-CFC0-9532-4A97-B0664BBE86C6}" dt="2026-05-10T23:38:48.741" v="68"/>
        <pc:sldMkLst>
          <pc:docMk/>
          <pc:sldMk cId="47425953" sldId="2147483360"/>
        </pc:sldMkLst>
      </pc:sldChg>
      <pc:sldChg chg="add del replId">
        <pc:chgData name="황기연/책임/해외CC&amp;S네트워크운영팀" userId="S::kiyeon.hwang@lge.com::40f3eb4f-9ca3-4f27-af4a-fd9b4dfa55fa" providerId="AD" clId="Web-{D512B139-CFC0-9532-4A97-B0664BBE86C6}" dt="2026-05-10T23:38:51.366" v="69"/>
        <pc:sldMkLst>
          <pc:docMk/>
          <pc:sldMk cId="3185393089" sldId="2147483362"/>
        </pc:sldMkLst>
      </pc:sldChg>
      <pc:sldChg chg="addSp modSp add del replId">
        <pc:chgData name="황기연/책임/해외CC&amp;S네트워크운영팀" userId="S::kiyeon.hwang@lge.com::40f3eb4f-9ca3-4f27-af4a-fd9b4dfa55fa" providerId="AD" clId="Web-{D512B139-CFC0-9532-4A97-B0664BBE86C6}" dt="2026-05-10T23:45:36.682" v="95"/>
        <pc:sldMkLst>
          <pc:docMk/>
          <pc:sldMk cId="1234534895" sldId="2147483364"/>
        </pc:sldMkLst>
        <pc:picChg chg="add mod">
          <ac:chgData name="황기연/책임/해외CC&amp;S네트워크운영팀" userId="S::kiyeon.hwang@lge.com::40f3eb4f-9ca3-4f27-af4a-fd9b4dfa55fa" providerId="AD" clId="Web-{D512B139-CFC0-9532-4A97-B0664BBE86C6}" dt="2026-05-10T23:43:55.885" v="83" actId="1076"/>
          <ac:picMkLst>
            <pc:docMk/>
            <pc:sldMk cId="1234534895" sldId="2147483364"/>
            <ac:picMk id="3" creationId="{D6BD9CE6-1D2B-69B6-E89E-DF95C8740A99}"/>
          </ac:picMkLst>
        </pc:picChg>
      </pc:sldChg>
      <pc:sldChg chg="addSp modSp add del replId">
        <pc:chgData name="황기연/책임/해외CC&amp;S네트워크운영팀" userId="S::kiyeon.hwang@lge.com::40f3eb4f-9ca3-4f27-af4a-fd9b4dfa55fa" providerId="AD" clId="Web-{D512B139-CFC0-9532-4A97-B0664BBE86C6}" dt="2026-05-10T23:45:37.854" v="96"/>
        <pc:sldMkLst>
          <pc:docMk/>
          <pc:sldMk cId="622881635" sldId="2147483365"/>
        </pc:sldMkLst>
        <pc:picChg chg="add mod">
          <ac:chgData name="황기연/책임/해외CC&amp;S네트워크운영팀" userId="S::kiyeon.hwang@lge.com::40f3eb4f-9ca3-4f27-af4a-fd9b4dfa55fa" providerId="AD" clId="Web-{D512B139-CFC0-9532-4A97-B0664BBE86C6}" dt="2026-05-10T23:44:10.838" v="86" actId="1076"/>
          <ac:picMkLst>
            <pc:docMk/>
            <pc:sldMk cId="622881635" sldId="2147483365"/>
            <ac:picMk id="3" creationId="{8F8C3A13-BA2E-1C28-0803-96559CDCE5F3}"/>
          </ac:picMkLst>
        </pc:picChg>
      </pc:sldChg>
    </pc:docChg>
  </pc:docChgLst>
  <pc:docChgLst>
    <pc:chgData name="송범준/책임/해외CC&amp;S네트워크운영팀" userId="S::beomjun.song@lge.com::5dffadd8-486e-4323-8aaa-7f3e9df9f4f7" providerId="AD" clId="Web-{D812EC70-7BA5-85D5-2902-BC490009DDCA}"/>
    <pc:docChg chg="modSld">
      <pc:chgData name="송범준/책임/해외CC&amp;S네트워크운영팀" userId="S::beomjun.song@lge.com::5dffadd8-486e-4323-8aaa-7f3e9df9f4f7" providerId="AD" clId="Web-{D812EC70-7BA5-85D5-2902-BC490009DDCA}" dt="2026-05-11T01:06:35.021" v="452" actId="1076"/>
      <pc:docMkLst>
        <pc:docMk/>
      </pc:docMkLst>
      <pc:sldChg chg="addSp delSp modSp">
        <pc:chgData name="송범준/책임/해외CC&amp;S네트워크운영팀" userId="S::beomjun.song@lge.com::5dffadd8-486e-4323-8aaa-7f3e9df9f4f7" providerId="AD" clId="Web-{D812EC70-7BA5-85D5-2902-BC490009DDCA}" dt="2026-05-11T01:06:35.021" v="452" actId="1076"/>
        <pc:sldMkLst>
          <pc:docMk/>
          <pc:sldMk cId="1534422238" sldId="287"/>
        </pc:sldMkLst>
        <pc:spChg chg="mod">
          <ac:chgData name="송범준/책임/해외CC&amp;S네트워크운영팀" userId="S::beomjun.song@lge.com::5dffadd8-486e-4323-8aaa-7f3e9df9f4f7" providerId="AD" clId="Web-{D812EC70-7BA5-85D5-2902-BC490009DDCA}" dt="2026-05-11T00:08:14.722" v="113" actId="1076"/>
          <ac:spMkLst>
            <pc:docMk/>
            <pc:sldMk cId="1534422238" sldId="287"/>
            <ac:spMk id="8" creationId="{DA18BF0E-2BFE-D2F5-F316-4D701F42E7B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49:37.769" v="31" actId="14100"/>
          <ac:spMkLst>
            <pc:docMk/>
            <pc:sldMk cId="1534422238" sldId="287"/>
            <ac:spMk id="14" creationId="{C74720F0-47B2-85FC-2408-F5D9AA37167B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9:20.522" v="367" actId="20577"/>
          <ac:spMkLst>
            <pc:docMk/>
            <pc:sldMk cId="1534422238" sldId="287"/>
            <ac:spMk id="22" creationId="{F851A64D-F772-5069-329C-F62394284B0B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7:07.830" v="106"/>
          <ac:spMkLst>
            <pc:docMk/>
            <pc:sldMk cId="1534422238" sldId="287"/>
            <ac:spMk id="25" creationId="{51C7A89A-833B-F32F-DE3B-CA500F0AFDDB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7:02.892" v="105"/>
          <ac:spMkLst>
            <pc:docMk/>
            <pc:sldMk cId="1534422238" sldId="287"/>
            <ac:spMk id="26" creationId="{45770B06-1034-345C-F744-0486E67A8858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5:39.574" v="342" actId="20577"/>
          <ac:spMkLst>
            <pc:docMk/>
            <pc:sldMk cId="1534422238" sldId="287"/>
            <ac:spMk id="30" creationId="{61E31336-45B9-93E2-DFCC-0B9176159938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28:42.135" v="322"/>
          <ac:spMkLst>
            <pc:docMk/>
            <pc:sldMk cId="1534422238" sldId="287"/>
            <ac:spMk id="34" creationId="{96D260C0-B9B0-EC77-05C7-5314C8D56D0C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8:16.379" v="359" actId="1076"/>
          <ac:spMkLst>
            <pc:docMk/>
            <pc:sldMk cId="1534422238" sldId="287"/>
            <ac:spMk id="45" creationId="{11334102-4579-0733-1FD9-DBC0763CDD12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8:09.426" v="358" actId="1076"/>
          <ac:spMkLst>
            <pc:docMk/>
            <pc:sldMk cId="1534422238" sldId="287"/>
            <ac:spMk id="69" creationId="{5449628B-FD3D-619A-BAA9-A88C7722A36F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2:18.721" v="327" actId="1076"/>
          <ac:spMkLst>
            <pc:docMk/>
            <pc:sldMk cId="1534422238" sldId="287"/>
            <ac:spMk id="96" creationId="{F6011A0D-8C30-45DD-9027-9B10C525E86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32:25.532" v="328" actId="1076"/>
          <ac:spMkLst>
            <pc:docMk/>
            <pc:sldMk cId="1534422238" sldId="287"/>
            <ac:spMk id="97" creationId="{8C5292A0-F357-C8B0-5D1D-49645307E890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9:46.238" v="69"/>
          <ac:spMkLst>
            <pc:docMk/>
            <pc:sldMk cId="1534422238" sldId="287"/>
            <ac:spMk id="99" creationId="{AE09BD88-257F-1C13-265E-B9F2B255645B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9:53.724" v="70"/>
          <ac:spMkLst>
            <pc:docMk/>
            <pc:sldMk cId="1534422238" sldId="287"/>
            <ac:spMk id="100" creationId="{1B2D01BC-90D6-A610-FB67-8C942B1D66D1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9:10.156" v="67"/>
          <ac:spMkLst>
            <pc:docMk/>
            <pc:sldMk cId="1534422238" sldId="287"/>
            <ac:spMk id="104" creationId="{49827C3A-5434-ACA1-AB23-685255FA1CF7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8:42.187" v="62"/>
          <ac:spMkLst>
            <pc:docMk/>
            <pc:sldMk cId="1534422238" sldId="287"/>
            <ac:spMk id="105" creationId="{30C01E35-F733-2FBA-E252-83FC32D1CF9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8:42.187" v="63"/>
          <ac:spMkLst>
            <pc:docMk/>
            <pc:sldMk cId="1534422238" sldId="287"/>
            <ac:spMk id="114" creationId="{1F354009-72FD-9576-C297-1A27544E466A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8:42.187" v="64"/>
          <ac:spMkLst>
            <pc:docMk/>
            <pc:sldMk cId="1534422238" sldId="287"/>
            <ac:spMk id="115" creationId="{38A01C19-5AE1-366C-6E9E-5AE88055C990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8:42.202" v="65"/>
          <ac:spMkLst>
            <pc:docMk/>
            <pc:sldMk cId="1534422238" sldId="287"/>
            <ac:spMk id="116" creationId="{2F699CFC-5991-F736-4A25-F3501C74381C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8:43.796" v="66"/>
          <ac:spMkLst>
            <pc:docMk/>
            <pc:sldMk cId="1534422238" sldId="287"/>
            <ac:spMk id="117" creationId="{5B1719F4-C573-924D-C53D-7EFB41880071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4:53.421" v="101"/>
          <ac:spMkLst>
            <pc:docMk/>
            <pc:sldMk cId="1534422238" sldId="287"/>
            <ac:spMk id="122" creationId="{224246FF-1EA6-D127-EA11-1A86506B13D5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25:55.580" v="317" actId="20577"/>
          <ac:spMkLst>
            <pc:docMk/>
            <pc:sldMk cId="1534422238" sldId="287"/>
            <ac:spMk id="123" creationId="{9640A2EC-F54C-8835-5D7E-11889C4F6F25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43:25.936" v="369" actId="1076"/>
          <ac:spMkLst>
            <pc:docMk/>
            <pc:sldMk cId="1534422238" sldId="287"/>
            <ac:spMk id="124" creationId="{B806AD75-D3E1-0391-BBA4-57D2B1519552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43:19.044" v="368" actId="1076"/>
          <ac:spMkLst>
            <pc:docMk/>
            <pc:sldMk cId="1534422238" sldId="287"/>
            <ac:spMk id="125" creationId="{19400906-9999-6A45-9540-A2EF100E3F98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4:43.717" v="100"/>
          <ac:spMkLst>
            <pc:docMk/>
            <pc:sldMk cId="1534422238" sldId="287"/>
            <ac:spMk id="130" creationId="{A3F6C8AB-FDCD-746A-482B-3EC5C76630F0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9:54.149" v="140" actId="20577"/>
          <ac:spMkLst>
            <pc:docMk/>
            <pc:sldMk cId="1534422238" sldId="287"/>
            <ac:spMk id="133" creationId="{E2C767C0-D254-6833-DC9B-0E799737F2A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9:45.180" v="138" actId="20577"/>
          <ac:spMkLst>
            <pc:docMk/>
            <pc:sldMk cId="1534422238" sldId="287"/>
            <ac:spMk id="134" creationId="{6EDA3DA8-D81C-EAAA-B725-98E5DE0E80B3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3:29.840" v="95" actId="20577"/>
          <ac:spMkLst>
            <pc:docMk/>
            <pc:sldMk cId="1534422238" sldId="287"/>
            <ac:spMk id="143" creationId="{DDEE2965-7FCB-2C1A-8BFC-742EC0F4B35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7:59.264" v="61" actId="20577"/>
          <ac:spMkLst>
            <pc:docMk/>
            <pc:sldMk cId="1534422238" sldId="287"/>
            <ac:spMk id="144" creationId="{DEABD581-54AE-FF29-47F6-4B3B89B8D3E5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6:22.154" v="49"/>
          <ac:spMkLst>
            <pc:docMk/>
            <pc:sldMk cId="1534422238" sldId="287"/>
            <ac:spMk id="145" creationId="{AC6B8809-BF67-A5DD-7B76-4865AB0AF80E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5:07.624" v="102"/>
          <ac:spMkLst>
            <pc:docMk/>
            <pc:sldMk cId="1534422238" sldId="287"/>
            <ac:spMk id="152" creationId="{5277CF24-6F23-4332-2CC7-39A89B4EBC19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0:29.639" v="72"/>
          <ac:spMkLst>
            <pc:docMk/>
            <pc:sldMk cId="1534422238" sldId="287"/>
            <ac:spMk id="153" creationId="{1A86958E-7814-DD0E-9CAC-44473F2A4FFA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0:29.639" v="73"/>
          <ac:spMkLst>
            <pc:docMk/>
            <pc:sldMk cId="1534422238" sldId="287"/>
            <ac:spMk id="154" creationId="{7B67D162-E7A4-A634-504B-55A16B78C067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0:29.639" v="74"/>
          <ac:spMkLst>
            <pc:docMk/>
            <pc:sldMk cId="1534422238" sldId="287"/>
            <ac:spMk id="155" creationId="{BEC8460B-E1ED-5CBD-E2A1-5477EDEBF5EC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0:30.949" v="75"/>
          <ac:spMkLst>
            <pc:docMk/>
            <pc:sldMk cId="1534422238" sldId="287"/>
            <ac:spMk id="156" creationId="{85F6C46F-A0E8-2BAE-82A9-56856221C7C3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28:48.854" v="323"/>
          <ac:spMkLst>
            <pc:docMk/>
            <pc:sldMk cId="1534422238" sldId="287"/>
            <ac:spMk id="158" creationId="{23F9D02E-B40D-7241-2C3E-9775EC98D1B1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5:08.296" v="103"/>
          <ac:spMkLst>
            <pc:docMk/>
            <pc:sldMk cId="1534422238" sldId="287"/>
            <ac:spMk id="160" creationId="{A6F7FF19-13D3-B644-28DC-D54A3D04231A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5:15.437" v="104"/>
          <ac:spMkLst>
            <pc:docMk/>
            <pc:sldMk cId="1534422238" sldId="287"/>
            <ac:spMk id="162" creationId="{A3C0D4F2-8CB3-3DAE-763D-FCAEDDB10333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26:24.300" v="321" actId="20577"/>
          <ac:spMkLst>
            <pc:docMk/>
            <pc:sldMk cId="1534422238" sldId="287"/>
            <ac:spMk id="163" creationId="{121D5112-10A3-8126-C15D-3093EBD91AC5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2:16.007" v="82" actId="1076"/>
          <ac:spMkLst>
            <pc:docMk/>
            <pc:sldMk cId="1534422238" sldId="287"/>
            <ac:spMk id="164" creationId="{3CB29C96-BDB0-B86F-D698-D83371505583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3:43.403" v="96" actId="20577"/>
          <ac:spMkLst>
            <pc:docMk/>
            <pc:sldMk cId="1534422238" sldId="287"/>
            <ac:spMk id="166" creationId="{E6FB9BD7-7AD8-B23C-0D65-AD47C55D654C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3:48.887" v="97" actId="20577"/>
          <ac:spMkLst>
            <pc:docMk/>
            <pc:sldMk cId="1534422238" sldId="287"/>
            <ac:spMk id="167" creationId="{7A349A83-2FDB-7925-D434-9A483059B076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4:05.075" v="98" actId="20577"/>
          <ac:spMkLst>
            <pc:docMk/>
            <pc:sldMk cId="1534422238" sldId="287"/>
            <ac:spMk id="168" creationId="{FC89175B-BA24-93A1-09B6-FD0072BB7454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53:02.932" v="42" actId="20577"/>
          <ac:spMkLst>
            <pc:docMk/>
            <pc:sldMk cId="1534422238" sldId="287"/>
            <ac:spMk id="170" creationId="{BB073346-1913-92E1-92E0-1CAE86CE82E9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2:05.210" v="80" actId="1076"/>
          <ac:spMkLst>
            <pc:docMk/>
            <pc:sldMk cId="1534422238" sldId="287"/>
            <ac:spMk id="172" creationId="{260B3823-B726-30EA-4071-F81D2587807A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2:36.243" v="85" actId="1076"/>
          <ac:spMkLst>
            <pc:docMk/>
            <pc:sldMk cId="1534422238" sldId="287"/>
            <ac:spMk id="174" creationId="{BAA6EC6D-A82E-BE2F-4D48-2B655F5326BF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04:12.029" v="99" actId="20577"/>
          <ac:spMkLst>
            <pc:docMk/>
            <pc:sldMk cId="1534422238" sldId="287"/>
            <ac:spMk id="175" creationId="{33B611C0-3972-9060-3264-DDEE08AD36D5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1:06:35.021" v="452" actId="1076"/>
          <ac:spMkLst>
            <pc:docMk/>
            <pc:sldMk cId="1534422238" sldId="287"/>
            <ac:spMk id="181" creationId="{BAB83833-35BC-8480-08D5-61A3E4F8F2B9}"/>
          </ac:spMkLst>
        </pc:spChg>
        <pc:graphicFrameChg chg="add del mod">
          <ac:chgData name="송범준/책임/해외CC&amp;S네트워크운영팀" userId="S::beomjun.song@lge.com::5dffadd8-486e-4323-8aaa-7f3e9df9f4f7" providerId="AD" clId="Web-{D812EC70-7BA5-85D5-2902-BC490009DDCA}" dt="2026-05-11T00:15:32.218" v="299"/>
          <ac:graphicFrameMkLst>
            <pc:docMk/>
            <pc:sldMk cId="1534422238" sldId="287"/>
            <ac:graphicFrameMk id="5" creationId="{BF067A5D-DB69-2ACE-F907-A8D018067739}"/>
          </ac:graphicFrameMkLst>
        </pc:graphicFrameChg>
        <pc:graphicFrameChg chg="add del mod modGraphic">
          <ac:chgData name="송범준/책임/해외CC&amp;S네트워크운영팀" userId="S::beomjun.song@lge.com::5dffadd8-486e-4323-8aaa-7f3e9df9f4f7" providerId="AD" clId="Web-{D812EC70-7BA5-85D5-2902-BC490009DDCA}" dt="2026-05-11T00:36:45.063" v="343"/>
          <ac:graphicFrameMkLst>
            <pc:docMk/>
            <pc:sldMk cId="1534422238" sldId="287"/>
            <ac:graphicFrameMk id="9" creationId="{68145A3C-220F-2BD8-E138-F6D9E455FA54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D812EC70-7BA5-85D5-2902-BC490009DDCA}" dt="2026-05-11T00:15:28.155" v="298"/>
          <ac:graphicFrameMkLst>
            <pc:docMk/>
            <pc:sldMk cId="1534422238" sldId="287"/>
            <ac:graphicFrameMk id="17" creationId="{52AA2D67-CA15-3181-9D59-2A052C181B87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D812EC70-7BA5-85D5-2902-BC490009DDCA}" dt="2026-05-11T00:15:25.233" v="297"/>
          <ac:graphicFrameMkLst>
            <pc:docMk/>
            <pc:sldMk cId="1534422238" sldId="287"/>
            <ac:graphicFrameMk id="19" creationId="{1A19A998-0017-57A2-B6C4-3ECBFC9254C3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D812EC70-7BA5-85D5-2902-BC490009DDCA}" dt="2026-05-11T00:15:21.139" v="296"/>
          <ac:graphicFrameMkLst>
            <pc:docMk/>
            <pc:sldMk cId="1534422238" sldId="287"/>
            <ac:graphicFrameMk id="24" creationId="{FA452564-501B-2A72-D7ED-95DE50BAB387}"/>
          </ac:graphicFrameMkLst>
        </pc:graphicFrameChg>
        <pc:graphicFrameChg chg="modGraphic">
          <ac:chgData name="송범준/책임/해외CC&amp;S네트워크운영팀" userId="S::beomjun.song@lge.com::5dffadd8-486e-4323-8aaa-7f3e9df9f4f7" providerId="AD" clId="Web-{D812EC70-7BA5-85D5-2902-BC490009DDCA}" dt="2026-05-11T00:30:18.794" v="325"/>
          <ac:graphicFrameMkLst>
            <pc:docMk/>
            <pc:sldMk cId="1534422238" sldId="287"/>
            <ac:graphicFrameMk id="136" creationId="{F9EB9477-BFE4-5E45-23B2-D200DFBEB31D}"/>
          </ac:graphicFrameMkLst>
        </pc:graphicFrameChg>
        <pc:cxnChg chg="mod">
          <ac:chgData name="송범준/책임/해외CC&amp;S네트워크운영팀" userId="S::beomjun.song@lge.com::5dffadd8-486e-4323-8aaa-7f3e9df9f4f7" providerId="AD" clId="Web-{D812EC70-7BA5-85D5-2902-BC490009DDCA}" dt="2026-05-11T00:00:12.478" v="71" actId="1076"/>
          <ac:cxnSpMkLst>
            <pc:docMk/>
            <pc:sldMk cId="1534422238" sldId="287"/>
            <ac:cxnSpMk id="107" creationId="{C9C20EFC-A53A-C194-B533-F14A0402CF5B}"/>
          </ac:cxnSpMkLst>
        </pc:cxnChg>
      </pc:sldChg>
      <pc:sldChg chg="modSp">
        <pc:chgData name="송범준/책임/해외CC&amp;S네트워크운영팀" userId="S::beomjun.song@lge.com::5dffadd8-486e-4323-8aaa-7f3e9df9f4f7" providerId="AD" clId="Web-{D812EC70-7BA5-85D5-2902-BC490009DDCA}" dt="2026-05-11T00:57:49.668" v="383" actId="1076"/>
        <pc:sldMkLst>
          <pc:docMk/>
          <pc:sldMk cId="2379798460" sldId="290"/>
        </pc:sldMkLst>
        <pc:spChg chg="mod">
          <ac:chgData name="송범준/책임/해외CC&amp;S네트워크운영팀" userId="S::beomjun.song@lge.com::5dffadd8-486e-4323-8aaa-7f3e9df9f4f7" providerId="AD" clId="Web-{D812EC70-7BA5-85D5-2902-BC490009DDCA}" dt="2026-05-10T23:44:09.576" v="18" actId="14100"/>
          <ac:spMkLst>
            <pc:docMk/>
            <pc:sldMk cId="2379798460" sldId="290"/>
            <ac:spMk id="67" creationId="{7E951BCF-3DC9-0A58-C12B-0B7DE3612F11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0:57:25.480" v="382" actId="1076"/>
          <ac:spMkLst>
            <pc:docMk/>
            <pc:sldMk cId="2379798460" sldId="290"/>
            <ac:spMk id="234" creationId="{CCCCF392-A452-6A62-74D9-0874DB141833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0T23:47:26.061" v="27" actId="1076"/>
          <ac:spMkLst>
            <pc:docMk/>
            <pc:sldMk cId="2379798460" sldId="290"/>
            <ac:spMk id="236" creationId="{BEC42813-37C5-5AB1-4AAD-0108705EA899}"/>
          </ac:spMkLst>
        </pc:spChg>
        <pc:graphicFrameChg chg="modGraphic">
          <ac:chgData name="송범준/책임/해외CC&amp;S네트워크운영팀" userId="S::beomjun.song@lge.com::5dffadd8-486e-4323-8aaa-7f3e9df9f4f7" providerId="AD" clId="Web-{D812EC70-7BA5-85D5-2902-BC490009DDCA}" dt="2026-05-10T23:45:52.760" v="23"/>
          <ac:graphicFrameMkLst>
            <pc:docMk/>
            <pc:sldMk cId="2379798460" sldId="290"/>
            <ac:graphicFrameMk id="104" creationId="{1755EE8A-B3CA-E391-4EA2-ED706453BA6F}"/>
          </ac:graphicFrameMkLst>
        </pc:graphicFrameChg>
        <pc:picChg chg="mod">
          <ac:chgData name="송범준/책임/해외CC&amp;S네트워크운영팀" userId="S::beomjun.song@lge.com::5dffadd8-486e-4323-8aaa-7f3e9df9f4f7" providerId="AD" clId="Web-{D812EC70-7BA5-85D5-2902-BC490009DDCA}" dt="2026-05-11T00:57:49.668" v="383" actId="1076"/>
          <ac:picMkLst>
            <pc:docMk/>
            <pc:sldMk cId="2379798460" sldId="290"/>
            <ac:picMk id="233" creationId="{2552AFA7-E4D8-884A-45D2-28E47977FF35}"/>
          </ac:picMkLst>
        </pc:picChg>
      </pc:sldChg>
      <pc:sldChg chg="modSp">
        <pc:chgData name="송범준/책임/해외CC&amp;S네트워크운영팀" userId="S::beomjun.song@lge.com::5dffadd8-486e-4323-8aaa-7f3e9df9f4f7" providerId="AD" clId="Web-{D812EC70-7BA5-85D5-2902-BC490009DDCA}" dt="2026-05-11T00:53:23.379" v="371"/>
        <pc:sldMkLst>
          <pc:docMk/>
          <pc:sldMk cId="1199134014" sldId="291"/>
        </pc:sldMkLst>
        <pc:graphicFrameChg chg="mod modGraphic">
          <ac:chgData name="송범준/책임/해외CC&amp;S네트워크운영팀" userId="S::beomjun.song@lge.com::5dffadd8-486e-4323-8aaa-7f3e9df9f4f7" providerId="AD" clId="Web-{D812EC70-7BA5-85D5-2902-BC490009DDCA}" dt="2026-05-11T00:53:23.379" v="371"/>
          <ac:graphicFrameMkLst>
            <pc:docMk/>
            <pc:sldMk cId="1199134014" sldId="291"/>
            <ac:graphicFrameMk id="3" creationId="{4775350B-49E4-8596-A9EF-D46FFC5CB643}"/>
          </ac:graphicFrameMkLst>
        </pc:graphicFrameChg>
      </pc:sldChg>
      <pc:sldChg chg="addSp delSp modSp">
        <pc:chgData name="송범준/책임/해외CC&amp;S네트워크운영팀" userId="S::beomjun.song@lge.com::5dffadd8-486e-4323-8aaa-7f3e9df9f4f7" providerId="AD" clId="Web-{D812EC70-7BA5-85D5-2902-BC490009DDCA}" dt="2026-05-11T01:04:49.629" v="451"/>
        <pc:sldMkLst>
          <pc:docMk/>
          <pc:sldMk cId="2373256447" sldId="2147483356"/>
        </pc:sldMkLst>
        <pc:spChg chg="del">
          <ac:chgData name="송범준/책임/해외CC&amp;S네트워크운영팀" userId="S::beomjun.song@lge.com::5dffadd8-486e-4323-8aaa-7f3e9df9f4f7" providerId="AD" clId="Web-{D812EC70-7BA5-85D5-2902-BC490009DDCA}" dt="2026-05-10T23:41:59.019" v="6"/>
          <ac:spMkLst>
            <pc:docMk/>
            <pc:sldMk cId="2373256447" sldId="2147483356"/>
            <ac:spMk id="4" creationId="{A2EC3C92-FB64-D56D-4B03-60C91E02BC60}"/>
          </ac:spMkLst>
        </pc:spChg>
        <pc:spChg chg="mod">
          <ac:chgData name="송범준/책임/해외CC&amp;S네트워크운영팀" userId="S::beomjun.song@lge.com::5dffadd8-486e-4323-8aaa-7f3e9df9f4f7" providerId="AD" clId="Web-{D812EC70-7BA5-85D5-2902-BC490009DDCA}" dt="2026-05-11T01:04:21.331" v="447" actId="1076"/>
          <ac:spMkLst>
            <pc:docMk/>
            <pc:sldMk cId="2373256447" sldId="2147483356"/>
            <ac:spMk id="5" creationId="{856D1AD1-9885-B43C-2F88-6696425C5E21}"/>
          </ac:spMkLst>
        </pc:spChg>
        <pc:graphicFrameChg chg="mod modGraphic">
          <ac:chgData name="송범준/책임/해외CC&amp;S네트워크운영팀" userId="S::beomjun.song@lge.com::5dffadd8-486e-4323-8aaa-7f3e9df9f4f7" providerId="AD" clId="Web-{D812EC70-7BA5-85D5-2902-BC490009DDCA}" dt="2026-05-11T01:04:49.629" v="451"/>
          <ac:graphicFrameMkLst>
            <pc:docMk/>
            <pc:sldMk cId="2373256447" sldId="2147483356"/>
            <ac:graphicFrameMk id="3" creationId="{33759177-F515-F6E7-8F37-0D8CF630201F}"/>
          </ac:graphicFrameMkLst>
        </pc:graphicFrameChg>
        <pc:graphicFrameChg chg="add del mod">
          <ac:chgData name="송범준/책임/해외CC&amp;S네트워크운영팀" userId="S::beomjun.song@lge.com::5dffadd8-486e-4323-8aaa-7f3e9df9f4f7" providerId="AD" clId="Web-{D812EC70-7BA5-85D5-2902-BC490009DDCA}" dt="2026-05-11T01:01:21.454" v="390"/>
          <ac:graphicFrameMkLst>
            <pc:docMk/>
            <pc:sldMk cId="2373256447" sldId="2147483356"/>
            <ac:graphicFrameMk id="8" creationId="{494B36F1-BE15-8196-66A8-F471B7CE517D}"/>
          </ac:graphicFrameMkLst>
        </pc:graphicFrameChg>
      </pc:sldChg>
    </pc:docChg>
  </pc:docChgLst>
  <pc:docChgLst>
    <pc:chgData name="김보경/선임/해외CC&amp;S네트워크운영팀" userId="S::bokyung02.kim@lge.com::8485ec85-8704-4a2f-afff-a1acfaebc22d" providerId="AD" clId="Web-{429CA03D-4E89-F0BE-82FC-57DD6DB54175}"/>
    <pc:docChg chg="modSld">
      <pc:chgData name="김보경/선임/해외CC&amp;S네트워크운영팀" userId="S::bokyung02.kim@lge.com::8485ec85-8704-4a2f-afff-a1acfaebc22d" providerId="AD" clId="Web-{429CA03D-4E89-F0BE-82FC-57DD6DB54175}" dt="2026-05-11T01:47:37.361" v="1" actId="20577"/>
      <pc:docMkLst>
        <pc:docMk/>
      </pc:docMkLst>
      <pc:sldChg chg="modSp">
        <pc:chgData name="김보경/선임/해외CC&amp;S네트워크운영팀" userId="S::bokyung02.kim@lge.com::8485ec85-8704-4a2f-afff-a1acfaebc22d" providerId="AD" clId="Web-{429CA03D-4E89-F0BE-82FC-57DD6DB54175}" dt="2026-05-11T01:47:37.361" v="1" actId="20577"/>
        <pc:sldMkLst>
          <pc:docMk/>
          <pc:sldMk cId="559323831" sldId="292"/>
        </pc:sldMkLst>
        <pc:spChg chg="mod">
          <ac:chgData name="김보경/선임/해외CC&amp;S네트워크운영팀" userId="S::bokyung02.kim@lge.com::8485ec85-8704-4a2f-afff-a1acfaebc22d" providerId="AD" clId="Web-{429CA03D-4E89-F0BE-82FC-57DD6DB54175}" dt="2026-05-11T01:47:37.361" v="1" actId="20577"/>
          <ac:spMkLst>
            <pc:docMk/>
            <pc:sldMk cId="559323831" sldId="292"/>
            <ac:spMk id="116" creationId="{1AC0BDA7-D02B-FA3D-F06F-77312996DDF7}"/>
          </ac:spMkLst>
        </pc:spChg>
      </pc:sldChg>
    </pc:docChg>
  </pc:docChgLst>
  <pc:docChgLst>
    <pc:chgData name="김보경/선임/해외CC&amp;S네트워크운영팀" userId="S::bokyung02.kim@lge.com::8485ec85-8704-4a2f-afff-a1acfaebc22d" providerId="AD" clId="Web-{C30ECD37-B1BC-8605-95FA-E99AE1ECFA8B}"/>
    <pc:docChg chg="delSld modSld modSection">
      <pc:chgData name="김보경/선임/해외CC&amp;S네트워크운영팀" userId="S::bokyung02.kim@lge.com::8485ec85-8704-4a2f-afff-a1acfaebc22d" providerId="AD" clId="Web-{C30ECD37-B1BC-8605-95FA-E99AE1ECFA8B}" dt="2026-05-10T23:52:00.091" v="20"/>
      <pc:docMkLst>
        <pc:docMk/>
      </pc:docMkLst>
      <pc:sldChg chg="addSp delSp modSp">
        <pc:chgData name="김보경/선임/해외CC&amp;S네트워크운영팀" userId="S::bokyung02.kim@lge.com::8485ec85-8704-4a2f-afff-a1acfaebc22d" providerId="AD" clId="Web-{C30ECD37-B1BC-8605-95FA-E99AE1ECFA8B}" dt="2026-05-10T23:45:09.681" v="5"/>
        <pc:sldMkLst>
          <pc:docMk/>
          <pc:sldMk cId="3301519829" sldId="293"/>
        </pc:sldMkLst>
        <pc:spChg chg="del">
          <ac:chgData name="김보경/선임/해외CC&amp;S네트워크운영팀" userId="S::bokyung02.kim@lge.com::8485ec85-8704-4a2f-afff-a1acfaebc22d" providerId="AD" clId="Web-{C30ECD37-B1BC-8605-95FA-E99AE1ECFA8B}" dt="2026-05-10T23:45:09.681" v="5"/>
          <ac:spMkLst>
            <pc:docMk/>
            <pc:sldMk cId="3301519829" sldId="293"/>
            <ac:spMk id="14" creationId="{402BAD41-F76A-ED47-BDB3-AF6EA2DF24B3}"/>
          </ac:spMkLst>
        </pc:spChg>
        <pc:spChg chg="add del mod">
          <ac:chgData name="김보경/선임/해외CC&amp;S네트워크운영팀" userId="S::bokyung02.kim@lge.com::8485ec85-8704-4a2f-afff-a1acfaebc22d" providerId="AD" clId="Web-{C30ECD37-B1BC-8605-95FA-E99AE1ECFA8B}" dt="2026-05-10T23:45:05.759" v="2"/>
          <ac:spMkLst>
            <pc:docMk/>
            <pc:sldMk cId="3301519829" sldId="293"/>
            <ac:spMk id="15" creationId="{1E359047-847C-B769-2B53-A9FE36D53EB0}"/>
          </ac:spMkLst>
        </pc:spChg>
        <pc:spChg chg="del mod">
          <ac:chgData name="김보경/선임/해외CC&amp;S네트워크운영팀" userId="S::bokyung02.kim@lge.com::8485ec85-8704-4a2f-afff-a1acfaebc22d" providerId="AD" clId="Web-{C30ECD37-B1BC-8605-95FA-E99AE1ECFA8B}" dt="2026-05-10T23:45:08.603" v="4"/>
          <ac:spMkLst>
            <pc:docMk/>
            <pc:sldMk cId="3301519829" sldId="293"/>
            <ac:spMk id="16" creationId="{C2642121-F945-2F44-3B82-ADD489247D55}"/>
          </ac:spMkLst>
        </pc:spChg>
      </pc:sldChg>
      <pc:sldChg chg="modSp">
        <pc:chgData name="김보경/선임/해외CC&amp;S네트워크운영팀" userId="S::bokyung02.kim@lge.com::8485ec85-8704-4a2f-afff-a1acfaebc22d" providerId="AD" clId="Web-{C30ECD37-B1BC-8605-95FA-E99AE1ECFA8B}" dt="2026-05-10T23:48:05.926" v="19" actId="20577"/>
        <pc:sldMkLst>
          <pc:docMk/>
          <pc:sldMk cId="37655278" sldId="2147483321"/>
        </pc:sldMkLst>
        <pc:spChg chg="mod">
          <ac:chgData name="김보경/선임/해외CC&amp;S네트워크운영팀" userId="S::bokyung02.kim@lge.com::8485ec85-8704-4a2f-afff-a1acfaebc22d" providerId="AD" clId="Web-{C30ECD37-B1BC-8605-95FA-E99AE1ECFA8B}" dt="2026-05-10T23:48:00.940" v="17" actId="14100"/>
          <ac:spMkLst>
            <pc:docMk/>
            <pc:sldMk cId="37655278" sldId="2147483321"/>
            <ac:spMk id="81" creationId="{3791ADAD-F743-4895-CE9A-5CB62D266D5D}"/>
          </ac:spMkLst>
        </pc:spChg>
        <pc:spChg chg="mod">
          <ac:chgData name="김보경/선임/해외CC&amp;S네트워크운영팀" userId="S::bokyung02.kim@lge.com::8485ec85-8704-4a2f-afff-a1acfaebc22d" providerId="AD" clId="Web-{C30ECD37-B1BC-8605-95FA-E99AE1ECFA8B}" dt="2026-05-10T23:48:05.926" v="19" actId="20577"/>
          <ac:spMkLst>
            <pc:docMk/>
            <pc:sldMk cId="37655278" sldId="2147483321"/>
            <ac:spMk id="90" creationId="{ACC4FB1C-7451-CF2D-94B2-11B0DE3CAB30}"/>
          </ac:spMkLst>
        </pc:spChg>
      </pc:sldChg>
      <pc:sldChg chg="del">
        <pc:chgData name="김보경/선임/해외CC&amp;S네트워크운영팀" userId="S::bokyung02.kim@lge.com::8485ec85-8704-4a2f-afff-a1acfaebc22d" providerId="AD" clId="Web-{C30ECD37-B1BC-8605-95FA-E99AE1ECFA8B}" dt="2026-05-10T23:52:00.091" v="20"/>
        <pc:sldMkLst>
          <pc:docMk/>
          <pc:sldMk cId="173035577" sldId="2147483355"/>
        </pc:sldMkLst>
      </pc:sldChg>
    </pc:docChg>
  </pc:docChgLst>
  <pc:docChgLst>
    <pc:chgData name="황기연/책임/해외CC&amp;S네트워크운영팀" userId="S::kiyeon.hwang@lge.com::40f3eb4f-9ca3-4f27-af4a-fd9b4dfa55fa" providerId="AD" clId="Web-{3C829082-77D9-0BBB-A350-1107FA39181B}"/>
    <pc:docChg chg="addSld delSld modSld sldOrd modSection">
      <pc:chgData name="황기연/책임/해외CC&amp;S네트워크운영팀" userId="S::kiyeon.hwang@lge.com::40f3eb4f-9ca3-4f27-af4a-fd9b4dfa55fa" providerId="AD" clId="Web-{3C829082-77D9-0BBB-A350-1107FA39181B}" dt="2026-05-11T00:33:33.024" v="42" actId="14100"/>
      <pc:docMkLst>
        <pc:docMk/>
      </pc:docMkLst>
      <pc:sldChg chg="addSp delSp modSp del ord">
        <pc:chgData name="황기연/책임/해외CC&amp;S네트워크운영팀" userId="S::kiyeon.hwang@lge.com::40f3eb4f-9ca3-4f27-af4a-fd9b4dfa55fa" providerId="AD" clId="Web-{3C829082-77D9-0BBB-A350-1107FA39181B}" dt="2026-05-11T00:31:18.394" v="25"/>
        <pc:sldMkLst>
          <pc:docMk/>
          <pc:sldMk cId="3301519829" sldId="293"/>
        </pc:sldMkLst>
        <pc:spChg chg="del">
          <ac:chgData name="황기연/책임/해외CC&amp;S네트워크운영팀" userId="S::kiyeon.hwang@lge.com::40f3eb4f-9ca3-4f27-af4a-fd9b4dfa55fa" providerId="AD" clId="Web-{3C829082-77D9-0BBB-A350-1107FA39181B}" dt="2026-05-11T00:30:52.174" v="21"/>
          <ac:spMkLst>
            <pc:docMk/>
            <pc:sldMk cId="3301519829" sldId="293"/>
            <ac:spMk id="3" creationId="{444744E2-5AAE-627B-259B-D1C841D83EAE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54" v="18"/>
          <ac:spMkLst>
            <pc:docMk/>
            <pc:sldMk cId="3301519829" sldId="293"/>
            <ac:spMk id="4" creationId="{863485F3-E72A-6BFC-B8A0-204A9F61FEF9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54" v="16"/>
          <ac:spMkLst>
            <pc:docMk/>
            <pc:sldMk cId="3301519829" sldId="293"/>
            <ac:spMk id="6" creationId="{F745E2B1-9BA6-0FDA-5361-6B76243DBF9E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54" v="14"/>
          <ac:spMkLst>
            <pc:docMk/>
            <pc:sldMk cId="3301519829" sldId="293"/>
            <ac:spMk id="8" creationId="{2E2279A3-2757-5675-4C9B-75AF58BBE6AF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54" v="13"/>
          <ac:spMkLst>
            <pc:docMk/>
            <pc:sldMk cId="3301519829" sldId="293"/>
            <ac:spMk id="9" creationId="{A9A1EA22-D270-A89A-6C0B-4090CC2996B8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38" v="12"/>
          <ac:spMkLst>
            <pc:docMk/>
            <pc:sldMk cId="3301519829" sldId="293"/>
            <ac:spMk id="10" creationId="{9187D0B5-54F4-D357-E4B1-75DCCDD5B636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38" v="11"/>
          <ac:spMkLst>
            <pc:docMk/>
            <pc:sldMk cId="3301519829" sldId="293"/>
            <ac:spMk id="11" creationId="{827734A8-6AB2-69C1-0E77-A6E1E1F52C7B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38" v="10"/>
          <ac:spMkLst>
            <pc:docMk/>
            <pc:sldMk cId="3301519829" sldId="293"/>
            <ac:spMk id="12" creationId="{4C1612E1-9F04-B7CF-381F-B344FA274187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38" v="9"/>
          <ac:spMkLst>
            <pc:docMk/>
            <pc:sldMk cId="3301519829" sldId="293"/>
            <ac:spMk id="13" creationId="{7FFA4E2C-769A-F089-A926-66A8AE0DEEA6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34.938" v="8"/>
          <ac:spMkLst>
            <pc:docMk/>
            <pc:sldMk cId="3301519829" sldId="293"/>
            <ac:spMk id="17" creationId="{FBBECE94-7F74-D9FC-FBC4-E1BB6508CFD8}"/>
          </ac:spMkLst>
        </pc:spChg>
        <pc:spChg chg="del">
          <ac:chgData name="황기연/책임/해외CC&amp;S네트워크운영팀" userId="S::kiyeon.hwang@lge.com::40f3eb4f-9ca3-4f27-af4a-fd9b4dfa55fa" providerId="AD" clId="Web-{3C829082-77D9-0BBB-A350-1107FA39181B}" dt="2026-05-11T00:30:52.955" v="22"/>
          <ac:spMkLst>
            <pc:docMk/>
            <pc:sldMk cId="3301519829" sldId="293"/>
            <ac:spMk id="18" creationId="{2E9C2DAC-59C3-7B57-F95C-A207A599B6A7}"/>
          </ac:spMkLst>
        </pc:spChg>
        <pc:graphicFrameChg chg="del">
          <ac:chgData name="황기연/책임/해외CC&amp;S네트워크운영팀" userId="S::kiyeon.hwang@lge.com::40f3eb4f-9ca3-4f27-af4a-fd9b4dfa55fa" providerId="AD" clId="Web-{3C829082-77D9-0BBB-A350-1107FA39181B}" dt="2026-05-11T00:30:34.938" v="7"/>
          <ac:graphicFrameMkLst>
            <pc:docMk/>
            <pc:sldMk cId="3301519829" sldId="293"/>
            <ac:graphicFrameMk id="20" creationId="{B43B58D7-47FF-1EC7-68D6-541307D36A1C}"/>
          </ac:graphicFrameMkLst>
        </pc:graphicFrameChg>
        <pc:picChg chg="add del mod">
          <ac:chgData name="황기연/책임/해외CC&amp;S네트워크운영팀" userId="S::kiyeon.hwang@lge.com::40f3eb4f-9ca3-4f27-af4a-fd9b4dfa55fa" providerId="AD" clId="Web-{3C829082-77D9-0BBB-A350-1107FA39181B}" dt="2026-05-11T00:30:44.486" v="20"/>
          <ac:picMkLst>
            <pc:docMk/>
            <pc:sldMk cId="3301519829" sldId="293"/>
            <ac:picMk id="14" creationId="{AF766EE5-EEA6-B7CA-3354-F11E65C665E2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6"/>
          <ac:picMkLst>
            <pc:docMk/>
            <pc:sldMk cId="3301519829" sldId="293"/>
            <ac:picMk id="21" creationId="{24EE7FDC-EDC3-4CD1-851C-9B587017BDD6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5"/>
          <ac:picMkLst>
            <pc:docMk/>
            <pc:sldMk cId="3301519829" sldId="293"/>
            <ac:picMk id="22" creationId="{74ED2BAA-B149-D085-FA16-0B046E2FCF04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4"/>
          <ac:picMkLst>
            <pc:docMk/>
            <pc:sldMk cId="3301519829" sldId="293"/>
            <ac:picMk id="23" creationId="{1EA7772A-38A0-9F74-CEEF-438930D7D29D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3"/>
          <ac:picMkLst>
            <pc:docMk/>
            <pc:sldMk cId="3301519829" sldId="293"/>
            <ac:picMk id="24" creationId="{4FFB5F80-67E2-F039-BB80-00316B2FC6B5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2"/>
          <ac:picMkLst>
            <pc:docMk/>
            <pc:sldMk cId="3301519829" sldId="293"/>
            <ac:picMk id="25" creationId="{9C7A0808-C913-E80D-1A1B-9A94E666BCD0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1"/>
          <ac:picMkLst>
            <pc:docMk/>
            <pc:sldMk cId="3301519829" sldId="293"/>
            <ac:picMk id="26" creationId="{7C640502-779C-B658-CE3A-99F3757CF4C6}"/>
          </ac:picMkLst>
        </pc:picChg>
        <pc:picChg chg="del">
          <ac:chgData name="황기연/책임/해외CC&amp;S네트워크운영팀" userId="S::kiyeon.hwang@lge.com::40f3eb4f-9ca3-4f27-af4a-fd9b4dfa55fa" providerId="AD" clId="Web-{3C829082-77D9-0BBB-A350-1107FA39181B}" dt="2026-05-11T00:30:34.938" v="0"/>
          <ac:picMkLst>
            <pc:docMk/>
            <pc:sldMk cId="3301519829" sldId="293"/>
            <ac:picMk id="35" creationId="{D3F9DECD-5309-5763-F025-271409D36A7F}"/>
          </ac:picMkLst>
        </pc:picChg>
        <pc:cxnChg chg="del">
          <ac:chgData name="황기연/책임/해외CC&amp;S네트워크운영팀" userId="S::kiyeon.hwang@lge.com::40f3eb4f-9ca3-4f27-af4a-fd9b4dfa55fa" providerId="AD" clId="Web-{3C829082-77D9-0BBB-A350-1107FA39181B}" dt="2026-05-11T00:30:34.954" v="17"/>
          <ac:cxnSpMkLst>
            <pc:docMk/>
            <pc:sldMk cId="3301519829" sldId="293"/>
            <ac:cxnSpMk id="5" creationId="{DB306C9D-CBF7-CE40-3C24-FDD98B87EF30}"/>
          </ac:cxnSpMkLst>
        </pc:cxnChg>
        <pc:cxnChg chg="del">
          <ac:chgData name="황기연/책임/해외CC&amp;S네트워크운영팀" userId="S::kiyeon.hwang@lge.com::40f3eb4f-9ca3-4f27-af4a-fd9b4dfa55fa" providerId="AD" clId="Web-{3C829082-77D9-0BBB-A350-1107FA39181B}" dt="2026-05-11T00:30:34.954" v="15"/>
          <ac:cxnSpMkLst>
            <pc:docMk/>
            <pc:sldMk cId="3301519829" sldId="293"/>
            <ac:cxnSpMk id="7" creationId="{BBB3D10D-0513-7474-EE07-7CC389FEC074}"/>
          </ac:cxnSpMkLst>
        </pc:cxnChg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2:53.117" v="36"/>
        <pc:sldMkLst>
          <pc:docMk/>
          <pc:sldMk cId="643344648" sldId="2147483295"/>
        </pc:sldMkLst>
      </pc:sldChg>
      <pc:sldChg chg="del">
        <pc:chgData name="황기연/책임/해외CC&amp;S네트워크운영팀" userId="S::kiyeon.hwang@lge.com::40f3eb4f-9ca3-4f27-af4a-fd9b4dfa55fa" providerId="AD" clId="Web-{3C829082-77D9-0BBB-A350-1107FA39181B}" dt="2026-05-11T00:31:35.004" v="27"/>
        <pc:sldMkLst>
          <pc:docMk/>
          <pc:sldMk cId="523739647" sldId="2147483297"/>
        </pc:sldMkLst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2:52.617" v="35"/>
        <pc:sldMkLst>
          <pc:docMk/>
          <pc:sldMk cId="3276827029" sldId="2147483298"/>
        </pc:sldMkLst>
      </pc:sldChg>
      <pc:sldChg chg="del">
        <pc:chgData name="황기연/책임/해외CC&amp;S네트워크운영팀" userId="S::kiyeon.hwang@lge.com::40f3eb4f-9ca3-4f27-af4a-fd9b4dfa55fa" providerId="AD" clId="Web-{3C829082-77D9-0BBB-A350-1107FA39181B}" dt="2026-05-11T00:31:29.894" v="26"/>
        <pc:sldMkLst>
          <pc:docMk/>
          <pc:sldMk cId="472589891" sldId="2147483350"/>
        </pc:sldMkLst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2:53.460" v="37"/>
        <pc:sldMkLst>
          <pc:docMk/>
          <pc:sldMk cId="3030681688" sldId="2147483351"/>
        </pc:sldMkLst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2:53.976" v="38"/>
        <pc:sldMkLst>
          <pc:docMk/>
          <pc:sldMk cId="695366557" sldId="2147483352"/>
        </pc:sldMkLst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2:54.445" v="39"/>
        <pc:sldMkLst>
          <pc:docMk/>
          <pc:sldMk cId="890663946" sldId="2147483353"/>
        </pc:sldMkLst>
      </pc:sldChg>
      <pc:sldChg chg="add del">
        <pc:chgData name="황기연/책임/해외CC&amp;S네트워크운영팀" userId="S::kiyeon.hwang@lge.com::40f3eb4f-9ca3-4f27-af4a-fd9b4dfa55fa" providerId="AD" clId="Web-{3C829082-77D9-0BBB-A350-1107FA39181B}" dt="2026-05-11T00:33:04.148" v="41"/>
        <pc:sldMkLst>
          <pc:docMk/>
          <pc:sldMk cId="4230997350" sldId="2147483354"/>
        </pc:sldMkLst>
      </pc:sldChg>
      <pc:sldChg chg="add">
        <pc:chgData name="황기연/책임/해외CC&amp;S네트워크운영팀" userId="S::kiyeon.hwang@lge.com::40f3eb4f-9ca3-4f27-af4a-fd9b4dfa55fa" providerId="AD" clId="Web-{3C829082-77D9-0BBB-A350-1107FA39181B}" dt="2026-05-11T00:31:07.534" v="23"/>
        <pc:sldMkLst>
          <pc:docMk/>
          <pc:sldMk cId="1943042647" sldId="2147483366"/>
        </pc:sldMkLst>
      </pc:sldChg>
      <pc:sldChg chg="modSp add">
        <pc:chgData name="황기연/책임/해외CC&amp;S네트워크운영팀" userId="S::kiyeon.hwang@lge.com::40f3eb4f-9ca3-4f27-af4a-fd9b4dfa55fa" providerId="AD" clId="Web-{3C829082-77D9-0BBB-A350-1107FA39181B}" dt="2026-05-11T00:33:33.024" v="42" actId="14100"/>
        <pc:sldMkLst>
          <pc:docMk/>
          <pc:sldMk cId="3689254381" sldId="2147483367"/>
        </pc:sldMkLst>
        <pc:spChg chg="mod">
          <ac:chgData name="황기연/책임/해외CC&amp;S네트워크운영팀" userId="S::kiyeon.hwang@lge.com::40f3eb4f-9ca3-4f27-af4a-fd9b4dfa55fa" providerId="AD" clId="Web-{3C829082-77D9-0BBB-A350-1107FA39181B}" dt="2026-05-11T00:33:33.024" v="42" actId="14100"/>
          <ac:spMkLst>
            <pc:docMk/>
            <pc:sldMk cId="3689254381" sldId="2147483367"/>
            <ac:spMk id="42" creationId="{2B09FE46-28C8-580C-0425-5B4EB93C3757}"/>
          </ac:spMkLst>
        </pc:spChg>
      </pc:sldChg>
    </pc:docChg>
  </pc:docChgLst>
  <pc:docChgLst>
    <pc:chgData name="박지훈/팀장/해외CC&amp;S네트워크운영팀" userId="b9a32d44-4d27-4b2d-95eb-847100966404" providerId="ADAL" clId="{E9419AA5-FDE0-432B-94AD-5CB7719595B7}"/>
    <pc:docChg chg="custSel modSld">
      <pc:chgData name="박지훈/팀장/해외CC&amp;S네트워크운영팀" userId="b9a32d44-4d27-4b2d-95eb-847100966404" providerId="ADAL" clId="{E9419AA5-FDE0-432B-94AD-5CB7719595B7}" dt="2026-05-12T06:09:22.831" v="691" actId="1038"/>
      <pc:docMkLst>
        <pc:docMk/>
      </pc:docMkLst>
      <pc:sldChg chg="mod modShow">
        <pc:chgData name="박지훈/팀장/해외CC&amp;S네트워크운영팀" userId="b9a32d44-4d27-4b2d-95eb-847100966404" providerId="ADAL" clId="{E9419AA5-FDE0-432B-94AD-5CB7719595B7}" dt="2026-05-12T01:01:14.597" v="637" actId="729"/>
        <pc:sldMkLst>
          <pc:docMk/>
          <pc:sldMk cId="1199134014" sldId="291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643344648" sldId="2147483295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37655278" sldId="2147483321"/>
        </pc:sldMkLst>
      </pc:sldChg>
      <pc:sldChg chg="addSp modSp mod">
        <pc:chgData name="박지훈/팀장/해외CC&amp;S네트워크운영팀" userId="b9a32d44-4d27-4b2d-95eb-847100966404" providerId="ADAL" clId="{E9419AA5-FDE0-432B-94AD-5CB7719595B7}" dt="2026-05-12T06:02:57.924" v="663" actId="208"/>
        <pc:sldMkLst>
          <pc:docMk/>
          <pc:sldMk cId="3242672137" sldId="2147483330"/>
        </pc:sldMkLst>
        <pc:spChg chg="mod">
          <ac:chgData name="박지훈/팀장/해외CC&amp;S네트워크운영팀" userId="b9a32d44-4d27-4b2d-95eb-847100966404" providerId="ADAL" clId="{E9419AA5-FDE0-432B-94AD-5CB7719595B7}" dt="2026-05-12T06:02:12.701" v="639" actId="400"/>
          <ac:spMkLst>
            <pc:docMk/>
            <pc:sldMk cId="3242672137" sldId="2147483330"/>
            <ac:spMk id="179" creationId="{20152490-2751-AA3D-F751-95C3E26008D3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2:17.261" v="640" actId="400"/>
          <ac:spMkLst>
            <pc:docMk/>
            <pc:sldMk cId="3242672137" sldId="2147483330"/>
            <ac:spMk id="182" creationId="{DB2C34D8-4018-7322-821D-9D993B3E418E}"/>
          </ac:spMkLst>
        </pc:spChg>
        <pc:cxnChg chg="add mod">
          <ac:chgData name="박지훈/팀장/해외CC&amp;S네트워크운영팀" userId="b9a32d44-4d27-4b2d-95eb-847100966404" providerId="ADAL" clId="{E9419AA5-FDE0-432B-94AD-5CB7719595B7}" dt="2026-05-12T06:02:57.924" v="663" actId="208"/>
          <ac:cxnSpMkLst>
            <pc:docMk/>
            <pc:sldMk cId="3242672137" sldId="2147483330"/>
            <ac:cxnSpMk id="23" creationId="{20A90B28-15D6-1256-5C23-96D758BDAE93}"/>
          </ac:cxnSpMkLst>
        </pc:cxnChg>
      </pc:sldChg>
      <pc:sldChg chg="addSp delSp modSp mod">
        <pc:chgData name="박지훈/팀장/해외CC&amp;S네트워크운영팀" userId="b9a32d44-4d27-4b2d-95eb-847100966404" providerId="ADAL" clId="{E9419AA5-FDE0-432B-94AD-5CB7719595B7}" dt="2026-05-12T06:09:22.831" v="691" actId="1038"/>
        <pc:sldMkLst>
          <pc:docMk/>
          <pc:sldMk cId="1686802189" sldId="2147483331"/>
        </pc:sldMkLst>
        <pc:spChg chg="del">
          <ac:chgData name="박지훈/팀장/해외CC&amp;S네트워크운영팀" userId="b9a32d44-4d27-4b2d-95eb-847100966404" providerId="ADAL" clId="{E9419AA5-FDE0-432B-94AD-5CB7719595B7}" dt="2026-05-12T06:03:29.172" v="664" actId="478"/>
          <ac:spMkLst>
            <pc:docMk/>
            <pc:sldMk cId="1686802189" sldId="2147483331"/>
            <ac:spMk id="2" creationId="{FD99118F-C3AA-D392-326C-279687ACDFC3}"/>
          </ac:spMkLst>
        </pc:spChg>
        <pc:spChg chg="add mod">
          <ac:chgData name="박지훈/팀장/해외CC&amp;S네트워크운영팀" userId="b9a32d44-4d27-4b2d-95eb-847100966404" providerId="ADAL" clId="{E9419AA5-FDE0-432B-94AD-5CB7719595B7}" dt="2026-05-12T00:55:56.338" v="605"/>
          <ac:spMkLst>
            <pc:docMk/>
            <pc:sldMk cId="1686802189" sldId="2147483331"/>
            <ac:spMk id="5" creationId="{0BE64E5F-F6A2-EFA3-93D3-E1A1A2D0B0EF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8" creationId="{7BF23073-0C9D-0541-1F9C-9E5F2CD3374C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9" creationId="{9606CB09-156B-96B2-FA0B-BA9D672B9EC5}"/>
          </ac:spMkLst>
        </pc:spChg>
        <pc:spChg chg="add mod">
          <ac:chgData name="박지훈/팀장/해외CC&amp;S네트워크운영팀" userId="b9a32d44-4d27-4b2d-95eb-847100966404" providerId="ADAL" clId="{E9419AA5-FDE0-432B-94AD-5CB7719595B7}" dt="2026-05-12T00:59:04.970" v="635" actId="1037"/>
          <ac:spMkLst>
            <pc:docMk/>
            <pc:sldMk cId="1686802189" sldId="2147483331"/>
            <ac:spMk id="11" creationId="{E2D9D507-B8F7-6483-8A34-E24F637688FB}"/>
          </ac:spMkLst>
        </pc:spChg>
        <pc:spChg chg="add mod">
          <ac:chgData name="박지훈/팀장/해외CC&amp;S네트워크운영팀" userId="b9a32d44-4d27-4b2d-95eb-847100966404" providerId="ADAL" clId="{E9419AA5-FDE0-432B-94AD-5CB7719595B7}" dt="2026-05-12T06:09:22.831" v="691" actId="1038"/>
          <ac:spMkLst>
            <pc:docMk/>
            <pc:sldMk cId="1686802189" sldId="2147483331"/>
            <ac:spMk id="14" creationId="{DD37514B-18A2-AB06-2F0B-E4C3B66716C9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19" creationId="{ABA9D801-2FA4-6266-6878-380A172C4D2D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0" creationId="{61052B7A-F2F5-3441-4AD5-A5EA57ECF115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1" creationId="{4075D7DA-1906-F26D-E79C-EDE00A0AE2DC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3" creationId="{A1B6661E-0C2E-754A-2F46-EFE807D0734C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4" creationId="{AD3D0773-FD61-2502-3E2D-3448C45AC4D2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6" creationId="{2D79E8F2-8F6A-1F79-FC29-9F4F9CDA6124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7" creationId="{E7873F82-52D5-6FFD-5464-D89B467C0F11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28" creationId="{C3460757-C27C-B8A8-645C-08F2A61ADCE3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30" creationId="{E711189B-475D-6DA8-287C-84D2213C5D7D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33" creationId="{C97DD9C0-915E-08A7-328C-B69CCF5E33CB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48" creationId="{16AE84AD-65F1-00FC-C444-C86F75394496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2T06:08:54.393" v="681" actId="1076"/>
          <ac:spMkLst>
            <pc:docMk/>
            <pc:sldMk cId="1686802189" sldId="2147483331"/>
            <ac:spMk id="49" creationId="{0E4AE2AC-440D-388B-0A8D-874025D6ABD5}"/>
          </ac:spMkLst>
        </pc:spChg>
        <pc:grpChg chg="mod">
          <ac:chgData name="박지훈/팀장/해외CC&amp;S네트워크운영팀" userId="b9a32d44-4d27-4b2d-95eb-847100966404" providerId="ADAL" clId="{E9419AA5-FDE0-432B-94AD-5CB7719595B7}" dt="2026-05-12T06:08:54.393" v="681" actId="1076"/>
          <ac:grpSpMkLst>
            <pc:docMk/>
            <pc:sldMk cId="1686802189" sldId="2147483331"/>
            <ac:grpSpMk id="25" creationId="{A66A8307-6570-FB1F-D3BC-708EE7461683}"/>
          </ac:grpSpMkLst>
        </pc:grpChg>
        <pc:graphicFrameChg chg="add mod">
          <ac:chgData name="박지훈/팀장/해외CC&amp;S네트워크운영팀" userId="b9a32d44-4d27-4b2d-95eb-847100966404" providerId="ADAL" clId="{E9419AA5-FDE0-432B-94AD-5CB7719595B7}" dt="2026-05-12T06:07:41.831" v="665"/>
          <ac:graphicFrameMkLst>
            <pc:docMk/>
            <pc:sldMk cId="1686802189" sldId="2147483331"/>
            <ac:graphicFrameMk id="12" creationId="{6E72AA8E-9B56-9A84-62B4-A93388881E44}"/>
          </ac:graphicFrameMkLst>
        </pc:graphicFrameChg>
        <pc:graphicFrameChg chg="add mod modGraphic">
          <ac:chgData name="박지훈/팀장/해외CC&amp;S네트워크운영팀" userId="b9a32d44-4d27-4b2d-95eb-847100966404" providerId="ADAL" clId="{E9419AA5-FDE0-432B-94AD-5CB7719595B7}" dt="2026-05-12T06:08:49.783" v="680" actId="1076"/>
          <ac:graphicFrameMkLst>
            <pc:docMk/>
            <pc:sldMk cId="1686802189" sldId="2147483331"/>
            <ac:graphicFrameMk id="13" creationId="{9745B30B-D866-FE40-7126-B150901D39E5}"/>
          </ac:graphicFrameMkLst>
        </pc:graphicFrameChg>
        <pc:graphicFrameChg chg="mod">
          <ac:chgData name="박지훈/팀장/해외CC&amp;S네트워크운영팀" userId="b9a32d44-4d27-4b2d-95eb-847100966404" providerId="ADAL" clId="{E9419AA5-FDE0-432B-94AD-5CB7719595B7}" dt="2026-05-12T06:08:54.393" v="681" actId="1076"/>
          <ac:graphicFrameMkLst>
            <pc:docMk/>
            <pc:sldMk cId="1686802189" sldId="2147483331"/>
            <ac:graphicFrameMk id="18" creationId="{E8C5BB72-3C07-FB01-BBA1-2454FDF63EA0}"/>
          </ac:graphicFrameMkLst>
        </pc:graphicFrameChg>
        <pc:picChg chg="del">
          <ac:chgData name="박지훈/팀장/해외CC&amp;S네트워크운영팀" userId="b9a32d44-4d27-4b2d-95eb-847100966404" providerId="ADAL" clId="{E9419AA5-FDE0-432B-94AD-5CB7719595B7}" dt="2026-05-12T06:08:42.896" v="679" actId="478"/>
          <ac:picMkLst>
            <pc:docMk/>
            <pc:sldMk cId="1686802189" sldId="2147483331"/>
            <ac:picMk id="6" creationId="{569B0D44-74A8-3DD9-3AB7-334204428A53}"/>
          </ac:picMkLst>
        </pc:picChg>
        <pc:picChg chg="mod">
          <ac:chgData name="박지훈/팀장/해외CC&amp;S네트워크운영팀" userId="b9a32d44-4d27-4b2d-95eb-847100966404" providerId="ADAL" clId="{E9419AA5-FDE0-432B-94AD-5CB7719595B7}" dt="2026-05-12T00:41:33.524" v="3" actId="1076"/>
          <ac:picMkLst>
            <pc:docMk/>
            <pc:sldMk cId="1686802189" sldId="2147483331"/>
            <ac:picMk id="29" creationId="{911B2B82-FEC8-EE28-DB8D-F6B827768DA1}"/>
          </ac:picMkLst>
        </pc:picChg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643488670" sldId="2147483349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890663946" sldId="2147483353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2T01:01:14.597" v="637" actId="729"/>
        <pc:sldMkLst>
          <pc:docMk/>
          <pc:sldMk cId="2373256447" sldId="2147483356"/>
        </pc:sldMkLst>
      </pc:sldChg>
      <pc:sldChg chg="modSp mod modShow">
        <pc:chgData name="박지훈/팀장/해외CC&amp;S네트워크운영팀" userId="b9a32d44-4d27-4b2d-95eb-847100966404" providerId="ADAL" clId="{E9419AA5-FDE0-432B-94AD-5CB7719595B7}" dt="2026-05-11T07:23:13.787" v="2" actId="207"/>
        <pc:sldMkLst>
          <pc:docMk/>
          <pc:sldMk cId="2157756364" sldId="2147483358"/>
        </pc:sldMkLst>
        <pc:spChg chg="mod">
          <ac:chgData name="박지훈/팀장/해외CC&amp;S네트워크운영팀" userId="b9a32d44-4d27-4b2d-95eb-847100966404" providerId="ADAL" clId="{E9419AA5-FDE0-432B-94AD-5CB7719595B7}" dt="2026-05-11T07:23:09.113" v="1" actId="207"/>
          <ac:spMkLst>
            <pc:docMk/>
            <pc:sldMk cId="2157756364" sldId="2147483358"/>
            <ac:spMk id="43" creationId="{4574263D-E691-19E5-469E-F1FA3933C1FD}"/>
          </ac:spMkLst>
        </pc:spChg>
        <pc:spChg chg="mod">
          <ac:chgData name="박지훈/팀장/해외CC&amp;S네트워크운영팀" userId="b9a32d44-4d27-4b2d-95eb-847100966404" providerId="ADAL" clId="{E9419AA5-FDE0-432B-94AD-5CB7719595B7}" dt="2026-05-11T07:23:13.787" v="2" actId="207"/>
          <ac:spMkLst>
            <pc:docMk/>
            <pc:sldMk cId="2157756364" sldId="2147483358"/>
            <ac:spMk id="44" creationId="{308CF81F-F630-D30D-FC4C-9863935F659F}"/>
          </ac:spMkLst>
        </pc:spChg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1408533755" sldId="2147483361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3689254381" sldId="2147483367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510851803" sldId="2147483371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2T01:01:14.597" v="637" actId="729"/>
        <pc:sldMkLst>
          <pc:docMk/>
          <pc:sldMk cId="4039450384" sldId="2147483372"/>
        </pc:sldMkLst>
      </pc:sldChg>
      <pc:sldChg chg="mod modShow">
        <pc:chgData name="박지훈/팀장/해외CC&amp;S네트워크운영팀" userId="b9a32d44-4d27-4b2d-95eb-847100966404" providerId="ADAL" clId="{E9419AA5-FDE0-432B-94AD-5CB7719595B7}" dt="2026-05-11T06:32:46.532" v="0" actId="729"/>
        <pc:sldMkLst>
          <pc:docMk/>
          <pc:sldMk cId="2369394307" sldId="2147483373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beomjun.song\Job\CS\Korea\2026&#45380;\RTAT\&#51109;&#44592;&#48120;&#52376;&#47532;\Data%20Raw\OHI%20Dashboard_Subsidiary%20Incomplete%20case%20monitoring_5&#50900;1&#51068;&#44592;&#51456;_R3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beomjun.song\Job\CS\Korea\2026&#45380;\RTAT\&#51109;&#44592;&#48120;&#52376;&#47532;\Data%20Raw\OHI%20Dashboard_Subsidiary%20Incomplete%20case%20monitoring_5&#50900;1&#51068;&#44592;&#51456;_R3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beomjun.song\Job\CS\Korea\2026&#45380;\RTAT\&#51109;&#44592;&#48120;&#52376;&#47532;\Data%20Raw\OHI%20Dashboard_Subsidiary%20Incomplete%20case%20monitoring_5&#50900;1&#51068;&#44592;&#51456;_R2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jaeick.lee\2026\&#9733;&#48372;&#44256;&#51088;&#47308;\&#51473;&#52628;&#44284;\&#54644;&#50808;CCNS\5&#50900;\TV%20ANAL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_7FFFFEC5_51BD55C5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jaeick.lee\2026\&#9733;&#48372;&#44256;&#51088;&#47308;\&#51473;&#52628;&#44284;\&#54644;&#50808;CCNS\5&#50900;\TV%20ANAL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\\VPCNAS-SM.CLOUDPC.LGE.NET\userdata1\jaeick.lee\2026\&#9733;&#48372;&#44256;&#51088;&#47308;\&#51473;&#52628;&#44284;\&#54644;&#50808;CCNS\5&#50900;\TV%20ANAL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71312228333863"/>
          <c:y val="5.7715896494781815E-2"/>
          <c:w val="0.55833592645019459"/>
          <c:h val="0.89052075272766484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ES!$D$68</c:f>
              <c:strCache>
                <c:ptCount val="1"/>
                <c:pt idx="0">
                  <c:v>IH</c:v>
                </c:pt>
              </c:strCache>
            </c:strRef>
          </c:tx>
          <c:spPr>
            <a:solidFill>
              <a:schemeClr val="tx1"/>
            </a:solidFill>
            <a:ln w="6350">
              <a:solidFill>
                <a:schemeClr val="tx1"/>
              </a:solidFill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bg1"/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ES!$C$69:$C$79</c:f>
              <c:strCache>
                <c:ptCount val="11"/>
                <c:pt idx="0">
                  <c:v>WM</c:v>
                </c:pt>
                <c:pt idx="1">
                  <c:v>Ref</c:v>
                </c:pt>
                <c:pt idx="2">
                  <c:v>LTV</c:v>
                </c:pt>
                <c:pt idx="3">
                  <c:v>DW</c:v>
                </c:pt>
                <c:pt idx="4">
                  <c:v>Cooking</c:v>
                </c:pt>
                <c:pt idx="5">
                  <c:v>SAC</c:v>
                </c:pt>
                <c:pt idx="6">
                  <c:v>MNT signage</c:v>
                </c:pt>
                <c:pt idx="7">
                  <c:v>RAC</c:v>
                </c:pt>
                <c:pt idx="8">
                  <c:v>Commeriacl TV</c:v>
                </c:pt>
                <c:pt idx="9">
                  <c:v>VCC</c:v>
                </c:pt>
                <c:pt idx="10">
                  <c:v>others</c:v>
                </c:pt>
              </c:strCache>
            </c:strRef>
          </c:cat>
          <c:val>
            <c:numRef>
              <c:f>ES!$D$69:$D$79</c:f>
              <c:numCache>
                <c:formatCode>General</c:formatCode>
                <c:ptCount val="11"/>
                <c:pt idx="0">
                  <c:v>67</c:v>
                </c:pt>
                <c:pt idx="1">
                  <c:v>27</c:v>
                </c:pt>
                <c:pt idx="2">
                  <c:v>35</c:v>
                </c:pt>
                <c:pt idx="3">
                  <c:v>17</c:v>
                </c:pt>
                <c:pt idx="4">
                  <c:v>10</c:v>
                </c:pt>
                <c:pt idx="5">
                  <c:v>6</c:v>
                </c:pt>
                <c:pt idx="6">
                  <c:v>6</c:v>
                </c:pt>
                <c:pt idx="7">
                  <c:v>6</c:v>
                </c:pt>
                <c:pt idx="8">
                  <c:v>4</c:v>
                </c:pt>
                <c:pt idx="1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4C-4DBD-9B73-BC0C4EA2FD79}"/>
            </c:ext>
          </c:extLst>
        </c:ser>
        <c:ser>
          <c:idx val="1"/>
          <c:order val="1"/>
          <c:tx>
            <c:strRef>
              <c:f>ES!$E$68</c:f>
              <c:strCache>
                <c:ptCount val="1"/>
                <c:pt idx="0">
                  <c:v>MS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LG스마트체2.0 Regular" panose="020B0600000101010101" pitchFamily="50" charset="-127"/>
                    <a:cs typeface="+mn-cs"/>
                  </a:defRPr>
                </a:pPr>
                <a:endParaRPr lang="ko-KR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ES!$C$69:$C$79</c:f>
              <c:strCache>
                <c:ptCount val="11"/>
                <c:pt idx="0">
                  <c:v>WM</c:v>
                </c:pt>
                <c:pt idx="1">
                  <c:v>Ref</c:v>
                </c:pt>
                <c:pt idx="2">
                  <c:v>LTV</c:v>
                </c:pt>
                <c:pt idx="3">
                  <c:v>DW</c:v>
                </c:pt>
                <c:pt idx="4">
                  <c:v>Cooking</c:v>
                </c:pt>
                <c:pt idx="5">
                  <c:v>SAC</c:v>
                </c:pt>
                <c:pt idx="6">
                  <c:v>MNT signage</c:v>
                </c:pt>
                <c:pt idx="7">
                  <c:v>RAC</c:v>
                </c:pt>
                <c:pt idx="8">
                  <c:v>Commeriacl TV</c:v>
                </c:pt>
                <c:pt idx="9">
                  <c:v>VCC</c:v>
                </c:pt>
                <c:pt idx="10">
                  <c:v>others</c:v>
                </c:pt>
              </c:strCache>
            </c:strRef>
          </c:cat>
          <c:val>
            <c:numRef>
              <c:f>ES!$E$69:$E$79</c:f>
              <c:numCache>
                <c:formatCode>General</c:formatCode>
                <c:ptCount val="11"/>
                <c:pt idx="0">
                  <c:v>17</c:v>
                </c:pt>
                <c:pt idx="1">
                  <c:v>8</c:v>
                </c:pt>
                <c:pt idx="2">
                  <c:v>4</c:v>
                </c:pt>
                <c:pt idx="3">
                  <c:v>1</c:v>
                </c:pt>
                <c:pt idx="4">
                  <c:v>1</c:v>
                </c:pt>
                <c:pt idx="5">
                  <c:v>3</c:v>
                </c:pt>
                <c:pt idx="1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4C-4DBD-9B73-BC0C4EA2FD79}"/>
            </c:ext>
          </c:extLst>
        </c:ser>
        <c:ser>
          <c:idx val="2"/>
          <c:order val="2"/>
          <c:tx>
            <c:strRef>
              <c:f>ES!$F$68</c:f>
              <c:strCache>
                <c:ptCount val="1"/>
                <c:pt idx="0">
                  <c:v>PD</c:v>
                </c:pt>
              </c:strCache>
            </c:strRef>
          </c:tx>
          <c:spPr>
            <a:solidFill>
              <a:srgbClr val="9BBB59"/>
            </a:solidFill>
            <a:ln w="6350">
              <a:solidFill>
                <a:srgbClr val="006600"/>
              </a:solidFill>
            </a:ln>
            <a:effectLst/>
          </c:spPr>
          <c:invertIfNegative val="0"/>
          <c:cat>
            <c:strRef>
              <c:f>ES!$C$69:$C$79</c:f>
              <c:strCache>
                <c:ptCount val="11"/>
                <c:pt idx="0">
                  <c:v>WM</c:v>
                </c:pt>
                <c:pt idx="1">
                  <c:v>Ref</c:v>
                </c:pt>
                <c:pt idx="2">
                  <c:v>LTV</c:v>
                </c:pt>
                <c:pt idx="3">
                  <c:v>DW</c:v>
                </c:pt>
                <c:pt idx="4">
                  <c:v>Cooking</c:v>
                </c:pt>
                <c:pt idx="5">
                  <c:v>SAC</c:v>
                </c:pt>
                <c:pt idx="6">
                  <c:v>MNT signage</c:v>
                </c:pt>
                <c:pt idx="7">
                  <c:v>RAC</c:v>
                </c:pt>
                <c:pt idx="8">
                  <c:v>Commeriacl TV</c:v>
                </c:pt>
                <c:pt idx="9">
                  <c:v>VCC</c:v>
                </c:pt>
                <c:pt idx="10">
                  <c:v>others</c:v>
                </c:pt>
              </c:strCache>
            </c:strRef>
          </c:cat>
          <c:val>
            <c:numRef>
              <c:f>ES!$F$69:$F$79</c:f>
              <c:numCache>
                <c:formatCode>General</c:formatCode>
                <c:ptCount val="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9">
                  <c:v>4</c:v>
                </c:pt>
                <c:pt idx="1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04C-4DBD-9B73-BC0C4EA2FD79}"/>
            </c:ext>
          </c:extLst>
        </c:ser>
        <c:ser>
          <c:idx val="3"/>
          <c:order val="3"/>
          <c:tx>
            <c:strRef>
              <c:f>ES!$G$68</c:f>
              <c:strCache>
                <c:ptCount val="1"/>
                <c:pt idx="0">
                  <c:v>DI</c:v>
                </c:pt>
              </c:strCache>
            </c:strRef>
          </c:tx>
          <c:spPr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FC000"/>
              </a:solidFill>
            </a:ln>
            <a:effectLst/>
          </c:spPr>
          <c:invertIfNegative val="0"/>
          <c:cat>
            <c:strRef>
              <c:f>ES!$C$69:$C$79</c:f>
              <c:strCache>
                <c:ptCount val="11"/>
                <c:pt idx="0">
                  <c:v>WM</c:v>
                </c:pt>
                <c:pt idx="1">
                  <c:v>Ref</c:v>
                </c:pt>
                <c:pt idx="2">
                  <c:v>LTV</c:v>
                </c:pt>
                <c:pt idx="3">
                  <c:v>DW</c:v>
                </c:pt>
                <c:pt idx="4">
                  <c:v>Cooking</c:v>
                </c:pt>
                <c:pt idx="5">
                  <c:v>SAC</c:v>
                </c:pt>
                <c:pt idx="6">
                  <c:v>MNT signage</c:v>
                </c:pt>
                <c:pt idx="7">
                  <c:v>RAC</c:v>
                </c:pt>
                <c:pt idx="8">
                  <c:v>Commeriacl TV</c:v>
                </c:pt>
                <c:pt idx="9">
                  <c:v>VCC</c:v>
                </c:pt>
                <c:pt idx="10">
                  <c:v>others</c:v>
                </c:pt>
              </c:strCache>
            </c:strRef>
          </c:cat>
          <c:val>
            <c:numRef>
              <c:f>ES!$G$69:$G$79</c:f>
              <c:numCache>
                <c:formatCode>General</c:formatCode>
                <c:ptCount val="11"/>
                <c:pt idx="0">
                  <c:v>2</c:v>
                </c:pt>
                <c:pt idx="1">
                  <c:v>1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04C-4DBD-9B73-BC0C4EA2FD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"/>
        <c:overlap val="100"/>
        <c:axId val="943103759"/>
        <c:axId val="943101839"/>
      </c:barChart>
      <c:catAx>
        <c:axId val="94310375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defRPr>
            </a:pPr>
            <a:endParaRPr lang="ko-KR"/>
          </a:p>
        </c:txPr>
        <c:crossAx val="943101839"/>
        <c:crosses val="autoZero"/>
        <c:auto val="1"/>
        <c:lblAlgn val="ctr"/>
        <c:lblOffset val="100"/>
        <c:noMultiLvlLbl val="0"/>
      </c:catAx>
      <c:valAx>
        <c:axId val="943101839"/>
        <c:scaling>
          <c:orientation val="minMax"/>
        </c:scaling>
        <c:delete val="0"/>
        <c:axPos val="b"/>
        <c:majorGridlines>
          <c:spPr>
            <a:ln w="635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94310375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3065081385523913"/>
          <c:y val="3.1584270373153721E-2"/>
          <c:w val="0.32127596304333944"/>
          <c:h val="0.2647335679079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Arial Narrow" panose="020B0606020202030204" pitchFamily="34" charset="0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425305102624088"/>
          <c:y val="6.1052937704157498E-2"/>
          <c:w val="0.54832731279869418"/>
          <c:h val="0.8542876879520962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IS!$G$40</c:f>
              <c:strCache>
                <c:ptCount val="1"/>
                <c:pt idx="0">
                  <c:v>IH</c:v>
                </c:pt>
              </c:strCache>
            </c:strRef>
          </c:tx>
          <c:spPr>
            <a:solidFill>
              <a:schemeClr val="tx1"/>
            </a:solidFill>
            <a:ln>
              <a:solidFill>
                <a:schemeClr val="tx1"/>
              </a:solidFill>
            </a:ln>
            <a:effectLst/>
          </c:spPr>
          <c:invertIfNegative val="0"/>
          <c:dLbls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/>
                      </a:solidFill>
                      <a:latin typeface="Arial Narrow" panose="020B0606020202030204" pitchFamily="34" charset="0"/>
                      <a:ea typeface="LG스마트체2.0 Regular" panose="020B0600000101010101" pitchFamily="50" charset="-127"/>
                      <a:cs typeface="+mn-cs"/>
                    </a:defRPr>
                  </a:pPr>
                  <a:endParaRPr lang="ko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9401-4D49-84EB-A00BBAE0D776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/>
                      </a:solidFill>
                      <a:latin typeface="Arial Narrow" panose="020B0606020202030204" pitchFamily="34" charset="0"/>
                      <a:ea typeface="LG스마트체2.0 Regular" panose="020B0600000101010101" pitchFamily="50" charset="-127"/>
                      <a:cs typeface="+mn-cs"/>
                    </a:defRPr>
                  </a:pPr>
                  <a:endParaRPr lang="ko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9401-4D49-84EB-A00BBAE0D776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/>
                      </a:solidFill>
                      <a:latin typeface="Arial Narrow" panose="020B0606020202030204" pitchFamily="34" charset="0"/>
                      <a:ea typeface="LG스마트체2.0 Regular" panose="020B0600000101010101" pitchFamily="50" charset="-127"/>
                      <a:cs typeface="+mn-cs"/>
                    </a:defRPr>
                  </a:pPr>
                  <a:endParaRPr lang="ko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9401-4D49-84EB-A00BBAE0D776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/>
                      </a:solidFill>
                      <a:latin typeface="Arial Narrow" panose="020B0606020202030204" pitchFamily="34" charset="0"/>
                      <a:ea typeface="LG스마트체2.0 Regular" panose="020B0600000101010101" pitchFamily="50" charset="-127"/>
                      <a:cs typeface="+mn-cs"/>
                    </a:defRPr>
                  </a:pPr>
                  <a:endParaRPr lang="ko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9401-4D49-84EB-A00BBAE0D776}"/>
                </c:ext>
              </c:extLst>
            </c:dLbl>
            <c:dLbl>
              <c:idx val="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/>
                      </a:solidFill>
                      <a:latin typeface="Arial Narrow" panose="020B0606020202030204" pitchFamily="34" charset="0"/>
                      <a:ea typeface="LG스마트체2.0 Regular" panose="020B0600000101010101" pitchFamily="50" charset="-127"/>
                      <a:cs typeface="+mn-cs"/>
                    </a:defRPr>
                  </a:pPr>
                  <a:endParaRPr lang="ko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9401-4D49-84EB-A00BBAE0D77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bg1"/>
                    </a:solidFill>
                    <a:latin typeface="Arial Narrow" panose="020B0606020202030204" pitchFamily="34" charset="0"/>
                    <a:ea typeface="LG스마트체2.0 Regular" panose="020B0600000101010101" pitchFamily="50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IS!$F$41:$F$48</c:f>
              <c:strCache>
                <c:ptCount val="8"/>
                <c:pt idx="0">
                  <c:v>Ref</c:v>
                </c:pt>
                <c:pt idx="1">
                  <c:v>WM</c:v>
                </c:pt>
                <c:pt idx="2">
                  <c:v>DW</c:v>
                </c:pt>
                <c:pt idx="3">
                  <c:v>Cooking</c:v>
                </c:pt>
                <c:pt idx="4">
                  <c:v>SAC</c:v>
                </c:pt>
                <c:pt idx="5">
                  <c:v>MNT signage</c:v>
                </c:pt>
                <c:pt idx="6">
                  <c:v>RAC</c:v>
                </c:pt>
                <c:pt idx="7">
                  <c:v>Commerial TV</c:v>
                </c:pt>
              </c:strCache>
            </c:strRef>
          </c:cat>
          <c:val>
            <c:numRef>
              <c:f>IS!$G$41:$G$48</c:f>
              <c:numCache>
                <c:formatCode>General</c:formatCode>
                <c:ptCount val="8"/>
                <c:pt idx="0">
                  <c:v>8</c:v>
                </c:pt>
                <c:pt idx="1">
                  <c:v>8</c:v>
                </c:pt>
                <c:pt idx="2">
                  <c:v>6</c:v>
                </c:pt>
                <c:pt idx="3">
                  <c:v>2</c:v>
                </c:pt>
                <c:pt idx="4">
                  <c:v>2</c:v>
                </c:pt>
                <c:pt idx="5">
                  <c:v>0</c:v>
                </c:pt>
                <c:pt idx="6">
                  <c:v>2</c:v>
                </c:pt>
                <c:pt idx="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401-4D49-84EB-A00BBAE0D776}"/>
            </c:ext>
          </c:extLst>
        </c:ser>
        <c:ser>
          <c:idx val="1"/>
          <c:order val="1"/>
          <c:tx>
            <c:strRef>
              <c:f>IS!$H$40</c:f>
              <c:strCache>
                <c:ptCount val="1"/>
                <c:pt idx="0">
                  <c:v>MS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LG스마트체2.0 Regular" panose="020B0600000101010101" pitchFamily="50" charset="-127"/>
                    <a:cs typeface="+mn-cs"/>
                  </a:defRPr>
                </a:pPr>
                <a:endParaRPr lang="ko-KR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IS!$F$41:$F$48</c:f>
              <c:strCache>
                <c:ptCount val="8"/>
                <c:pt idx="0">
                  <c:v>Ref</c:v>
                </c:pt>
                <c:pt idx="1">
                  <c:v>WM</c:v>
                </c:pt>
                <c:pt idx="2">
                  <c:v>DW</c:v>
                </c:pt>
                <c:pt idx="3">
                  <c:v>Cooking</c:v>
                </c:pt>
                <c:pt idx="4">
                  <c:v>SAC</c:v>
                </c:pt>
                <c:pt idx="5">
                  <c:v>MNT signage</c:v>
                </c:pt>
                <c:pt idx="6">
                  <c:v>RAC</c:v>
                </c:pt>
                <c:pt idx="7">
                  <c:v>Commerial TV</c:v>
                </c:pt>
              </c:strCache>
            </c:strRef>
          </c:cat>
          <c:val>
            <c:numRef>
              <c:f>IS!$H$41:$H$48</c:f>
              <c:numCache>
                <c:formatCode>General</c:formatCode>
                <c:ptCount val="8"/>
                <c:pt idx="0">
                  <c:v>82</c:v>
                </c:pt>
                <c:pt idx="1">
                  <c:v>0</c:v>
                </c:pt>
                <c:pt idx="2">
                  <c:v>0</c:v>
                </c:pt>
                <c:pt idx="3">
                  <c:v>1</c:v>
                </c:pt>
                <c:pt idx="4">
                  <c:v>1</c:v>
                </c:pt>
                <c:pt idx="5">
                  <c:v>3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401-4D49-84EB-A00BBAE0D7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"/>
        <c:overlap val="100"/>
        <c:axId val="1179399343"/>
        <c:axId val="1179377263"/>
      </c:barChart>
      <c:catAx>
        <c:axId val="1179399343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defRPr>
            </a:pPr>
            <a:endParaRPr lang="ko-KR"/>
          </a:p>
        </c:txPr>
        <c:crossAx val="1179377263"/>
        <c:crosses val="autoZero"/>
        <c:auto val="1"/>
        <c:lblAlgn val="ctr"/>
        <c:lblOffset val="100"/>
        <c:noMultiLvlLbl val="0"/>
      </c:catAx>
      <c:valAx>
        <c:axId val="1179377263"/>
        <c:scaling>
          <c:orientation val="minMax"/>
        </c:scaling>
        <c:delete val="0"/>
        <c:axPos val="b"/>
        <c:majorGridlines>
          <c:spPr>
            <a:ln w="635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1793993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338768510934194"/>
          <c:y val="4.818121425728885E-2"/>
          <c:w val="0.27977070896951628"/>
          <c:h val="0.1274870267930613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Arial Narrow" panose="020B0606020202030204" pitchFamily="34" charset="0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06829398968234E-2"/>
          <c:y val="0.14934488894311299"/>
          <c:w val="0.98205030166688478"/>
          <c:h val="0.63412119131947531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bg1">
                <a:lumMod val="65000"/>
              </a:schemeClr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c:spPr>
          <c:invertIfNegative val="0"/>
          <c:dLbls>
            <c:numFmt formatCode="#,##0.0,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Sheet5!$D$16:$V$16</c:f>
              <c:strCache>
                <c:ptCount val="19"/>
                <c:pt idx="0">
                  <c:v>W1</c:v>
                </c:pt>
                <c:pt idx="1">
                  <c:v>W2</c:v>
                </c:pt>
                <c:pt idx="2">
                  <c:v>W3</c:v>
                </c:pt>
                <c:pt idx="3">
                  <c:v>W4</c:v>
                </c:pt>
                <c:pt idx="4">
                  <c:v>W5</c:v>
                </c:pt>
                <c:pt idx="5">
                  <c:v>W6</c:v>
                </c:pt>
                <c:pt idx="6">
                  <c:v>W7</c:v>
                </c:pt>
                <c:pt idx="7">
                  <c:v>W8</c:v>
                </c:pt>
                <c:pt idx="8">
                  <c:v>W9</c:v>
                </c:pt>
                <c:pt idx="9">
                  <c:v>W10</c:v>
                </c:pt>
                <c:pt idx="10">
                  <c:v>W11</c:v>
                </c:pt>
                <c:pt idx="11">
                  <c:v>W12</c:v>
                </c:pt>
                <c:pt idx="12">
                  <c:v>W13</c:v>
                </c:pt>
                <c:pt idx="13">
                  <c:v>W14</c:v>
                </c:pt>
                <c:pt idx="14">
                  <c:v>W15</c:v>
                </c:pt>
                <c:pt idx="15">
                  <c:v>W16</c:v>
                </c:pt>
                <c:pt idx="16">
                  <c:v>W17</c:v>
                </c:pt>
                <c:pt idx="17">
                  <c:v>W18</c:v>
                </c:pt>
                <c:pt idx="18">
                  <c:v>W19</c:v>
                </c:pt>
              </c:strCache>
            </c:strRef>
          </c:cat>
          <c:val>
            <c:numRef>
              <c:f>Sheet5!$D$17:$V$17</c:f>
              <c:numCache>
                <c:formatCode>_(* #,##0_);_(* \(#,##0\);_(* "-"_);_(@_)</c:formatCode>
                <c:ptCount val="19"/>
                <c:pt idx="0">
                  <c:v>3546</c:v>
                </c:pt>
                <c:pt idx="1">
                  <c:v>4040</c:v>
                </c:pt>
                <c:pt idx="2">
                  <c:v>3454</c:v>
                </c:pt>
                <c:pt idx="3">
                  <c:v>3014</c:v>
                </c:pt>
                <c:pt idx="4">
                  <c:v>2473</c:v>
                </c:pt>
                <c:pt idx="5">
                  <c:v>2146</c:v>
                </c:pt>
                <c:pt idx="6">
                  <c:v>2383</c:v>
                </c:pt>
                <c:pt idx="7">
                  <c:v>2598</c:v>
                </c:pt>
                <c:pt idx="8">
                  <c:v>2451</c:v>
                </c:pt>
                <c:pt idx="9">
                  <c:v>2697</c:v>
                </c:pt>
                <c:pt idx="10">
                  <c:v>2489</c:v>
                </c:pt>
                <c:pt idx="11">
                  <c:v>2067</c:v>
                </c:pt>
                <c:pt idx="12">
                  <c:v>2030</c:v>
                </c:pt>
                <c:pt idx="13">
                  <c:v>1856</c:v>
                </c:pt>
                <c:pt idx="14">
                  <c:v>1838</c:v>
                </c:pt>
                <c:pt idx="15">
                  <c:v>1915</c:v>
                </c:pt>
                <c:pt idx="16">
                  <c:v>1999</c:v>
                </c:pt>
                <c:pt idx="17">
                  <c:v>1990</c:v>
                </c:pt>
                <c:pt idx="18">
                  <c:v>1762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EFE-44FA-BD60-58483FE820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179407503"/>
        <c:axId val="1179422863"/>
      </c:barChart>
      <c:lineChart>
        <c:grouping val="standard"/>
        <c:varyColors val="0"/>
        <c:ser>
          <c:idx val="1"/>
          <c:order val="1"/>
          <c:spPr>
            <a:ln w="6350" cap="rnd">
              <a:solidFill>
                <a:schemeClr val="bg1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c:spPr>
          </c:marker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Sheet5!$D$16:$V$16</c:f>
              <c:strCache>
                <c:ptCount val="19"/>
                <c:pt idx="0">
                  <c:v>W1</c:v>
                </c:pt>
                <c:pt idx="1">
                  <c:v>W2</c:v>
                </c:pt>
                <c:pt idx="2">
                  <c:v>W3</c:v>
                </c:pt>
                <c:pt idx="3">
                  <c:v>W4</c:v>
                </c:pt>
                <c:pt idx="4">
                  <c:v>W5</c:v>
                </c:pt>
                <c:pt idx="5">
                  <c:v>W6</c:v>
                </c:pt>
                <c:pt idx="6">
                  <c:v>W7</c:v>
                </c:pt>
                <c:pt idx="7">
                  <c:v>W8</c:v>
                </c:pt>
                <c:pt idx="8">
                  <c:v>W9</c:v>
                </c:pt>
                <c:pt idx="9">
                  <c:v>W10</c:v>
                </c:pt>
                <c:pt idx="10">
                  <c:v>W11</c:v>
                </c:pt>
                <c:pt idx="11">
                  <c:v>W12</c:v>
                </c:pt>
                <c:pt idx="12">
                  <c:v>W13</c:v>
                </c:pt>
                <c:pt idx="13">
                  <c:v>W14</c:v>
                </c:pt>
                <c:pt idx="14">
                  <c:v>W15</c:v>
                </c:pt>
                <c:pt idx="15">
                  <c:v>W16</c:v>
                </c:pt>
                <c:pt idx="16">
                  <c:v>W17</c:v>
                </c:pt>
                <c:pt idx="17">
                  <c:v>W18</c:v>
                </c:pt>
                <c:pt idx="18">
                  <c:v>W19</c:v>
                </c:pt>
              </c:strCache>
            </c:strRef>
          </c:cat>
          <c:val>
            <c:numRef>
              <c:f>Sheet5!$D$18:$V$18</c:f>
              <c:numCache>
                <c:formatCode>0.0%</c:formatCode>
                <c:ptCount val="19"/>
                <c:pt idx="0">
                  <c:v>4.5286199586217463E-2</c:v>
                </c:pt>
                <c:pt idx="1">
                  <c:v>4.6169845605293532E-2</c:v>
                </c:pt>
                <c:pt idx="2">
                  <c:v>4.1577388834051571E-2</c:v>
                </c:pt>
                <c:pt idx="3">
                  <c:v>3.6730565338727955E-2</c:v>
                </c:pt>
                <c:pt idx="4">
                  <c:v>2.6575681048842083E-2</c:v>
                </c:pt>
                <c:pt idx="5">
                  <c:v>2.4468388347300609E-2</c:v>
                </c:pt>
                <c:pt idx="6">
                  <c:v>2.3E-2</c:v>
                </c:pt>
                <c:pt idx="7">
                  <c:v>2.1536931111663764E-2</c:v>
                </c:pt>
                <c:pt idx="8">
                  <c:v>1.7589814987584506E-2</c:v>
                </c:pt>
                <c:pt idx="9">
                  <c:v>2.5658345383971382E-2</c:v>
                </c:pt>
                <c:pt idx="10">
                  <c:v>2.163350803542715E-2</c:v>
                </c:pt>
                <c:pt idx="11">
                  <c:v>1.8434289383561644E-2</c:v>
                </c:pt>
                <c:pt idx="12">
                  <c:v>2.1245198899017277E-2</c:v>
                </c:pt>
                <c:pt idx="13">
                  <c:v>1.9931057441393455E-2</c:v>
                </c:pt>
                <c:pt idx="14">
                  <c:v>1.9855673666925935E-2</c:v>
                </c:pt>
                <c:pt idx="15">
                  <c:v>1.9357121196805823E-2</c:v>
                </c:pt>
                <c:pt idx="16">
                  <c:v>1.7448609959411689E-2</c:v>
                </c:pt>
                <c:pt idx="17">
                  <c:v>1.5255237759396537E-2</c:v>
                </c:pt>
                <c:pt idx="18">
                  <c:v>1.5373608348165986E-2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EFE-44FA-BD60-58483FE820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79432463"/>
        <c:axId val="1179431023"/>
      </c:lineChart>
      <c:catAx>
        <c:axId val="1179407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179422863"/>
        <c:crosses val="autoZero"/>
        <c:auto val="1"/>
        <c:lblAlgn val="ctr"/>
        <c:lblOffset val="100"/>
        <c:noMultiLvlLbl val="0"/>
      </c:catAx>
      <c:valAx>
        <c:axId val="1179422863"/>
        <c:scaling>
          <c:orientation val="minMax"/>
          <c:max val="800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_(* #,##0_);_(* \(#,##0\);_(* &quot;-&quot;_);_(@_)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179407503"/>
        <c:crosses val="autoZero"/>
        <c:crossBetween val="between"/>
      </c:valAx>
      <c:valAx>
        <c:axId val="1179431023"/>
        <c:scaling>
          <c:orientation val="minMax"/>
          <c:max val="4.7000000000000007E-2"/>
          <c:min val="0"/>
        </c:scaling>
        <c:delete val="0"/>
        <c:axPos val="r"/>
        <c:numFmt formatCode="0.0%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179432463"/>
        <c:crosses val="max"/>
        <c:crossBetween val="between"/>
      </c:valAx>
      <c:catAx>
        <c:axId val="117943246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179431023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Sheet2!$A$24</c:f>
              <c:strCache>
                <c:ptCount val="1"/>
                <c:pt idx="0">
                  <c:v>LGEAP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Sheet2!$B$24:$X$24</c:f>
              <c:numCache>
                <c:formatCode>General</c:formatCode>
                <c:ptCount val="23"/>
                <c:pt idx="0">
                  <c:v>6</c:v>
                </c:pt>
                <c:pt idx="2">
                  <c:v>24</c:v>
                </c:pt>
                <c:pt idx="3">
                  <c:v>7</c:v>
                </c:pt>
                <c:pt idx="4">
                  <c:v>3</c:v>
                </c:pt>
                <c:pt idx="5">
                  <c:v>8</c:v>
                </c:pt>
                <c:pt idx="6">
                  <c:v>32</c:v>
                </c:pt>
                <c:pt idx="7">
                  <c:v>8</c:v>
                </c:pt>
                <c:pt idx="17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7E9-47C1-9141-B9FADD4DC1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36156432"/>
        <c:axId val="1536143472"/>
      </c:barChart>
      <c:catAx>
        <c:axId val="153615643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536143472"/>
        <c:crosses val="autoZero"/>
        <c:auto val="1"/>
        <c:lblAlgn val="ctr"/>
        <c:lblOffset val="100"/>
        <c:noMultiLvlLbl val="0"/>
      </c:catAx>
      <c:valAx>
        <c:axId val="15361434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361564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Sheet2!$A$25</c:f>
              <c:strCache>
                <c:ptCount val="1"/>
                <c:pt idx="0">
                  <c:v>LGEES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altLang="ko-KR"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Sheet2!$B$25:$Y$25</c:f>
              <c:numCache>
                <c:formatCode>General</c:formatCode>
                <c:ptCount val="24"/>
                <c:pt idx="0">
                  <c:v>16</c:v>
                </c:pt>
                <c:pt idx="1">
                  <c:v>23</c:v>
                </c:pt>
                <c:pt idx="2">
                  <c:v>26</c:v>
                </c:pt>
                <c:pt idx="3">
                  <c:v>9</c:v>
                </c:pt>
                <c:pt idx="4">
                  <c:v>13</c:v>
                </c:pt>
                <c:pt idx="5">
                  <c:v>12</c:v>
                </c:pt>
                <c:pt idx="6">
                  <c:v>3</c:v>
                </c:pt>
                <c:pt idx="7">
                  <c:v>2</c:v>
                </c:pt>
                <c:pt idx="8">
                  <c:v>5</c:v>
                </c:pt>
                <c:pt idx="11">
                  <c:v>2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2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381-40E6-AA7A-725F0F74BA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36156432"/>
        <c:axId val="1536143472"/>
      </c:barChart>
      <c:catAx>
        <c:axId val="153615643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700" b="0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536143472"/>
        <c:crosses val="autoZero"/>
        <c:auto val="1"/>
        <c:lblAlgn val="ctr"/>
        <c:lblOffset val="100"/>
        <c:noMultiLvlLbl val="0"/>
      </c:catAx>
      <c:valAx>
        <c:axId val="15361434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361564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altLang="ko-KR"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Sheet2!$B$26:$Y$26</c:f>
              <c:numCache>
                <c:formatCode>General</c:formatCode>
                <c:ptCount val="24"/>
                <c:pt idx="0">
                  <c:v>34</c:v>
                </c:pt>
                <c:pt idx="1">
                  <c:v>8</c:v>
                </c:pt>
                <c:pt idx="2">
                  <c:v>6</c:v>
                </c:pt>
                <c:pt idx="3">
                  <c:v>15</c:v>
                </c:pt>
                <c:pt idx="4">
                  <c:v>12</c:v>
                </c:pt>
                <c:pt idx="5">
                  <c:v>7</c:v>
                </c:pt>
                <c:pt idx="6">
                  <c:v>21</c:v>
                </c:pt>
                <c:pt idx="7">
                  <c:v>11</c:v>
                </c:pt>
                <c:pt idx="8">
                  <c:v>5</c:v>
                </c:pt>
                <c:pt idx="9">
                  <c:v>5</c:v>
                </c:pt>
                <c:pt idx="10">
                  <c:v>2</c:v>
                </c:pt>
                <c:pt idx="11">
                  <c:v>4</c:v>
                </c:pt>
                <c:pt idx="12">
                  <c:v>5</c:v>
                </c:pt>
                <c:pt idx="13">
                  <c:v>3</c:v>
                </c:pt>
                <c:pt idx="14">
                  <c:v>4</c:v>
                </c:pt>
                <c:pt idx="15">
                  <c:v>3</c:v>
                </c:pt>
                <c:pt idx="20">
                  <c:v>1</c:v>
                </c:pt>
                <c:pt idx="21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A8-4FC3-B04C-E1BFBF2141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36156432"/>
        <c:axId val="1536143472"/>
      </c:barChart>
      <c:catAx>
        <c:axId val="153615643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700" b="0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536143472"/>
        <c:crosses val="autoZero"/>
        <c:auto val="1"/>
        <c:lblAlgn val="ctr"/>
        <c:lblOffset val="100"/>
        <c:noMultiLvlLbl val="0"/>
      </c:catAx>
      <c:valAx>
        <c:axId val="15361434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361564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altLang="ko-KR"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 Narrow" panose="020B0606020202030204" pitchFamily="34" charset="0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Sheet2!$B$27:$Y$27</c:f>
              <c:numCache>
                <c:formatCode>General</c:formatCode>
                <c:ptCount val="24"/>
                <c:pt idx="0">
                  <c:v>14</c:v>
                </c:pt>
                <c:pt idx="1">
                  <c:v>4</c:v>
                </c:pt>
                <c:pt idx="2">
                  <c:v>1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5</c:v>
                </c:pt>
                <c:pt idx="10">
                  <c:v>3</c:v>
                </c:pt>
                <c:pt idx="12">
                  <c:v>2</c:v>
                </c:pt>
                <c:pt idx="13">
                  <c:v>1</c:v>
                </c:pt>
                <c:pt idx="19">
                  <c:v>1</c:v>
                </c:pt>
                <c:pt idx="2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B7B-4342-91BA-672E43C970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36156432"/>
        <c:axId val="1536143472"/>
      </c:barChart>
      <c:catAx>
        <c:axId val="153615643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700" b="0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ko-KR"/>
          </a:p>
        </c:txPr>
        <c:crossAx val="1536143472"/>
        <c:crosses val="autoZero"/>
        <c:auto val="1"/>
        <c:lblAlgn val="ctr"/>
        <c:lblOffset val="100"/>
        <c:noMultiLvlLbl val="0"/>
      </c:catAx>
      <c:valAx>
        <c:axId val="15361434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361564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5838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AFE9E36-9909-4248-82AE-C3A97C213885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62650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0720" y="4783307"/>
            <a:ext cx="5445760" cy="3913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5838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D3035DF-DD9C-4DA0-8B6C-8EE50DC1A8F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11694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0BF8-B663-BD38-3C09-4B4C2F31B6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F416BB-B68D-689E-2616-59D2CBE9F0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042BD06-7E89-05BE-E9C7-7D90E1BA4A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F53F3C3-882E-5F19-0FCF-2F12EBF6CB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C56E5AF-0856-DE49-9354-7B6C5DA9BDA8}" type="slidenum"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34" charset="-127"/>
                <a:ea typeface="LG Smart_H Regular" panose="020B0600000101010101" pitchFamily="34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1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 Smart_H Regular" panose="020B0600000101010101" pitchFamily="34" charset="-127"/>
              <a:ea typeface="LG Smart_H Regular" panose="020B0600000101010101" pitchFamily="34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59667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E0452-FC30-0ED2-AAD1-474A040793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58E7A1-7232-0966-FEF0-361B309A0B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D32381-3530-F935-AAE0-23EF9FB6B35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8249278-1DAC-83AF-C3DD-C189F3F120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697287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30F6E-6725-46FB-CD0E-987BFC7334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C1205A9-A0D8-B7BE-5660-3A3007F276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A3EDCB-66FF-4757-8538-B3525039A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00933E-8B74-AA7B-227D-A887A2212A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45855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24747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3035DF-DD9C-4DA0-8B6C-8EE50DC1A8F5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247479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99955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D1289B-58B6-4432-B639-F629952F187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531752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9EBF6B-FC49-EF84-0FC0-3871DD7309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F068BC5-CD83-6812-1A97-66AFD797A2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C459E46-A02F-1F29-A833-C5B9E6B6A4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37EBCA-6620-FC76-F530-6B0CE757B6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3035DF-DD9C-4DA0-8B6C-8EE50DC1A8F5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613886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4F4E5-9101-5390-9B5A-2D7AAAA8A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7E38A30-AF7C-4193-4603-23C8DA5EEA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2D6F396-EA79-1170-19D2-DEADCA99B1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914A91-679A-F8F7-0614-7D1B20D35C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3035DF-DD9C-4DA0-8B6C-8EE50DC1A8F5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73077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8181BD-F08A-3761-7767-D99D3055C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BF5D0E4-9C5C-E470-A135-90172B2EC8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103B0A4-6C53-A2F8-1F86-5001A65F06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A47AB2D-C9C8-650C-BFF8-947BF366670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3035DF-DD9C-4DA0-8B6C-8EE50DC1A8F5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50451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F9D9F-43E4-A8E9-65D5-B69A08513E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26E9A18-BD86-DFEE-602B-A74F576C797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3A0C3A-F1D4-7AAF-28FA-8B03B4F311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E1DF6C2-3A1D-D791-657D-9B104F3E8E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3035DF-DD9C-4DA0-8B6C-8EE50DC1A8F5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171597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5475809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003855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/>
              <a:t>전체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57869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AEC8E8C-D26D-49FC-A098-0C9BCCA535B0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45701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D3035DF-DD9C-4DA0-8B6C-8EE50DC1A8F5}" type="slidenum">
              <a:rPr lang="ko-KR" altLang="en-US" smtClean="0"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6818368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09D29B8-296C-7C29-B21B-F999EE3DB8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8D27403-221E-F2CA-3D6B-B0B10EBC25B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85EBB8A-9CA1-5D59-E933-EBFACF1F3D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C915A18-BA5E-7EAD-9664-C1E25FCA52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0B23113-D8B5-8F24-1A63-805141E0CB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456050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D1401D2-361D-3A15-40E1-C2C31F0757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F5121B18-8D21-2C95-3A3F-BBFC82B03FB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DA7E419D-BED5-9D5F-5CA0-178F787364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7967125-51F9-2296-3FF8-28521E9415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307AABF0-C83C-FD27-7AF2-AF6AB5FA5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10027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7C4F2-548B-BBA6-0D17-B120C83787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50D8D48-6D8A-1C8F-C312-F8FD1A8555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A744850-4666-5672-717A-7A2FEF4753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91A95DA-ACB7-B4A4-9D33-833B32AAB7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DEC49AF-2CBF-A1C2-8BE7-A325D4E8CC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49445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37B44D1-017E-372F-E31B-4BDABC1BAC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36ABE7D-EF5A-323B-27A4-09675A0D877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5ACA3C-B486-6CBB-775E-9F5ADB22DCF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8DD86C53-9284-8B95-2F95-3B1FF11F7C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11C5AE5B-6C2E-5670-1D7F-33A59B00A3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D40182E4-A12F-5CE9-40C7-BF79539BE6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406651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F0AE6D2-6108-DA80-EA00-2BEA0A76AA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77210728-3555-60EC-3416-8535772398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8C849D6-5D7F-DDAA-3D07-91C6C0C874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9387EBED-AF9E-F593-0737-CED4A30E85B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DE57EF03-E2A5-78AC-A108-B41812CDE3E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172DCBB2-F2FC-CEC8-1E06-748FB377F3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5A583FB-EF0F-D1A4-B96C-9AEC0C35A8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DD23CA93-C4E8-756E-7370-97709CB3C2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1991095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218A76-2759-9A9E-49BB-0AE2E7B183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0235D256-A5C1-957C-CCD1-9AFD6F282F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03BCC7F1-88D7-25AC-B95C-0528FB0905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8E63B6E-B628-EEFC-A899-581FA0E6D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80680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2935B921-04D9-67A6-6A19-720FF15E0C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5C8E639C-2002-077B-45F4-3CFFB94292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FD9D632-E682-13FE-78FD-D334353763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69501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A12EAAD-76AA-7DF0-D85A-15B3464526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413A728-BE10-7EA7-3077-F6EDC9375B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C5CBA65-757C-5506-D1D7-69ECBB40C85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07797281-6443-DF19-0B13-60856097B2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F8224014-F0D0-D6EA-E79C-7D6434C73A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341BDFF6-9073-565B-827A-907483C024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839842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C15E049-542A-092D-86C2-FFFC180477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B3B9C288-CA14-7F54-A525-D9355124EEA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44E97B3B-33FC-2656-2CEC-22EBA0DB2D4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59B02ACD-37D4-3C9C-B4E9-CF0002AF57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250C578F-4857-3841-6A0F-675E263BDC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E5546D60-7D94-A059-649C-445080FD35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757484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071143B-7AE2-8DDF-7DB1-EBA9A41893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84882A-B1B0-6FAE-3E7B-8D95A77FC8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0CFB327-546F-8EBD-E549-DF70AA104F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DD088CD-5933-C50C-5789-12E9A808DA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F6FAFD2-5A9C-C139-AC2A-9C53C7C14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43251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CE25333B-E29D-96AD-E9C4-C4DC6328414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DF6CDFD-50DB-E856-9CBA-52691AAD8A7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70FBD7-213F-6E84-9048-0DBCB65FBA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C94CF40-FD7C-D423-7BC2-B1E7A52E8F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EA1AE15-01B2-1405-0536-1411D3464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79301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09D29B8-296C-7C29-B21B-F999EE3DB8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8D27403-221E-F2CA-3D6B-B0B10EBC25B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85EBB8A-9CA1-5D59-E933-EBFACF1F3D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C915A18-BA5E-7EAD-9664-C1E25FCA52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0B23113-D8B5-8F24-1A63-805141E0CB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292831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D1401D2-361D-3A15-40E1-C2C31F0757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F5121B18-8D21-2C95-3A3F-BBFC82B03FB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DA7E419D-BED5-9D5F-5CA0-178F787364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7967125-51F9-2296-3FF8-28521E9415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307AABF0-C83C-FD27-7AF2-AF6AB5FA5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482104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7C4F2-548B-BBA6-0D17-B120C83787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50D8D48-6D8A-1C8F-C312-F8FD1A8555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A744850-4666-5672-717A-7A2FEF4753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91A95DA-ACB7-B4A4-9D33-833B32AAB7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DEC49AF-2CBF-A1C2-8BE7-A325D4E8CC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449243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37B44D1-017E-372F-E31B-4BDABC1BAC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36ABE7D-EF5A-323B-27A4-09675A0D877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5ACA3C-B486-6CBB-775E-9F5ADB22DCF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8DD86C53-9284-8B95-2F95-3B1FF11F7C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11C5AE5B-6C2E-5670-1D7F-33A59B00A3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D40182E4-A12F-5CE9-40C7-BF79539BE6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33632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F0AE6D2-6108-DA80-EA00-2BEA0A76AA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77210728-3555-60EC-3416-8535772398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8C849D6-5D7F-DDAA-3D07-91C6C0C874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9387EBED-AF9E-F593-0737-CED4A30E85B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DE57EF03-E2A5-78AC-A108-B41812CDE3E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172DCBB2-F2FC-CEC8-1E06-748FB377F3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5A583FB-EF0F-D1A4-B96C-9AEC0C35A8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DD23CA93-C4E8-756E-7370-97709CB3C2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804842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218A76-2759-9A9E-49BB-0AE2E7B183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0235D256-A5C1-957C-CCD1-9AFD6F282F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03BCC7F1-88D7-25AC-B95C-0528FB0905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8E63B6E-B628-EEFC-A899-581FA0E6D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633886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2935B921-04D9-67A6-6A19-720FF15E0C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5C8E639C-2002-077B-45F4-3CFFB94292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FD9D632-E682-13FE-78FD-D334353763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634467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A12EAAD-76AA-7DF0-D85A-15B3464526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413A728-BE10-7EA7-3077-F6EDC9375B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C5CBA65-757C-5506-D1D7-69ECBB40C85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07797281-6443-DF19-0B13-60856097B2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F8224014-F0D0-D6EA-E79C-7D6434C73A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341BDFF6-9073-565B-827A-907483C024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7698605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C15E049-542A-092D-86C2-FFFC180477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B3B9C288-CA14-7F54-A525-D9355124EEA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44E97B3B-33FC-2656-2CEC-22EBA0DB2D4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59B02ACD-37D4-3C9C-B4E9-CF0002AF57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250C578F-4857-3841-6A0F-675E263BDC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E5546D60-7D94-A059-649C-445080FD35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16374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071143B-7AE2-8DDF-7DB1-EBA9A41893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84882A-B1B0-6FAE-3E7B-8D95A77FC8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0CFB327-546F-8EBD-E549-DF70AA104F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DD088CD-5933-C50C-5789-12E9A808DA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F6FAFD2-5A9C-C139-AC2A-9C53C7C14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660399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CE25333B-E29D-96AD-E9C4-C4DC6328414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DF6CDFD-50DB-E856-9CBA-52691AAD8A7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70FBD7-213F-6E84-9048-0DBCB65FBA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C94CF40-FD7C-D423-7BC2-B1E7A52E8F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EA1AE15-01B2-1405-0536-1411D3464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09086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993479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C82550F8-1400-6A3C-66A4-BDD59D950D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CC531E28-18FC-290A-23A8-ADE3ABF8AC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2FD323-ECFF-68B2-F4C0-BB34320D3B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93A0A3C-1566-90C7-854D-C29332EAACC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620FF1E-22BD-3D44-3475-D80F649EE0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A79EF8-C99A-C400-DC57-74EB0A1AB67B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5424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13002821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C82550F8-1400-6A3C-66A4-BDD59D950D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CC531E28-18FC-290A-23A8-ADE3ABF8AC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2FD323-ECFF-68B2-F4C0-BB34320D3B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7721510-D629-4BEA-B033-94C834F170C8}" type="datetimeFigureOut">
              <a:rPr lang="ko-KR" altLang="en-US" smtClean="0"/>
              <a:t>2026-05-12</a:t>
            </a:fld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93A0A3C-1566-90C7-854D-C29332EAACC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2620FF1E-22BD-3D44-3475-D80F649EE0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383F853-0F5A-4484-BC93-1BBA6CCF43B0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A79EF8-C99A-C400-DC57-74EB0A1AB67B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5424488" y="63500"/>
            <a:ext cx="1377950" cy="1828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ko-KR" altLang="en-US" sz="12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LGE Internal Use Only</a:t>
            </a:r>
          </a:p>
        </p:txBody>
      </p:sp>
    </p:spTree>
    <p:extLst>
      <p:ext uri="{BB962C8B-B14F-4D97-AF65-F5344CB8AC3E}">
        <p14:creationId xmlns:p14="http://schemas.microsoft.com/office/powerpoint/2010/main" val="18165872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8.xml"/><Relationship Id="rId4" Type="http://schemas.openxmlformats.org/officeDocument/2006/relationships/slide" Target="slide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15.xml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slide" Target="slide9.xml"/><Relationship Id="rId5" Type="http://schemas.openxmlformats.org/officeDocument/2006/relationships/slide" Target="slide13.xml"/><Relationship Id="rId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3" Type="http://schemas.openxmlformats.org/officeDocument/2006/relationships/slide" Target="slide23.xml"/><Relationship Id="rId7" Type="http://schemas.openxmlformats.org/officeDocument/2006/relationships/slide" Target="slide2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5" Type="http://schemas.openxmlformats.org/officeDocument/2006/relationships/slide" Target="slide19.xml"/><Relationship Id="rId4" Type="http://schemas.openxmlformats.org/officeDocument/2006/relationships/slide" Target="slide18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62.xml"/><Relationship Id="rId3" Type="http://schemas.openxmlformats.org/officeDocument/2006/relationships/chart" Target="../charts/chart1.xml"/><Relationship Id="rId7" Type="http://schemas.openxmlformats.org/officeDocument/2006/relationships/slide" Target="slide6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61.xml"/><Relationship Id="rId5" Type="http://schemas.openxmlformats.org/officeDocument/2006/relationships/chart" Target="../charts/chart3.xml"/><Relationship Id="rId10" Type="http://schemas.openxmlformats.org/officeDocument/2006/relationships/image" Target="../media/image4.png"/><Relationship Id="rId4" Type="http://schemas.openxmlformats.org/officeDocument/2006/relationships/chart" Target="../charts/chart2.xml"/><Relationship Id="rId9" Type="http://schemas.openxmlformats.org/officeDocument/2006/relationships/slide" Target="slide65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3.xml"/><Relationship Id="rId6" Type="http://schemas.openxmlformats.org/officeDocument/2006/relationships/slide" Target="slide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3.xml"/><Relationship Id="rId6" Type="http://schemas.openxmlformats.org/officeDocument/2006/relationships/slide" Target="slide2.xml"/><Relationship Id="rId5" Type="http://schemas.openxmlformats.org/officeDocument/2006/relationships/hyperlink" Target="http://20.51.244.68:8501/" TargetMode="External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10" Type="http://schemas.openxmlformats.org/officeDocument/2006/relationships/slide" Target="slide3.xml"/><Relationship Id="rId4" Type="http://schemas.openxmlformats.org/officeDocument/2006/relationships/image" Target="../media/image13.png"/><Relationship Id="rId9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3.xml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4" Type="http://schemas.openxmlformats.org/officeDocument/2006/relationships/hyperlink" Target="mailto:robin.bogaard@lge.com" TargetMode="Externa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4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" Target="slide46.xml"/><Relationship Id="rId7" Type="http://schemas.openxmlformats.org/officeDocument/2006/relationships/slide" Target="slide35.xml"/><Relationship Id="rId2" Type="http://schemas.openxmlformats.org/officeDocument/2006/relationships/slide" Target="slide30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25.xml"/><Relationship Id="rId5" Type="http://schemas.openxmlformats.org/officeDocument/2006/relationships/slide" Target="slide4.xml"/><Relationship Id="rId4" Type="http://schemas.openxmlformats.org/officeDocument/2006/relationships/slide" Target="slide4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" Target="slide55.xml"/><Relationship Id="rId2" Type="http://schemas.openxmlformats.org/officeDocument/2006/relationships/slide" Target="slide49.xml"/><Relationship Id="rId1" Type="http://schemas.openxmlformats.org/officeDocument/2006/relationships/slideLayout" Target="../slideLayouts/slideLayout13.xml"/><Relationship Id="rId4" Type="http://schemas.openxmlformats.org/officeDocument/2006/relationships/slide" Target="slide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58.xml"/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" Target="slide4.xml"/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9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19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" Target="slide20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" Target="slide21.xml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" Target="slide21.xml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" Target="slide21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" Target="slide62.xml"/><Relationship Id="rId2" Type="http://schemas.openxmlformats.org/officeDocument/2006/relationships/slide" Target="slide61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5.xml"/><Relationship Id="rId4" Type="http://schemas.openxmlformats.org/officeDocument/2006/relationships/slide" Target="slide6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" Target="slide5.xml"/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56CC79-25A9-57B1-A159-DA947A8A31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ECM\TEMP\부서함\Brand담당\20년 연간업무계획\디지털 그래픽 모티브 개발★\★1st Manual Official Release\Graphic Asset_v1.0\1. Main motif - Solid color\png\Main_motif-LG_red_solid.png">
            <a:extLst>
              <a:ext uri="{FF2B5EF4-FFF2-40B4-BE49-F238E27FC236}">
                <a16:creationId xmlns:a16="http://schemas.microsoft.com/office/drawing/2014/main" id="{5AAD259E-9C71-75D1-05B0-B688DD02E9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0" y="0"/>
            <a:ext cx="796563" cy="234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C:\ECM\TEMP\부서함\Brand담당\20년 연간업무계획\디지털 그래픽 모티브 개발★\★1st Manual Official Release\Graphic Asset_v1.0\1. Main motif - Solid color\png\Main_motif-LG_red_solid.png">
            <a:extLst>
              <a:ext uri="{FF2B5EF4-FFF2-40B4-BE49-F238E27FC236}">
                <a16:creationId xmlns:a16="http://schemas.microsoft.com/office/drawing/2014/main" id="{0D6C4A27-C19A-D340-A31A-E54568F9132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613944" y="5298000"/>
            <a:ext cx="1578056" cy="15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C:\ECM\TEMP\부서함\Brand담당\CI 매뉴얼★\★로고파일-자회사名\14년ver\(주)LG\LG_가로조합.png">
            <a:extLst>
              <a:ext uri="{FF2B5EF4-FFF2-40B4-BE49-F238E27FC236}">
                <a16:creationId xmlns:a16="http://schemas.microsoft.com/office/drawing/2014/main" id="{07B15E0A-41DD-D365-2BC1-DAF6D23C20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81821" y="5196757"/>
            <a:ext cx="892732" cy="391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 Box 41">
            <a:extLst>
              <a:ext uri="{FF2B5EF4-FFF2-40B4-BE49-F238E27FC236}">
                <a16:creationId xmlns:a16="http://schemas.microsoft.com/office/drawing/2014/main" id="{69962970-C726-7280-CAB4-9F774281E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3079" y="2264615"/>
            <a:ext cx="7737993" cy="574021"/>
          </a:xfrm>
          <a:prstGeom prst="rect">
            <a:avLst/>
          </a:prstGeom>
        </p:spPr>
        <p:txBody>
          <a:bodyPr/>
          <a:lstStyle>
            <a:defPPr>
              <a:defRPr lang="ko-KR"/>
            </a:defPPr>
            <a:lvl1pPr>
              <a:spcBef>
                <a:spcPct val="0"/>
              </a:spcBef>
              <a:buNone/>
              <a:defRPr sz="30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+mj-cs"/>
              </a:defRPr>
            </a:lvl1pPr>
          </a:lstStyle>
          <a:p>
            <a:pPr algn="ctr" defTabSz="742950">
              <a:defRPr/>
            </a:pPr>
            <a:r>
              <a:rPr lang="ko-KR" altLang="en-US" sz="3250">
                <a:solidFill>
                  <a:srgbClr val="000000"/>
                </a:solidFill>
              </a:rPr>
              <a:t>해외 네트워크 경쟁력 강화 활동 보고</a:t>
            </a:r>
            <a:r>
              <a:rPr lang="en-US" altLang="ko-KR" sz="3250">
                <a:solidFill>
                  <a:srgbClr val="000000"/>
                </a:solidFill>
              </a:rPr>
              <a:t>(5</a:t>
            </a:r>
            <a:r>
              <a:rPr lang="ko-KR" altLang="en-US" sz="3250">
                <a:solidFill>
                  <a:srgbClr val="000000"/>
                </a:solidFill>
              </a:rPr>
              <a:t>월</a:t>
            </a:r>
            <a:r>
              <a:rPr lang="en-US" altLang="ko-KR" sz="3250">
                <a:solidFill>
                  <a:srgbClr val="000000"/>
                </a:solidFill>
              </a:rPr>
              <a:t>)</a:t>
            </a:r>
            <a:endParaRPr lang="ko-KR" altLang="en-US" sz="3250" kern="0">
              <a:solidFill>
                <a:srgbClr val="000000"/>
              </a:solidFill>
            </a:endParaRPr>
          </a:p>
        </p:txBody>
      </p:sp>
      <p:sp>
        <p:nvSpPr>
          <p:cNvPr id="2" name="내용 개체 틀 3">
            <a:extLst>
              <a:ext uri="{FF2B5EF4-FFF2-40B4-BE49-F238E27FC236}">
                <a16:creationId xmlns:a16="http://schemas.microsoft.com/office/drawing/2014/main" id="{F3B96B49-1446-7CA1-506F-8A28486AEF8A}"/>
              </a:ext>
            </a:extLst>
          </p:cNvPr>
          <p:cNvSpPr txBox="1">
            <a:spLocks/>
          </p:cNvSpPr>
          <p:nvPr/>
        </p:nvSpPr>
        <p:spPr>
          <a:xfrm>
            <a:off x="3755740" y="6122595"/>
            <a:ext cx="4173464" cy="420245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 defTabSz="742950" fontAlgn="base">
              <a:spcAft>
                <a:spcPct val="0"/>
              </a:spcAft>
              <a:buNone/>
              <a:defRPr/>
            </a:pPr>
            <a:r>
              <a:rPr kumimoji="1" lang="ko-KR" altLang="en-US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</a:t>
            </a:r>
            <a:r>
              <a:rPr kumimoji="1" lang="en-US" altLang="ko-KR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</a:t>
            </a:r>
            <a:r>
              <a:rPr kumimoji="1" lang="ko-KR" altLang="en-US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 해외</a:t>
            </a:r>
            <a:r>
              <a:rPr kumimoji="1" lang="en-US" altLang="ko-KR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</a:t>
            </a:r>
            <a:r>
              <a:rPr kumimoji="1" lang="ko-KR" altLang="en-US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네트워크운영팀｜ </a:t>
            </a:r>
            <a:r>
              <a:rPr kumimoji="1" lang="en-US" altLang="ko-KR" sz="1300" b="1">
                <a:solidFill>
                  <a:prstClr val="black">
                    <a:lumMod val="65000"/>
                    <a:lumOff val="3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2026. 5. 12</a:t>
            </a:r>
            <a:endParaRPr kumimoji="1" lang="ko-KR" altLang="en-US" sz="1300" b="1">
              <a:solidFill>
                <a:prstClr val="black">
                  <a:lumMod val="65000"/>
                  <a:lumOff val="35000"/>
                </a:prstClr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 Box 18">
            <a:extLst>
              <a:ext uri="{FF2B5EF4-FFF2-40B4-BE49-F238E27FC236}">
                <a16:creationId xmlns:a16="http://schemas.microsoft.com/office/drawing/2014/main" id="{834265A3-1C68-8A11-8F4D-E13483AE1F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1185" y="3188635"/>
            <a:ext cx="3508997" cy="18466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eaLnBrk="1" fontAlgn="auto" hangingPunct="1">
              <a:spcBef>
                <a:spcPct val="50000"/>
              </a:spcBef>
              <a:spcAft>
                <a:spcPts val="0"/>
              </a:spcAft>
              <a:defRPr kumimoji="1" sz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latinLnBrk="0">
              <a:defRPr/>
            </a:pPr>
            <a:r>
              <a:rPr lang="en-US" altLang="ko-KR" b="1" kern="0">
                <a:solidFill>
                  <a:prstClr val="black"/>
                </a:solidFill>
              </a:rPr>
              <a:t>1. </a:t>
            </a:r>
            <a:r>
              <a:rPr lang="ko-KR" altLang="en-US" b="1">
                <a:solidFill>
                  <a:srgbClr val="000000"/>
                </a:solidFill>
              </a:rPr>
              <a:t>글로벌 생산성 향상을 위한 이관 프로세스 개선 활동</a:t>
            </a:r>
            <a:endParaRPr lang="ko-KR" altLang="en-US" b="1">
              <a:solidFill>
                <a:prstClr val="black"/>
              </a:solidFill>
            </a:endParaRPr>
          </a:p>
        </p:txBody>
      </p:sp>
      <p:sp>
        <p:nvSpPr>
          <p:cNvPr id="4" name="Text Box 18">
            <a:extLst>
              <a:ext uri="{FF2B5EF4-FFF2-40B4-BE49-F238E27FC236}">
                <a16:creationId xmlns:a16="http://schemas.microsoft.com/office/drawing/2014/main" id="{E32CF0E8-95A5-BB03-E61B-8B95E05D37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693" y="3450568"/>
            <a:ext cx="3168451" cy="1615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eaLnBrk="1" fontAlgn="auto" hangingPunct="1">
              <a:spcBef>
                <a:spcPct val="50000"/>
              </a:spcBef>
              <a:spcAft>
                <a:spcPts val="0"/>
              </a:spcAft>
              <a:defRPr kumimoji="1" sz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latinLnBrk="0">
              <a:defRPr/>
            </a:pPr>
            <a:r>
              <a:rPr lang="en-US" altLang="ko-KR" sz="1050" kern="0">
                <a:solidFill>
                  <a:schemeClr val="tx1"/>
                </a:solidFill>
              </a:rPr>
              <a:t>- </a:t>
            </a:r>
            <a:r>
              <a:rPr lang="ko-KR" altLang="en-US" sz="1050" kern="0">
                <a:solidFill>
                  <a:schemeClr val="tx1"/>
                </a:solidFill>
              </a:rPr>
              <a:t>해외向 지능형 </a:t>
            </a:r>
            <a:r>
              <a:rPr lang="en-US" altLang="ko-KR" sz="1050" kern="0">
                <a:solidFill>
                  <a:schemeClr val="tx1"/>
                </a:solidFill>
              </a:rPr>
              <a:t>T/T </a:t>
            </a:r>
            <a:r>
              <a:rPr lang="ko-KR" altLang="en-US" sz="1050" kern="0">
                <a:solidFill>
                  <a:schemeClr val="tx1"/>
                </a:solidFill>
              </a:rPr>
              <a:t>적용</a:t>
            </a:r>
          </a:p>
        </p:txBody>
      </p:sp>
      <p:sp>
        <p:nvSpPr>
          <p:cNvPr id="5" name="Text Box 18">
            <a:extLst>
              <a:ext uri="{FF2B5EF4-FFF2-40B4-BE49-F238E27FC236}">
                <a16:creationId xmlns:a16="http://schemas.microsoft.com/office/drawing/2014/main" id="{4ACA7C63-4CA0-263E-22FB-0938D7FD2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1185" y="3762213"/>
            <a:ext cx="3508997" cy="18466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eaLnBrk="1" fontAlgn="auto" hangingPunct="1">
              <a:spcBef>
                <a:spcPct val="50000"/>
              </a:spcBef>
              <a:spcAft>
                <a:spcPts val="0"/>
              </a:spcAft>
              <a:defRPr kumimoji="1" sz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latinLnBrk="0">
              <a:defRPr/>
            </a:pPr>
            <a:r>
              <a:rPr lang="en-US" altLang="ko-KR" b="1" kern="0">
                <a:solidFill>
                  <a:prstClr val="black"/>
                </a:solidFill>
              </a:rPr>
              <a:t>2. </a:t>
            </a:r>
            <a:r>
              <a:rPr lang="ko-KR" altLang="en-US" b="1" kern="0">
                <a:solidFill>
                  <a:prstClr val="black"/>
                </a:solidFill>
              </a:rPr>
              <a:t>수리 </a:t>
            </a:r>
            <a:r>
              <a:rPr lang="en-US" altLang="ko-KR" b="1" kern="0">
                <a:solidFill>
                  <a:prstClr val="black"/>
                </a:solidFill>
              </a:rPr>
              <a:t>T-NPS </a:t>
            </a:r>
            <a:r>
              <a:rPr lang="ko-KR" altLang="en-US" b="1" kern="0">
                <a:solidFill>
                  <a:prstClr val="black"/>
                </a:solidFill>
              </a:rPr>
              <a:t>개선 활동</a:t>
            </a:r>
            <a:endParaRPr lang="ko-KR" altLang="en-US" b="1">
              <a:solidFill>
                <a:prstClr val="black"/>
              </a:solidFill>
            </a:endParaRPr>
          </a:p>
        </p:txBody>
      </p:sp>
      <p:sp>
        <p:nvSpPr>
          <p:cNvPr id="6" name="Text Box 18">
            <a:extLst>
              <a:ext uri="{FF2B5EF4-FFF2-40B4-BE49-F238E27FC236}">
                <a16:creationId xmlns:a16="http://schemas.microsoft.com/office/drawing/2014/main" id="{349ADE47-4F8F-9886-AB01-DF8EC5161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1185" y="4049002"/>
            <a:ext cx="3508997" cy="18466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eaLnBrk="1" fontAlgn="auto" hangingPunct="1">
              <a:spcBef>
                <a:spcPct val="50000"/>
              </a:spcBef>
              <a:spcAft>
                <a:spcPts val="0"/>
              </a:spcAft>
              <a:defRPr kumimoji="1" sz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latinLnBrk="0">
              <a:defRPr/>
            </a:pPr>
            <a:r>
              <a:rPr lang="en-US" altLang="ko-KR" b="1" kern="0">
                <a:solidFill>
                  <a:prstClr val="black"/>
                </a:solidFill>
              </a:rPr>
              <a:t>3. </a:t>
            </a:r>
            <a:r>
              <a:rPr lang="ko-KR" altLang="en-US" b="1" kern="0">
                <a:solidFill>
                  <a:prstClr val="black"/>
                </a:solidFill>
              </a:rPr>
              <a:t>전략도시 </a:t>
            </a:r>
            <a:r>
              <a:rPr lang="en-US" altLang="ko-KR" b="1" kern="0">
                <a:solidFill>
                  <a:prstClr val="black"/>
                </a:solidFill>
              </a:rPr>
              <a:t>RTAT 3</a:t>
            </a:r>
            <a:r>
              <a:rPr lang="ko-KR" altLang="en-US" b="1" kern="0">
                <a:solidFill>
                  <a:prstClr val="black"/>
                </a:solidFill>
              </a:rPr>
              <a:t>일 달성 현황</a:t>
            </a:r>
            <a:endParaRPr lang="ko-KR" altLang="en-US" b="1">
              <a:solidFill>
                <a:prstClr val="black"/>
              </a:solidFill>
            </a:endParaRPr>
          </a:p>
        </p:txBody>
      </p:sp>
      <p:sp>
        <p:nvSpPr>
          <p:cNvPr id="7" name="Text Box 18">
            <a:extLst>
              <a:ext uri="{FF2B5EF4-FFF2-40B4-BE49-F238E27FC236}">
                <a16:creationId xmlns:a16="http://schemas.microsoft.com/office/drawing/2014/main" id="{C3FF7E30-D77A-5F12-01A1-79820D933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1185" y="4335791"/>
            <a:ext cx="3508997" cy="18466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eaLnBrk="1" fontAlgn="auto" hangingPunct="1">
              <a:spcBef>
                <a:spcPct val="50000"/>
              </a:spcBef>
              <a:spcAft>
                <a:spcPts val="0"/>
              </a:spcAft>
              <a:defRPr kumimoji="1" sz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kumimoji="1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pPr latinLnBrk="0">
              <a:defRPr/>
            </a:pPr>
            <a:r>
              <a:rPr lang="en-US" altLang="ko-KR" b="1" kern="0">
                <a:solidFill>
                  <a:prstClr val="black"/>
                </a:solidFill>
              </a:rPr>
              <a:t>4. </a:t>
            </a:r>
            <a:r>
              <a:rPr kumimoji="0" lang="ko-KR" altLang="en-US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장기미처리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개선 활동</a:t>
            </a:r>
            <a:endParaRPr lang="ko-KR" altLang="en-US" b="1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246785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CF8434-D9F6-9D22-DE3F-B91191C538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AC4CDFE1-377A-F2C5-1968-1CDCBF1C04F3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EED281C-0EC4-36FA-925B-B072503900F3}"/>
              </a:ext>
            </a:extLst>
          </p:cNvPr>
          <p:cNvSpPr txBox="1"/>
          <p:nvPr/>
        </p:nvSpPr>
        <p:spPr>
          <a:xfrm>
            <a:off x="67622" y="48141"/>
            <a:ext cx="55338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글로벌 생산성 향상을 위한 이관 프로세스 개선 활동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912421E-F547-1B22-E2AD-D528580C1B3D}"/>
              </a:ext>
            </a:extLst>
          </p:cNvPr>
          <p:cNvSpPr txBox="1"/>
          <p:nvPr/>
        </p:nvSpPr>
        <p:spPr>
          <a:xfrm>
            <a:off x="591229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4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60C2E55-E2A2-B561-C531-28727186B55F}"/>
              </a:ext>
            </a:extLst>
          </p:cNvPr>
          <p:cNvSpPr txBox="1"/>
          <p:nvPr/>
        </p:nvSpPr>
        <p:spPr>
          <a:xfrm>
            <a:off x="490375" y="789670"/>
            <a:ext cx="837088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미국</a:t>
            </a:r>
            <a:r>
              <a:rPr kumimoji="1" lang="en-US" altLang="ko-KR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DMS </a:t>
            </a:r>
            <a:r>
              <a:rPr kumimoji="1" lang="ko-KR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지능형 </a:t>
            </a:r>
            <a:r>
              <a:rPr kumimoji="1" lang="en-US" altLang="ko-KR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T/T </a:t>
            </a:r>
            <a:r>
              <a:rPr kumimoji="1" lang="ko-KR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적용을 시작으로 글로벌 직영운영 국가 대상 생산성 개선을 위한 시스템 개발 진행 중</a:t>
            </a:r>
            <a:endParaRPr kumimoji="0" lang="ko-KR" altLang="en-US" sz="16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402020202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410D4487-E22A-EACC-B78D-22DA8826CAB6}"/>
              </a:ext>
            </a:extLst>
          </p:cNvPr>
          <p:cNvCxnSpPr>
            <a:cxnSpLocks/>
          </p:cNvCxnSpPr>
          <p:nvPr/>
        </p:nvCxnSpPr>
        <p:spPr>
          <a:xfrm>
            <a:off x="2107145" y="2087181"/>
            <a:ext cx="0" cy="4043455"/>
          </a:xfrm>
          <a:prstGeom prst="straightConnector1">
            <a:avLst/>
          </a:prstGeom>
          <a:ln w="63500">
            <a:solidFill>
              <a:schemeClr val="bg1">
                <a:lumMod val="85000"/>
              </a:schemeClr>
            </a:solidFill>
            <a:headEnd type="non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51A220E6-D0AD-447C-295C-349DEC4D1D27}"/>
              </a:ext>
            </a:extLst>
          </p:cNvPr>
          <p:cNvCxnSpPr/>
          <p:nvPr/>
        </p:nvCxnSpPr>
        <p:spPr>
          <a:xfrm flipH="1">
            <a:off x="2107145" y="2216203"/>
            <a:ext cx="1955" cy="1872000"/>
          </a:xfrm>
          <a:prstGeom prst="straightConnector1">
            <a:avLst/>
          </a:prstGeom>
          <a:ln w="63500">
            <a:solidFill>
              <a:srgbClr val="CC0099"/>
            </a:solidFill>
            <a:headEnd type="none" w="sm" len="sm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D7CC95F3-7D55-6F60-E102-38F78AE804CB}"/>
              </a:ext>
            </a:extLst>
          </p:cNvPr>
          <p:cNvCxnSpPr>
            <a:cxnSpLocks/>
          </p:cNvCxnSpPr>
          <p:nvPr/>
        </p:nvCxnSpPr>
        <p:spPr bwMode="auto">
          <a:xfrm>
            <a:off x="1467632" y="1645979"/>
            <a:ext cx="2608357" cy="0"/>
          </a:xfrm>
          <a:prstGeom prst="line">
            <a:avLst/>
          </a:prstGeom>
          <a:noFill/>
          <a:ln w="635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97833042-37BD-3893-ECDC-1A469DF64E96}"/>
              </a:ext>
            </a:extLst>
          </p:cNvPr>
          <p:cNvSpPr txBox="1"/>
          <p:nvPr/>
        </p:nvSpPr>
        <p:spPr>
          <a:xfrm>
            <a:off x="2417547" y="1422819"/>
            <a:ext cx="708527" cy="1904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단계별 일정</a:t>
            </a:r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470AA7B8-6CB9-BBE4-003B-00BF8FC386A9}"/>
              </a:ext>
            </a:extLst>
          </p:cNvPr>
          <p:cNvCxnSpPr>
            <a:cxnSpLocks/>
          </p:cNvCxnSpPr>
          <p:nvPr/>
        </p:nvCxnSpPr>
        <p:spPr bwMode="auto">
          <a:xfrm>
            <a:off x="5300628" y="1645979"/>
            <a:ext cx="4473825" cy="0"/>
          </a:xfrm>
          <a:prstGeom prst="line">
            <a:avLst/>
          </a:prstGeom>
          <a:noFill/>
          <a:ln w="63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D3061FCE-6721-5D8B-49D8-5641012B68D3}"/>
              </a:ext>
            </a:extLst>
          </p:cNvPr>
          <p:cNvSpPr txBox="1"/>
          <p:nvPr/>
        </p:nvSpPr>
        <p:spPr>
          <a:xfrm>
            <a:off x="7250603" y="1422819"/>
            <a:ext cx="580287" cy="19152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진행 현황</a:t>
            </a: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52A945CA-7CE4-A379-26D7-D933BD2887E5}"/>
              </a:ext>
            </a:extLst>
          </p:cNvPr>
          <p:cNvGrpSpPr/>
          <p:nvPr/>
        </p:nvGrpSpPr>
        <p:grpSpPr>
          <a:xfrm>
            <a:off x="5314328" y="5000317"/>
            <a:ext cx="4529152" cy="474995"/>
            <a:chOff x="3640288" y="4921386"/>
            <a:chExt cx="4529152" cy="474995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73C361A9-FE7D-EE2E-F53C-C9EB753C0248}"/>
                </a:ext>
              </a:extLst>
            </p:cNvPr>
            <p:cNvSpPr/>
            <p:nvPr/>
          </p:nvSpPr>
          <p:spPr>
            <a:xfrm>
              <a:off x="3765275" y="5150160"/>
              <a:ext cx="4404165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아시아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중남미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일부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등 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LGC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운영국가 대상 현장활동 통해 글로벌 모델 도출</a:t>
              </a:r>
              <a:endPara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BA93BD58-AD27-0F43-D841-7CEF21DFBD3D}"/>
                </a:ext>
              </a:extLst>
            </p:cNvPr>
            <p:cNvSpPr/>
            <p:nvPr/>
          </p:nvSpPr>
          <p:spPr>
            <a:xfrm>
              <a:off x="3640288" y="4921386"/>
              <a:ext cx="4142160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marR="0" lvl="0" indent="-17145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글로벌 적용을 위한 </a:t>
              </a:r>
              <a:r>
                <a:rPr kumimoji="0" lang="en-US" altLang="ko-KR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LGC </a:t>
              </a: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운영국가 현장활동</a:t>
              </a:r>
              <a:endPara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12AAD727-A0CD-F1A1-F76D-A44FDFA08273}"/>
              </a:ext>
            </a:extLst>
          </p:cNvPr>
          <p:cNvGrpSpPr/>
          <p:nvPr/>
        </p:nvGrpSpPr>
        <p:grpSpPr>
          <a:xfrm>
            <a:off x="5314328" y="3469962"/>
            <a:ext cx="4529152" cy="628884"/>
            <a:chOff x="3640288" y="4580846"/>
            <a:chExt cx="4529152" cy="628884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E8DC30AF-D513-DFCB-A258-095B2FDE1ACD}"/>
                </a:ext>
              </a:extLst>
            </p:cNvPr>
            <p:cNvSpPr/>
            <p:nvPr/>
          </p:nvSpPr>
          <p:spPr>
            <a:xfrm>
              <a:off x="3765275" y="4809620"/>
              <a:ext cx="440416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자동화 시스템 개발 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전 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Manual</a:t>
              </a:r>
              <a:r>
                <a:rPr kumimoji="0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로 </a:t>
              </a: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Pilot 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실시 준비 중</a:t>
              </a:r>
              <a:b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  : Ops Team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에서 수리 이관 및 자재 주문을 위한 상담원 교육 진행 중</a:t>
              </a:r>
              <a:endPara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9B5F9549-9C8E-A3CA-8BBD-A9D104005B3B}"/>
                </a:ext>
              </a:extLst>
            </p:cNvPr>
            <p:cNvSpPr/>
            <p:nvPr/>
          </p:nvSpPr>
          <p:spPr>
            <a:xfrm>
              <a:off x="3640288" y="4580846"/>
              <a:ext cx="4142160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marR="0" lvl="0" indent="-17145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아틀란타</a:t>
              </a: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en-US" altLang="ko-KR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DMS </a:t>
              </a: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대상 </a:t>
              </a:r>
              <a:r>
                <a:rPr lang="en-US" altLang="ko-KR" sz="12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Pilot </a:t>
              </a:r>
              <a:r>
                <a:rPr lang="ko-KR" altLang="en-US" sz="12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실시 </a:t>
              </a:r>
              <a:r>
                <a:rPr lang="en-US" altLang="ko-KR" sz="12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endPara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FB0389-880D-7342-9A90-4F4E53A7A94F}"/>
              </a:ext>
            </a:extLst>
          </p:cNvPr>
          <p:cNvSpPr/>
          <p:nvPr/>
        </p:nvSpPr>
        <p:spPr>
          <a:xfrm>
            <a:off x="5439315" y="2176209"/>
            <a:ext cx="440416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이관 구조 상 발생 중인 생산성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Loss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영역 확인</a:t>
            </a:r>
            <a:b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  : DMS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별 담당 권역이 세부적으로 구분되어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Time-table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에서의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Fill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차이가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발생</a:t>
            </a:r>
            <a:b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</a:t>
            </a: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구조 변경을 통한 건수 배분 및 이동 동선 최적화 과제 </a:t>
            </a:r>
            <a:r>
              <a:rPr lang="en-US" altLang="ko-KR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지능형 </a:t>
            </a:r>
            <a:r>
              <a:rPr lang="en-US" altLang="ko-KR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T/T </a:t>
            </a:r>
            <a:r>
              <a:rPr lang="ko-KR" altLang="en-US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도입</a:t>
            </a:r>
            <a:r>
              <a:rPr lang="en-US" altLang="ko-KR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00" b="1" u="sng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착수</a:t>
            </a:r>
            <a:endParaRPr lang="en-US" altLang="ko-KR" sz="1000" b="1" u="sng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AA02C6F8-BCF3-6664-4B15-CE247B345E3C}"/>
              </a:ext>
            </a:extLst>
          </p:cNvPr>
          <p:cNvSpPr/>
          <p:nvPr/>
        </p:nvSpPr>
        <p:spPr>
          <a:xfrm>
            <a:off x="5314327" y="1947435"/>
            <a:ext cx="458048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미국 현장 방문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생산성 개선 영역 발굴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미국 현장방문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11EFE82-0D38-6271-93BA-F42616A35388}"/>
              </a:ext>
            </a:extLst>
          </p:cNvPr>
          <p:cNvSpPr/>
          <p:nvPr/>
        </p:nvSpPr>
        <p:spPr>
          <a:xfrm>
            <a:off x="5439315" y="3141818"/>
            <a:ext cx="462592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건수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평균 이동 거리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시간을 고려한 클러스터링을 통해 건수 배분 및 이동 동선 최적화</a:t>
            </a:r>
            <a:endParaRPr lang="en-US" altLang="ko-KR" sz="1000" kern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D7309A90-81A2-0E9C-CECE-8327A06D99F0}"/>
              </a:ext>
            </a:extLst>
          </p:cNvPr>
          <p:cNvSpPr/>
          <p:nvPr/>
        </p:nvSpPr>
        <p:spPr>
          <a:xfrm>
            <a:off x="5314327" y="2913044"/>
            <a:ext cx="378000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최적 라우팅을 위한 알고리즘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 및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아틀란타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Simulation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3" name="모서리가 둥근 직사각형 47">
            <a:extLst>
              <a:ext uri="{FF2B5EF4-FFF2-40B4-BE49-F238E27FC236}">
                <a16:creationId xmlns:a16="http://schemas.microsoft.com/office/drawing/2014/main" id="{20BB3F34-CA6F-A00A-1743-75F929302101}"/>
              </a:ext>
            </a:extLst>
          </p:cNvPr>
          <p:cNvSpPr/>
          <p:nvPr/>
        </p:nvSpPr>
        <p:spPr>
          <a:xfrm>
            <a:off x="9066741" y="2974927"/>
            <a:ext cx="1367999" cy="153233"/>
          </a:xfrm>
          <a:prstGeom prst="roundRect">
            <a:avLst/>
          </a:prstGeom>
          <a:noFill/>
          <a:ln w="19050" cap="flat" cmpd="sng" algn="ctr">
            <a:noFill/>
            <a:prstDash val="solid"/>
          </a:ln>
          <a:effectLst/>
        </p:spPr>
        <p:txBody>
          <a:bodyPr wrap="square" lIns="36000" tIns="0" rIns="36000" bIns="0" rtlCol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w / Data Analytics</a:t>
            </a:r>
            <a:r>
              <a:rPr kumimoji="1" lang="ko-KR" altLang="en-US" sz="90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팀 </a:t>
            </a:r>
            <a:endParaRPr kumimoji="1" lang="en-US" altLang="ko-KR" sz="9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E978CD2B-3075-99E3-F87E-C398AE3689FA}"/>
              </a:ext>
            </a:extLst>
          </p:cNvPr>
          <p:cNvSpPr/>
          <p:nvPr/>
        </p:nvSpPr>
        <p:spPr>
          <a:xfrm>
            <a:off x="5439315" y="5817795"/>
            <a:ext cx="4404165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GSFS 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이관 영역 시스템 개발 통해 자동화</a:t>
            </a:r>
            <a:r>
              <a:rPr lang="en-US" altLang="ko-KR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생산성 최적화 구현</a:t>
            </a:r>
            <a:endParaRPr kumimoji="0" lang="en-US" altLang="ko-KR" sz="1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DCA1C5EF-C3D9-D5CF-12A7-7388B9F5E78B}"/>
              </a:ext>
            </a:extLst>
          </p:cNvPr>
          <p:cNvSpPr/>
          <p:nvPr/>
        </p:nvSpPr>
        <p:spPr>
          <a:xfrm>
            <a:off x="5314328" y="5589021"/>
            <a:ext cx="414216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시스템 개발 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CA113573-ECCE-A432-7E0D-322E875B9D60}"/>
              </a:ext>
            </a:extLst>
          </p:cNvPr>
          <p:cNvGrpSpPr/>
          <p:nvPr/>
        </p:nvGrpSpPr>
        <p:grpSpPr>
          <a:xfrm>
            <a:off x="1532133" y="2070686"/>
            <a:ext cx="2763470" cy="170259"/>
            <a:chOff x="489826" y="2360499"/>
            <a:chExt cx="2763470" cy="170259"/>
          </a:xfrm>
        </p:grpSpPr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6E96E74A-2BE0-C948-BC12-504CD26574F3}"/>
                </a:ext>
              </a:extLst>
            </p:cNvPr>
            <p:cNvSpPr/>
            <p:nvPr/>
          </p:nvSpPr>
          <p:spPr>
            <a:xfrm>
              <a:off x="1010090" y="2390263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C009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98" name="모서리가 둥근 직사각형 47">
              <a:extLst>
                <a:ext uri="{FF2B5EF4-FFF2-40B4-BE49-F238E27FC236}">
                  <a16:creationId xmlns:a16="http://schemas.microsoft.com/office/drawing/2014/main" id="{00253C97-5883-65D1-5D55-BC70B934F156}"/>
                </a:ext>
              </a:extLst>
            </p:cNvPr>
            <p:cNvSpPr/>
            <p:nvPr/>
          </p:nvSpPr>
          <p:spPr>
            <a:xfrm>
              <a:off x="489826" y="2360499"/>
              <a:ext cx="468461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‘26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년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1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월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9" name="모서리가 둥근 직사각형 47">
              <a:extLst>
                <a:ext uri="{FF2B5EF4-FFF2-40B4-BE49-F238E27FC236}">
                  <a16:creationId xmlns:a16="http://schemas.microsoft.com/office/drawing/2014/main" id="{DC9A7E91-6A05-8F69-C39B-0E06097C846F}"/>
                </a:ext>
              </a:extLst>
            </p:cNvPr>
            <p:cNvSpPr/>
            <p:nvPr/>
          </p:nvSpPr>
          <p:spPr>
            <a:xfrm>
              <a:off x="1183309" y="2360499"/>
              <a:ext cx="2069987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미국 현장 방문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/ 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생산성 개선 영역 발굴  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82440610-34ED-B9A6-0B91-E061E23A0B7E}"/>
              </a:ext>
            </a:extLst>
          </p:cNvPr>
          <p:cNvGrpSpPr/>
          <p:nvPr/>
        </p:nvGrpSpPr>
        <p:grpSpPr>
          <a:xfrm>
            <a:off x="1815886" y="2908589"/>
            <a:ext cx="2479717" cy="340519"/>
            <a:chOff x="773579" y="3184406"/>
            <a:chExt cx="2479717" cy="340519"/>
          </a:xfrm>
        </p:grpSpPr>
        <p:sp>
          <p:nvSpPr>
            <p:cNvPr id="101" name="타원 100">
              <a:extLst>
                <a:ext uri="{FF2B5EF4-FFF2-40B4-BE49-F238E27FC236}">
                  <a16:creationId xmlns:a16="http://schemas.microsoft.com/office/drawing/2014/main" id="{83EF0813-E4E1-6B6C-E0BA-463E972FC7C7}"/>
                </a:ext>
              </a:extLst>
            </p:cNvPr>
            <p:cNvSpPr/>
            <p:nvPr/>
          </p:nvSpPr>
          <p:spPr>
            <a:xfrm>
              <a:off x="1010090" y="3207813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C009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02" name="모서리가 둥근 직사각형 47">
              <a:extLst>
                <a:ext uri="{FF2B5EF4-FFF2-40B4-BE49-F238E27FC236}">
                  <a16:creationId xmlns:a16="http://schemas.microsoft.com/office/drawing/2014/main" id="{20949CE6-8DAD-4878-0438-6C7966E1C23E}"/>
                </a:ext>
              </a:extLst>
            </p:cNvPr>
            <p:cNvSpPr/>
            <p:nvPr/>
          </p:nvSpPr>
          <p:spPr>
            <a:xfrm>
              <a:off x="773579" y="3184406"/>
              <a:ext cx="184708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3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월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" name="모서리가 둥근 직사각형 47">
              <a:extLst>
                <a:ext uri="{FF2B5EF4-FFF2-40B4-BE49-F238E27FC236}">
                  <a16:creationId xmlns:a16="http://schemas.microsoft.com/office/drawing/2014/main" id="{903E24C7-9BEA-2684-E612-1E8633E2D3A2}"/>
                </a:ext>
              </a:extLst>
            </p:cNvPr>
            <p:cNvSpPr/>
            <p:nvPr/>
          </p:nvSpPr>
          <p:spPr>
            <a:xfrm>
              <a:off x="1183309" y="3184406"/>
              <a:ext cx="2069987" cy="34051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라우팅 최적화 알고리즘 개발</a:t>
              </a:r>
              <a:b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</a:b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&amp; </a:t>
              </a:r>
              <a:r>
                <a:rPr kumimoji="1" lang="ko-KR" altLang="en-US" sz="1000" b="1" err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아틀란타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Simulation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4D442E4B-1D49-C70C-A199-5AAEC4EC6547}"/>
              </a:ext>
            </a:extLst>
          </p:cNvPr>
          <p:cNvGrpSpPr/>
          <p:nvPr/>
        </p:nvGrpSpPr>
        <p:grpSpPr>
          <a:xfrm>
            <a:off x="1815886" y="2409603"/>
            <a:ext cx="2479717" cy="330328"/>
            <a:chOff x="773579" y="2715696"/>
            <a:chExt cx="2479717" cy="330328"/>
          </a:xfrm>
        </p:grpSpPr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F382AC42-8664-A7BC-0646-30023961EA4C}"/>
                </a:ext>
              </a:extLst>
            </p:cNvPr>
            <p:cNvSpPr/>
            <p:nvPr/>
          </p:nvSpPr>
          <p:spPr>
            <a:xfrm>
              <a:off x="1010090" y="2745460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C009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06" name="모서리가 둥근 직사각형 47">
              <a:extLst>
                <a:ext uri="{FF2B5EF4-FFF2-40B4-BE49-F238E27FC236}">
                  <a16:creationId xmlns:a16="http://schemas.microsoft.com/office/drawing/2014/main" id="{748E1F58-895C-7DA9-3FDA-B5514A7B26FE}"/>
                </a:ext>
              </a:extLst>
            </p:cNvPr>
            <p:cNvSpPr/>
            <p:nvPr/>
          </p:nvSpPr>
          <p:spPr>
            <a:xfrm>
              <a:off x="773579" y="2715696"/>
              <a:ext cx="184708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2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월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7" name="모서리가 둥근 직사각형 47">
              <a:extLst>
                <a:ext uri="{FF2B5EF4-FFF2-40B4-BE49-F238E27FC236}">
                  <a16:creationId xmlns:a16="http://schemas.microsoft.com/office/drawing/2014/main" id="{FC76DE62-4B19-D1EC-0739-744138C4A2AE}"/>
                </a:ext>
              </a:extLst>
            </p:cNvPr>
            <p:cNvSpPr/>
            <p:nvPr/>
          </p:nvSpPr>
          <p:spPr>
            <a:xfrm>
              <a:off x="1183309" y="2715696"/>
              <a:ext cx="2069987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과제 내용 구체화 및 유관 부서 논의 시작  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8" name="모서리가 둥근 직사각형 581">
              <a:extLst>
                <a:ext uri="{FF2B5EF4-FFF2-40B4-BE49-F238E27FC236}">
                  <a16:creationId xmlns:a16="http://schemas.microsoft.com/office/drawing/2014/main" id="{F63A2687-E0CB-D28A-DC31-E3042BB7D0DA}"/>
                </a:ext>
              </a:extLst>
            </p:cNvPr>
            <p:cNvSpPr/>
            <p:nvPr/>
          </p:nvSpPr>
          <p:spPr>
            <a:xfrm>
              <a:off x="1189826" y="2892791"/>
              <a:ext cx="2024311" cy="153233"/>
            </a:xfrm>
            <a:prstGeom prst="roundRect">
              <a:avLst/>
            </a:prstGeom>
            <a:noFill/>
            <a:ln>
              <a:noFill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defTabSz="914400" rtl="0" eaLnBrk="0" fontAlgn="auto" latinLnBrk="1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CC&amp;S</a:t>
              </a: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  <a:r>
                <a:rPr kumimoji="1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Data Analytics</a:t>
              </a: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팀</a:t>
              </a:r>
              <a:r>
                <a:rPr kumimoji="1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업무혁신팀</a:t>
              </a:r>
              <a:r>
                <a:rPr kumimoji="1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F1D97833-7954-3973-0FEC-D2560345A468}"/>
              </a:ext>
            </a:extLst>
          </p:cNvPr>
          <p:cNvGrpSpPr/>
          <p:nvPr/>
        </p:nvGrpSpPr>
        <p:grpSpPr>
          <a:xfrm>
            <a:off x="1815886" y="3417766"/>
            <a:ext cx="2479717" cy="340519"/>
            <a:chOff x="773579" y="3696970"/>
            <a:chExt cx="2479717" cy="34051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17756A51-4B78-B8EF-076F-0B490CB702AF}"/>
                </a:ext>
              </a:extLst>
            </p:cNvPr>
            <p:cNvSpPr/>
            <p:nvPr/>
          </p:nvSpPr>
          <p:spPr>
            <a:xfrm>
              <a:off x="1010090" y="3720377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C009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11" name="모서리가 둥근 직사각형 47">
              <a:extLst>
                <a:ext uri="{FF2B5EF4-FFF2-40B4-BE49-F238E27FC236}">
                  <a16:creationId xmlns:a16="http://schemas.microsoft.com/office/drawing/2014/main" id="{EC8215F1-22A3-7A89-8EB5-B8ED5D65DCAB}"/>
                </a:ext>
              </a:extLst>
            </p:cNvPr>
            <p:cNvSpPr/>
            <p:nvPr/>
          </p:nvSpPr>
          <p:spPr>
            <a:xfrm>
              <a:off x="773579" y="3696970"/>
              <a:ext cx="184708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4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월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12" name="모서리가 둥근 직사각형 47">
              <a:extLst>
                <a:ext uri="{FF2B5EF4-FFF2-40B4-BE49-F238E27FC236}">
                  <a16:creationId xmlns:a16="http://schemas.microsoft.com/office/drawing/2014/main" id="{FBA92BB8-EDF2-7D54-6272-9B9C0812D0EE}"/>
                </a:ext>
              </a:extLst>
            </p:cNvPr>
            <p:cNvSpPr/>
            <p:nvPr/>
          </p:nvSpPr>
          <p:spPr>
            <a:xfrm>
              <a:off x="1183309" y="3696970"/>
              <a:ext cx="2069987" cy="34051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프로세스 구체화 </a:t>
              </a:r>
              <a:b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</a:br>
              <a: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&amp; </a:t>
              </a:r>
              <a:r>
                <a:rPr kumimoji="1" lang="ko-KR" altLang="en-US" sz="1000" b="1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아틀란타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Pilo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t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준비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5B5CF81E-4EBF-0460-2B83-6764EB2CB325}"/>
              </a:ext>
            </a:extLst>
          </p:cNvPr>
          <p:cNvGrpSpPr/>
          <p:nvPr/>
        </p:nvGrpSpPr>
        <p:grpSpPr>
          <a:xfrm>
            <a:off x="1757260" y="5095286"/>
            <a:ext cx="2907873" cy="170259"/>
            <a:chOff x="714953" y="4722598"/>
            <a:chExt cx="2907873" cy="170259"/>
          </a:xfrm>
        </p:grpSpPr>
        <p:sp>
          <p:nvSpPr>
            <p:cNvPr id="114" name="모서리가 둥근 직사각형 47">
              <a:extLst>
                <a:ext uri="{FF2B5EF4-FFF2-40B4-BE49-F238E27FC236}">
                  <a16:creationId xmlns:a16="http://schemas.microsoft.com/office/drawing/2014/main" id="{8AE9C517-4AD2-D8CD-165A-AE58E7DF1327}"/>
                </a:ext>
              </a:extLst>
            </p:cNvPr>
            <p:cNvSpPr/>
            <p:nvPr/>
          </p:nvSpPr>
          <p:spPr>
            <a:xfrm>
              <a:off x="714953" y="4722598"/>
              <a:ext cx="229345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TBD</a:t>
              </a:r>
            </a:p>
          </p:txBody>
        </p:sp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E4260008-EF7F-F0C5-4D1C-66311CCE7B5C}"/>
                </a:ext>
              </a:extLst>
            </p:cNvPr>
            <p:cNvSpPr/>
            <p:nvPr/>
          </p:nvSpPr>
          <p:spPr>
            <a:xfrm>
              <a:off x="1010090" y="4752362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16" name="모서리가 둥근 직사각형 47">
              <a:extLst>
                <a:ext uri="{FF2B5EF4-FFF2-40B4-BE49-F238E27FC236}">
                  <a16:creationId xmlns:a16="http://schemas.microsoft.com/office/drawing/2014/main" id="{1AC0BDA7-D02B-FA3D-F06F-77312996DDF7}"/>
                </a:ext>
              </a:extLst>
            </p:cNvPr>
            <p:cNvSpPr/>
            <p:nvPr/>
          </p:nvSpPr>
          <p:spPr>
            <a:xfrm>
              <a:off x="1183309" y="4722598"/>
              <a:ext cx="2439517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latin typeface="Arial Narrow"/>
                  <a:ea typeface="LG스마트체 Regular"/>
                  <a:cs typeface="Arial"/>
                </a:rPr>
                <a:t>글로벌 적용을 위한 직영 운영 국가 현장활동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Arial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8335128E-9BBF-FE0E-6353-E16C6E6D9C7E}"/>
              </a:ext>
            </a:extLst>
          </p:cNvPr>
          <p:cNvGrpSpPr/>
          <p:nvPr/>
        </p:nvGrpSpPr>
        <p:grpSpPr>
          <a:xfrm>
            <a:off x="1815886" y="3926943"/>
            <a:ext cx="3244610" cy="170259"/>
            <a:chOff x="773579" y="4227727"/>
            <a:chExt cx="3244610" cy="170259"/>
          </a:xfrm>
        </p:grpSpPr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B9C3AAB4-1D9F-DA6F-F4F7-0310BF51DE72}"/>
                </a:ext>
              </a:extLst>
            </p:cNvPr>
            <p:cNvSpPr/>
            <p:nvPr/>
          </p:nvSpPr>
          <p:spPr>
            <a:xfrm>
              <a:off x="1010090" y="4257491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C009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2" name="모서리가 둥근 직사각형 47">
              <a:extLst>
                <a:ext uri="{FF2B5EF4-FFF2-40B4-BE49-F238E27FC236}">
                  <a16:creationId xmlns:a16="http://schemas.microsoft.com/office/drawing/2014/main" id="{B1507B24-3AAB-1DA1-102C-8BD8CB2D4B23}"/>
                </a:ext>
              </a:extLst>
            </p:cNvPr>
            <p:cNvSpPr/>
            <p:nvPr/>
          </p:nvSpPr>
          <p:spPr>
            <a:xfrm>
              <a:off x="773579" y="4227727"/>
              <a:ext cx="184708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5</a:t>
              </a:r>
              <a:r>
                <a:rPr kumimoji="1" lang="ko-KR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월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" name="모서리가 둥근 직사각형 47">
              <a:extLst>
                <a:ext uri="{FF2B5EF4-FFF2-40B4-BE49-F238E27FC236}">
                  <a16:creationId xmlns:a16="http://schemas.microsoft.com/office/drawing/2014/main" id="{C0D039EA-3ADA-D602-AA0B-3689B28833BB}"/>
                </a:ext>
              </a:extLst>
            </p:cNvPr>
            <p:cNvSpPr/>
            <p:nvPr/>
          </p:nvSpPr>
          <p:spPr>
            <a:xfrm>
              <a:off x="1183309" y="4227727"/>
              <a:ext cx="2834880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글로벌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이관 프로세스개선 시스템 개발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Task 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착수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(5/6~)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D3A48E9C-B6AF-BC7B-B1CB-C84216E50A1F}"/>
              </a:ext>
            </a:extLst>
          </p:cNvPr>
          <p:cNvGrpSpPr/>
          <p:nvPr/>
        </p:nvGrpSpPr>
        <p:grpSpPr>
          <a:xfrm>
            <a:off x="1757260" y="5434206"/>
            <a:ext cx="2538343" cy="170259"/>
            <a:chOff x="714953" y="4722598"/>
            <a:chExt cx="2538343" cy="170259"/>
          </a:xfrm>
        </p:grpSpPr>
        <p:sp>
          <p:nvSpPr>
            <p:cNvPr id="125" name="모서리가 둥근 직사각형 47">
              <a:extLst>
                <a:ext uri="{FF2B5EF4-FFF2-40B4-BE49-F238E27FC236}">
                  <a16:creationId xmlns:a16="http://schemas.microsoft.com/office/drawing/2014/main" id="{16AA8C7D-A0AA-F67F-F6E3-83CF9A98EA72}"/>
                </a:ext>
              </a:extLst>
            </p:cNvPr>
            <p:cNvSpPr/>
            <p:nvPr/>
          </p:nvSpPr>
          <p:spPr>
            <a:xfrm>
              <a:off x="714953" y="4722598"/>
              <a:ext cx="229345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t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TBD</a:t>
              </a:r>
            </a:p>
          </p:txBody>
        </p:sp>
        <p:sp>
          <p:nvSpPr>
            <p:cNvPr id="126" name="타원 125">
              <a:extLst>
                <a:ext uri="{FF2B5EF4-FFF2-40B4-BE49-F238E27FC236}">
                  <a16:creationId xmlns:a16="http://schemas.microsoft.com/office/drawing/2014/main" id="{76DFF9F2-FAD9-5046-D1B1-3952C6193EFB}"/>
                </a:ext>
              </a:extLst>
            </p:cNvPr>
            <p:cNvSpPr/>
            <p:nvPr/>
          </p:nvSpPr>
          <p:spPr>
            <a:xfrm>
              <a:off x="1010090" y="4752362"/>
              <a:ext cx="110730" cy="11073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167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27" name="모서리가 둥근 직사각형 47">
              <a:extLst>
                <a:ext uri="{FF2B5EF4-FFF2-40B4-BE49-F238E27FC236}">
                  <a16:creationId xmlns:a16="http://schemas.microsoft.com/office/drawing/2014/main" id="{3DE9E932-B18D-E3FE-45CB-A0B0000E28EE}"/>
                </a:ext>
              </a:extLst>
            </p:cNvPr>
            <p:cNvSpPr/>
            <p:nvPr/>
          </p:nvSpPr>
          <p:spPr>
            <a:xfrm>
              <a:off x="1183309" y="4722598"/>
              <a:ext cx="2069987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시스템 개발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A6BD4DBF-76EF-22E0-3406-771B10F093DC}"/>
              </a:ext>
            </a:extLst>
          </p:cNvPr>
          <p:cNvGrpSpPr/>
          <p:nvPr/>
        </p:nvGrpSpPr>
        <p:grpSpPr>
          <a:xfrm>
            <a:off x="2225616" y="4272176"/>
            <a:ext cx="2190709" cy="529712"/>
            <a:chOff x="2225616" y="4536826"/>
            <a:chExt cx="2190709" cy="529712"/>
          </a:xfrm>
        </p:grpSpPr>
        <p:sp>
          <p:nvSpPr>
            <p:cNvPr id="135" name="모서리가 둥근 직사각형 47">
              <a:extLst>
                <a:ext uri="{FF2B5EF4-FFF2-40B4-BE49-F238E27FC236}">
                  <a16:creationId xmlns:a16="http://schemas.microsoft.com/office/drawing/2014/main" id="{5ED9CAB6-03D6-0E19-9659-3A357110FBAE}"/>
                </a:ext>
              </a:extLst>
            </p:cNvPr>
            <p:cNvSpPr/>
            <p:nvPr/>
          </p:nvSpPr>
          <p:spPr>
            <a:xfrm>
              <a:off x="2225616" y="4536826"/>
              <a:ext cx="2069987" cy="170259"/>
            </a:xfrm>
            <a:prstGeom prst="round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err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아틀란타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DMS 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대상 </a:t>
              </a:r>
              <a:r>
                <a:rPr kumimoji="1" lang="en-US" altLang="ko-KR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Pilot(5/8~)</a:t>
              </a:r>
              <a:r>
                <a:rPr kumimoji="1" lang="ko-KR" altLang="en-US" sz="1000" b="1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rPr>
                <a:t>  </a:t>
              </a:r>
              <a:endParaRPr kumimoji="1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1" name="모서리가 둥근 직사각형 581">
              <a:extLst>
                <a:ext uri="{FF2B5EF4-FFF2-40B4-BE49-F238E27FC236}">
                  <a16:creationId xmlns:a16="http://schemas.microsoft.com/office/drawing/2014/main" id="{D672F4C8-FEFE-C32D-5063-01E2040C5357}"/>
                </a:ext>
              </a:extLst>
            </p:cNvPr>
            <p:cNvSpPr/>
            <p:nvPr/>
          </p:nvSpPr>
          <p:spPr>
            <a:xfrm>
              <a:off x="2248453" y="4733386"/>
              <a:ext cx="2024311" cy="153233"/>
            </a:xfrm>
            <a:prstGeom prst="roundRect">
              <a:avLst/>
            </a:prstGeom>
            <a:noFill/>
            <a:ln>
              <a:noFill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defTabSz="914400" rtl="0" eaLnBrk="0" fontAlgn="auto" latinLnBrk="1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kumimoji="1" lang="ko-KR" altLang="en-US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자동화 전 </a:t>
              </a:r>
              <a:r>
                <a:rPr kumimoji="1" lang="en-US" altLang="ko-KR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Manual </a:t>
              </a:r>
              <a:r>
                <a:rPr kumimoji="1" lang="ko-KR" altLang="en-US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운영</a:t>
              </a:r>
              <a:r>
                <a:rPr kumimoji="1" lang="en-US" altLang="ko-KR" sz="900" b="0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 </a:t>
              </a:r>
            </a:p>
          </p:txBody>
        </p:sp>
        <p:sp>
          <p:nvSpPr>
            <p:cNvPr id="132" name="모서리가 둥근 직사각형 581">
              <a:extLst>
                <a:ext uri="{FF2B5EF4-FFF2-40B4-BE49-F238E27FC236}">
                  <a16:creationId xmlns:a16="http://schemas.microsoft.com/office/drawing/2014/main" id="{5ECD020A-2B0E-C4CE-EE4F-0BE709852353}"/>
                </a:ext>
              </a:extLst>
            </p:cNvPr>
            <p:cNvSpPr/>
            <p:nvPr/>
          </p:nvSpPr>
          <p:spPr>
            <a:xfrm>
              <a:off x="2248452" y="4913305"/>
              <a:ext cx="2167873" cy="153233"/>
            </a:xfrm>
            <a:prstGeom prst="roundRect">
              <a:avLst/>
            </a:prstGeom>
            <a:noFill/>
            <a:ln>
              <a:noFill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defTabSz="914400" rtl="0" eaLnBrk="0" fontAlgn="auto" latinLnBrk="1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kumimoji="1" lang="ko-KR" altLang="en-US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현장 방문 시 </a:t>
              </a:r>
              <a:r>
                <a:rPr kumimoji="1" lang="en-US" altLang="ko-KR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Manual </a:t>
              </a:r>
              <a:r>
                <a:rPr kumimoji="1" lang="ko-KR" altLang="en-US" sz="900">
                  <a:solidFill>
                    <a:srgbClr val="0066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운영 확산 도시 협의 예정</a:t>
              </a:r>
              <a:endPara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5DC05683-3AE6-8031-0DB7-0D0F129816C0}"/>
              </a:ext>
            </a:extLst>
          </p:cNvPr>
          <p:cNvGrpSpPr/>
          <p:nvPr/>
        </p:nvGrpSpPr>
        <p:grpSpPr>
          <a:xfrm>
            <a:off x="5314328" y="4264463"/>
            <a:ext cx="4529152" cy="628884"/>
            <a:chOff x="3640288" y="4580846"/>
            <a:chExt cx="4529152" cy="628884"/>
          </a:xfrm>
        </p:grpSpPr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7B53D807-F6B2-AD61-D35E-FD9B6F17AAB3}"/>
                </a:ext>
              </a:extLst>
            </p:cNvPr>
            <p:cNvSpPr/>
            <p:nvPr/>
          </p:nvSpPr>
          <p:spPr>
            <a:xfrm>
              <a:off x="3765275" y="4809620"/>
              <a:ext cx="440416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글로벌 적용 시스템 개발을 목표로 </a:t>
              </a:r>
              <a: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Task 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발족</a:t>
              </a:r>
              <a:b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</a:br>
              <a: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- 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미국 운영현황 점검 및 도시 확대를 위한 현장 활동 </a:t>
              </a:r>
              <a: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(5</a:t>
              </a:r>
              <a:r>
                <a:rPr lang="ko-KR" altLang="en-US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월</a:t>
              </a:r>
              <a:r>
                <a:rPr lang="en-US" altLang="ko-KR" sz="1000" kern="0">
                  <a:solidFill>
                    <a:srgbClr val="000000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)</a:t>
              </a:r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5DDCA167-2CB2-A40A-86F1-D8640438E00F}"/>
                </a:ext>
              </a:extLst>
            </p:cNvPr>
            <p:cNvSpPr/>
            <p:nvPr/>
          </p:nvSpPr>
          <p:spPr>
            <a:xfrm>
              <a:off x="3640288" y="4580846"/>
              <a:ext cx="4142160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marR="0" lvl="0" indent="-17145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글로벌 이관 프로세스개선 시스템 개발 </a:t>
              </a:r>
              <a:r>
                <a:rPr kumimoji="0" lang="en-US" altLang="ko-KR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Task </a:t>
              </a:r>
              <a:r>
                <a:rPr kumimoji="0" lang="ko-KR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착수</a:t>
              </a:r>
              <a:endPara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40" name="실행 단추: 앞으로 또는 다음으로 이동 139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89757F8-F486-D392-B9D2-4E75EE91F9F1}"/>
              </a:ext>
            </a:extLst>
          </p:cNvPr>
          <p:cNvSpPr>
            <a:spLocks noChangeAspect="1"/>
          </p:cNvSpPr>
          <p:nvPr/>
        </p:nvSpPr>
        <p:spPr>
          <a:xfrm>
            <a:off x="9175551" y="2022286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실행 단추: 앞으로 또는 다음으로 이동 140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66EA12A3-74E8-AD38-6EC4-54B84EAAD526}"/>
              </a:ext>
            </a:extLst>
          </p:cNvPr>
          <p:cNvSpPr>
            <a:spLocks noChangeAspect="1"/>
          </p:cNvSpPr>
          <p:nvPr/>
        </p:nvSpPr>
        <p:spPr>
          <a:xfrm>
            <a:off x="7385408" y="3536461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실행 단추: 앞으로 또는 다음으로 이동 141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4BA3C810-40C0-9C6A-F184-8FA34C03D1F8}"/>
              </a:ext>
            </a:extLst>
          </p:cNvPr>
          <p:cNvSpPr>
            <a:spLocks noChangeAspect="1"/>
          </p:cNvSpPr>
          <p:nvPr/>
        </p:nvSpPr>
        <p:spPr>
          <a:xfrm>
            <a:off x="8549190" y="4330962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93238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A3B51D-0B11-303E-D028-95A70345C1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Box 17">
            <a:extLst>
              <a:ext uri="{FF2B5EF4-FFF2-40B4-BE49-F238E27FC236}">
                <a16:creationId xmlns:a16="http://schemas.microsoft.com/office/drawing/2014/main" id="{4C1612E1-9F04-B7CF-381F-B344FA2741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0210" y="5585075"/>
            <a:ext cx="3596861" cy="204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88900" marR="0" lvl="0" indent="-88900" algn="l" defTabSz="914400" rtl="0" eaLnBrk="1" fontAlgn="base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§"/>
              <a:tabLst>
                <a:tab pos="134938" algn="l"/>
              </a:tabLst>
              <a:defRPr/>
            </a:pPr>
            <a:r>
              <a:rPr lang="ko-KR" altLang="en-US" sz="1200" spc="-40">
                <a:latin typeface="Arial Narrow"/>
                <a:ea typeface="LG스마트체 Regular"/>
              </a:rPr>
              <a:t>수리 </a:t>
            </a:r>
            <a:r>
              <a:rPr lang="en-US" altLang="ko-KR" sz="1200" spc="-40">
                <a:latin typeface="Arial Narrow"/>
                <a:ea typeface="LG스마트체 Regular"/>
              </a:rPr>
              <a:t>T-NPS </a:t>
            </a:r>
            <a:r>
              <a:rPr lang="ko-KR" altLang="en-US" sz="1200" spc="-40">
                <a:latin typeface="Arial Narrow"/>
                <a:ea typeface="LG스마트체 Regular"/>
              </a:rPr>
              <a:t>설문지 개선</a:t>
            </a:r>
            <a:endParaRPr kumimoji="0" lang="ko-KR" altLang="en-US" sz="1200" b="1" i="0" u="none" strike="noStrike" kern="1200" cap="none" spc="-4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73A1D660-5DA3-1072-237A-69343741B3EC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2673EB1-30BB-728D-D0F5-59CF940BE6E6}"/>
              </a:ext>
            </a:extLst>
          </p:cNvPr>
          <p:cNvSpPr txBox="1"/>
          <p:nvPr/>
        </p:nvSpPr>
        <p:spPr>
          <a:xfrm>
            <a:off x="67622" y="48141"/>
            <a:ext cx="255839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T-NPS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활동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3973C45-F532-1E69-E245-AB732B7FD516}"/>
              </a:ext>
            </a:extLst>
          </p:cNvPr>
          <p:cNvSpPr txBox="1"/>
          <p:nvPr/>
        </p:nvSpPr>
        <p:spPr>
          <a:xfrm>
            <a:off x="591229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4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863485F3-E72A-6BFC-B8A0-204A9F61FEF9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704355" y="999654"/>
            <a:ext cx="1393523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algn="ctr" eaLnBrk="1" fontAlgn="base" latinLnBrk="0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3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 charset="0"/>
              </a:rPr>
              <a:t>해외 수리 </a:t>
            </a:r>
            <a:r>
              <a:rPr lang="en-US" altLang="ko-KR" sz="13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 charset="0"/>
              </a:rPr>
              <a:t>T-NPS</a:t>
            </a:r>
            <a:r>
              <a:rPr lang="ko-KR" altLang="en-US" sz="13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 charset="0"/>
              </a:rPr>
              <a:t> 현황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B306C9D-CBF7-CE40-3C24-FDD98B87EF30}"/>
              </a:ext>
            </a:extLst>
          </p:cNvPr>
          <p:cNvCxnSpPr>
            <a:cxnSpLocks/>
          </p:cNvCxnSpPr>
          <p:nvPr/>
        </p:nvCxnSpPr>
        <p:spPr>
          <a:xfrm>
            <a:off x="1140316" y="1258922"/>
            <a:ext cx="4521600" cy="0"/>
          </a:xfrm>
          <a:prstGeom prst="line">
            <a:avLst/>
          </a:prstGeom>
          <a:noFill/>
          <a:ln w="317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  <p:sp>
        <p:nvSpPr>
          <p:cNvPr id="6" name="Rectangle 2">
            <a:extLst>
              <a:ext uri="{FF2B5EF4-FFF2-40B4-BE49-F238E27FC236}">
                <a16:creationId xmlns:a16="http://schemas.microsoft.com/office/drawing/2014/main" id="{F745E2B1-9BA6-0FDA-5361-6B76243DBF9E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187730" y="999654"/>
            <a:ext cx="621965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defTabSz="957263" eaLnBrk="0" hangingPunct="0"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algn="ctr" eaLnBrk="1" fontAlgn="base" latinLnBrk="0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300" b="1">
                <a:solidFill>
                  <a:prstClr val="black"/>
                </a:solidFill>
                <a:latin typeface="Arial Narrow"/>
                <a:ea typeface="LG스마트체 Regular" panose="020B0600000101010101" pitchFamily="50" charset="-127"/>
                <a:cs typeface="Arial" charset="0"/>
              </a:rPr>
              <a:t>개선 활동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BBB3D10D-0513-7474-EE07-7CC389FEC074}"/>
              </a:ext>
            </a:extLst>
          </p:cNvPr>
          <p:cNvCxnSpPr>
            <a:cxnSpLocks/>
          </p:cNvCxnSpPr>
          <p:nvPr/>
        </p:nvCxnSpPr>
        <p:spPr>
          <a:xfrm>
            <a:off x="6237912" y="1258922"/>
            <a:ext cx="4521600" cy="0"/>
          </a:xfrm>
          <a:prstGeom prst="line">
            <a:avLst/>
          </a:prstGeom>
          <a:noFill/>
          <a:ln w="317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  <p:sp>
        <p:nvSpPr>
          <p:cNvPr id="8" name="Text Box 17">
            <a:extLst>
              <a:ext uri="{FF2B5EF4-FFF2-40B4-BE49-F238E27FC236}">
                <a16:creationId xmlns:a16="http://schemas.microsoft.com/office/drawing/2014/main" id="{2E2279A3-2757-5675-4C9B-75AF58BBE6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0210" y="1589009"/>
            <a:ext cx="3596861" cy="204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88900" indent="-88900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spc="-40">
                <a:latin typeface="Arial Narrow"/>
                <a:ea typeface="LG스마트체 Regular"/>
              </a:rPr>
              <a:t>해외 수리 </a:t>
            </a:r>
            <a:r>
              <a:rPr lang="en-US" altLang="ko-KR" sz="1200" spc="-40">
                <a:latin typeface="Arial Narrow"/>
                <a:ea typeface="LG스마트체 Regular"/>
              </a:rPr>
              <a:t>T-NPS</a:t>
            </a:r>
            <a:r>
              <a:rPr lang="ko-KR" altLang="en-US" sz="1200" spc="-40">
                <a:latin typeface="Arial Narrow"/>
                <a:ea typeface="LG스마트체 Regular"/>
              </a:rPr>
              <a:t> </a:t>
            </a:r>
            <a:r>
              <a:rPr lang="en-US" altLang="ko-KR" sz="1200" spc="-40">
                <a:latin typeface="Arial Narrow"/>
                <a:ea typeface="LG스마트체 Regular"/>
              </a:rPr>
              <a:t>Visibility</a:t>
            </a:r>
            <a:r>
              <a:rPr lang="ko-KR" altLang="en-US" sz="1200" spc="-40">
                <a:latin typeface="Arial Narrow"/>
                <a:ea typeface="LG스마트체 Regular"/>
              </a:rPr>
              <a:t> 확보  </a:t>
            </a:r>
            <a:endParaRPr kumimoji="0" lang="ko-KR" altLang="en-US" sz="1200" b="1" i="0" u="none" strike="noStrike" kern="1200" cap="none" spc="-4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9" name="Text Box 17">
            <a:extLst>
              <a:ext uri="{FF2B5EF4-FFF2-40B4-BE49-F238E27FC236}">
                <a16:creationId xmlns:a16="http://schemas.microsoft.com/office/drawing/2014/main" id="{A9A1EA22-D270-A89A-6C0B-4090CC2996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2005" y="1862280"/>
            <a:ext cx="4725407" cy="420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None/>
              <a:tabLst>
                <a:tab pos="134938" algn="l"/>
              </a:tabLst>
              <a:defRPr/>
            </a:pP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- 1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분기 글로벌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N/W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컨퍼런스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(4/15)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활용 </a:t>
            </a:r>
            <a:r>
              <a:rPr lang="ko-KR" altLang="en-US" b="0" err="1">
                <a:solidFill>
                  <a:schemeClr val="tx1"/>
                </a:solidFill>
                <a:latin typeface="Arial Narrow"/>
                <a:ea typeface="LG스마트체 Regular"/>
              </a:rPr>
              <a:t>데이터마트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 분석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Tool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사용법 교육 및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f/b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청취</a:t>
            </a:r>
            <a:br>
              <a:rPr lang="en-US" altLang="ko-KR" b="0">
                <a:latin typeface="Arial Narrow"/>
                <a:ea typeface="LG스마트체 Regular"/>
              </a:rPr>
            </a:b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-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법인 분석 용이성 개선을 위한 </a:t>
            </a:r>
            <a:r>
              <a:rPr lang="ko-KR" altLang="en-US" b="0" err="1">
                <a:solidFill>
                  <a:schemeClr val="tx1"/>
                </a:solidFill>
                <a:latin typeface="Arial Narrow"/>
                <a:ea typeface="LG스마트체 Regular"/>
              </a:rPr>
              <a:t>데이터마트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 내 수리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T-NPS DB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구조 개선 </a:t>
            </a:r>
            <a:endParaRPr lang="en-US">
              <a:solidFill>
                <a:schemeClr val="tx1"/>
              </a:solidFill>
            </a:endParaRPr>
          </a:p>
        </p:txBody>
      </p:sp>
      <p:sp>
        <p:nvSpPr>
          <p:cNvPr id="10" name="Text Box 17">
            <a:extLst>
              <a:ext uri="{FF2B5EF4-FFF2-40B4-BE49-F238E27FC236}">
                <a16:creationId xmlns:a16="http://schemas.microsoft.com/office/drawing/2014/main" id="{9187D0B5-54F4-D357-E4B1-75DCCDD5B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0210" y="2371330"/>
            <a:ext cx="3596861" cy="204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88900" marR="0" lvl="0" indent="-88900" algn="l" defTabSz="914400" rtl="0" eaLnBrk="1" fontAlgn="base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§"/>
              <a:tabLst>
                <a:tab pos="134938" algn="l"/>
              </a:tabLst>
              <a:defRPr/>
            </a:pPr>
            <a:r>
              <a:rPr lang="ko-KR" altLang="en-US" sz="1200" spc="-40">
                <a:latin typeface="Arial Narrow"/>
                <a:ea typeface="LG스마트체 Regular"/>
              </a:rPr>
              <a:t>법인 </a:t>
            </a:r>
            <a:r>
              <a:rPr lang="en-US" altLang="ko-KR" sz="1200" spc="-40">
                <a:latin typeface="Arial Narrow"/>
                <a:ea typeface="LG스마트체 Regular"/>
              </a:rPr>
              <a:t>T-NPS</a:t>
            </a:r>
            <a:r>
              <a:rPr lang="ko-KR" altLang="en-US" sz="1200" spc="-40">
                <a:latin typeface="Arial Narrow"/>
                <a:ea typeface="LG스마트체 Regular"/>
              </a:rPr>
              <a:t> 분석 업무 효율화 지원  </a:t>
            </a:r>
            <a:endParaRPr kumimoji="0" lang="ko-KR" altLang="en-US" sz="1200" b="1" i="0" u="none" strike="noStrike" kern="1200" cap="none" spc="-4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11" name="Text Box 17">
            <a:extLst>
              <a:ext uri="{FF2B5EF4-FFF2-40B4-BE49-F238E27FC236}">
                <a16:creationId xmlns:a16="http://schemas.microsoft.com/office/drawing/2014/main" id="{827734A8-6AB2-69C1-0E77-A6E1E1F52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2005" y="2644601"/>
            <a:ext cx="4725407" cy="200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None/>
              <a:tabLst>
                <a:tab pos="134938" algn="l"/>
              </a:tabLst>
              <a:defRPr/>
            </a:pP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-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법인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그룹 구분에 따른 지원 전략 수립 및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D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그룹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in-depth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분석 지원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13" name="Text Box 17">
            <a:extLst>
              <a:ext uri="{FF2B5EF4-FFF2-40B4-BE49-F238E27FC236}">
                <a16:creationId xmlns:a16="http://schemas.microsoft.com/office/drawing/2014/main" id="{7FFA4E2C-769A-F089-A926-66A8AE0DE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2005" y="5858346"/>
            <a:ext cx="4725407" cy="4165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indent="0" fontAlgn="base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>
                <a:tab pos="134938" algn="l"/>
              </a:tabLst>
              <a:defRPr kumimoji="0" sz="1100" b="1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5pPr>
            <a:lvl6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6pPr>
            <a:lvl7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7pPr>
            <a:lvl8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8pPr>
            <a:lvl9pPr>
              <a:defRPr kumimoji="1" sz="1300" b="1"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None/>
              <a:tabLst>
                <a:tab pos="134938" algn="l"/>
              </a:tabLst>
              <a:defRPr/>
            </a:pP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-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고객 응답 편의성 및 핵심 개선 영역 발굴을 위한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Renewal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진행중​</a:t>
            </a:r>
            <a:b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</a:b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-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 상담 항목 설계 완료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(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구조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문항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)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및 법인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Pilot 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결과 반영을 통한 최종안 확정 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(7</a:t>
            </a:r>
            <a:r>
              <a:rPr lang="ko-KR" altLang="en-US" b="0">
                <a:solidFill>
                  <a:schemeClr val="tx1"/>
                </a:solidFill>
                <a:latin typeface="Arial Narrow"/>
                <a:ea typeface="LG스마트체 Regular"/>
              </a:rPr>
              <a:t>월</a:t>
            </a:r>
            <a:r>
              <a:rPr lang="en-US" altLang="ko-KR" b="0">
                <a:solidFill>
                  <a:schemeClr val="tx1"/>
                </a:solidFill>
                <a:latin typeface="Arial Narrow"/>
                <a:ea typeface="LG스마트체 Regular"/>
              </a:rPr>
              <a:t>) ​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17" name="실행 단추: 앞으로 또는 다음으로 이동 16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FBBECE94-7F74-D9FC-FBC4-E1BB6508CFD8}"/>
              </a:ext>
            </a:extLst>
          </p:cNvPr>
          <p:cNvSpPr>
            <a:spLocks noChangeAspect="1"/>
          </p:cNvSpPr>
          <p:nvPr/>
        </p:nvSpPr>
        <p:spPr>
          <a:xfrm>
            <a:off x="7890224" y="5625734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실행 단추: 앞으로 또는 다음으로 이동 17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2E9C2DAC-59C3-7B57-F95C-A207A599B6A7}"/>
              </a:ext>
            </a:extLst>
          </p:cNvPr>
          <p:cNvSpPr>
            <a:spLocks noChangeAspect="1"/>
          </p:cNvSpPr>
          <p:nvPr/>
        </p:nvSpPr>
        <p:spPr>
          <a:xfrm>
            <a:off x="10207016" y="2689495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43B58D7-47FF-1EC7-68D6-541307D36A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0085489"/>
              </p:ext>
            </p:extLst>
          </p:nvPr>
        </p:nvGraphicFramePr>
        <p:xfrm>
          <a:off x="1140316" y="1589009"/>
          <a:ext cx="4521600" cy="44776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2160">
                  <a:extLst>
                    <a:ext uri="{9D8B030D-6E8A-4147-A177-3AD203B41FA5}">
                      <a16:colId xmlns:a16="http://schemas.microsoft.com/office/drawing/2014/main" val="2790014913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3935430728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2698825431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3459892007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183342482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1082598063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2205075086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1635395240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1080842721"/>
                    </a:ext>
                  </a:extLst>
                </a:gridCol>
                <a:gridCol w="452160">
                  <a:extLst>
                    <a:ext uri="{9D8B030D-6E8A-4147-A177-3AD203B41FA5}">
                      <a16:colId xmlns:a16="http://schemas.microsoft.com/office/drawing/2014/main" val="4266022574"/>
                    </a:ext>
                  </a:extLst>
                </a:gridCol>
              </a:tblGrid>
              <a:tr h="1145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지역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법인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그룹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’</a:t>
                      </a:r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25 4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650" b="1" u="none" strike="noStrike"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누적</a:t>
                      </a:r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’26</a:t>
                      </a:r>
                      <a:endParaRPr 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전년비</a:t>
                      </a:r>
                      <a:b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(%</a:t>
                      </a:r>
                      <a:r>
                        <a:rPr 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p)</a:t>
                      </a:r>
                      <a:endParaRPr 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58753"/>
                  </a:ext>
                </a:extLst>
              </a:tr>
              <a:tr h="114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누적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9891064"/>
                  </a:ext>
                </a:extLst>
              </a:tr>
              <a:tr h="118017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해외 </a:t>
                      </a:r>
                      <a:r>
                        <a:rPr 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Total</a:t>
                      </a:r>
                      <a:endParaRPr 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0.9%p↓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19307"/>
                  </a:ext>
                </a:extLst>
              </a:tr>
              <a:tr h="118017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북미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미국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7917290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캐나다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33878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022904"/>
                  </a:ext>
                </a:extLst>
              </a:tr>
              <a:tr h="118017">
                <a:tc rowSpan="8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/>
                          <a:ea typeface="LG스마트체 Regular" panose="020B0600000101010101" pitchFamily="50" charset="-127"/>
                          <a:cs typeface="+mn-cs"/>
                        </a:rPr>
                        <a:t>유럽</a:t>
                      </a:r>
                      <a:endParaRPr kumimoji="0" lang="ko-KR" altLang="en-US" sz="6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독일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9940501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스페인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97989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프랑스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8403492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이탈리아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73991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헝가리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1012284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폴란드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83.0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82.8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9654158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영국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0.4%p↑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680551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669565"/>
                  </a:ext>
                </a:extLst>
              </a:tr>
              <a:tr h="118017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이시아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6048989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중국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302870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인도네시아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84.5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83.9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913767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싱가포르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933679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태국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5554198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대만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8757167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베트남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0.6%p↓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604710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83.7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82.1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109749"/>
                  </a:ext>
                </a:extLst>
              </a:tr>
              <a:tr h="11801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인도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INDIA</a:t>
                      </a:r>
                      <a:endParaRPr 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83.4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84.0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6652159"/>
                  </a:ext>
                </a:extLst>
              </a:tr>
              <a:tr h="118017">
                <a:tc rowSpan="7">
                  <a:txBody>
                    <a:bodyPr/>
                    <a:lstStyle/>
                    <a:p>
                      <a:pPr algn="ctr" latinLnBrk="1"/>
                      <a:r>
                        <a:rPr lang="ko-KR" altLang="en-US" sz="650" b="1"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중남미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콜롬비아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0460805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칠레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796979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멕시코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5599349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페루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490276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파나마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0.8%p↓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7298207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브라질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493977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9564285"/>
                  </a:ext>
                </a:extLst>
              </a:tr>
              <a:tr h="118017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중아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알제리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63.6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4199001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이집트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330865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모로코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467707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남아공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211325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튀르키예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8.0%p↓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442063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409186"/>
                  </a:ext>
                </a:extLst>
              </a:tr>
              <a:tr h="11801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50" b="1"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CIS</a:t>
                      </a:r>
                      <a:endParaRPr lang="ko-KR" altLang="en-US" sz="650" b="1"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러시아</a:t>
                      </a:r>
                      <a:endParaRPr lang="ko-KR" altLang="en-US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0.8%p↑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7020236"/>
                  </a:ext>
                </a:extLst>
              </a:tr>
              <a:tr h="1180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50" b="1" u="none" strike="noStrike">
                          <a:effectLst/>
                          <a:latin typeface="Arial Narrow" panose="020B0606020202030204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/>
                        <a:ea typeface="LG스마트체 Regular" panose="020B0600000101010101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72.2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5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65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6.2%p↑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5116380"/>
                  </a:ext>
                </a:extLst>
              </a:tr>
            </a:tbl>
          </a:graphicData>
        </a:graphic>
      </p:graphicFrame>
      <p:pic>
        <p:nvPicPr>
          <p:cNvPr id="25" name="그림 24">
            <a:extLst>
              <a:ext uri="{FF2B5EF4-FFF2-40B4-BE49-F238E27FC236}">
                <a16:creationId xmlns:a16="http://schemas.microsoft.com/office/drawing/2014/main" id="{9C7A0808-C913-E80D-1A1B-9A94E666BCD0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5217791" y="1692894"/>
            <a:ext cx="396000" cy="376317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7C640502-779C-B658-CE3A-99F3757CF4C6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1857825"/>
            <a:ext cx="265181" cy="25200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D3F9DECD-5309-5763-F025-271409D36A7F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2326108"/>
            <a:ext cx="265181" cy="252000"/>
          </a:xfrm>
          <a:prstGeom prst="rect">
            <a:avLst/>
          </a:prstGeom>
        </p:spPr>
      </p:pic>
      <p:sp>
        <p:nvSpPr>
          <p:cNvPr id="3" name="실행 단추: 앞으로 또는 다음으로 이동 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EA1BAC5D-39CA-5482-B804-C779294FE6D5}"/>
              </a:ext>
            </a:extLst>
          </p:cNvPr>
          <p:cNvSpPr>
            <a:spLocks noChangeAspect="1"/>
          </p:cNvSpPr>
          <p:nvPr/>
        </p:nvSpPr>
        <p:spPr>
          <a:xfrm>
            <a:off x="11178366" y="1908460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4CFCE55C-3EB9-146A-E10B-1158D359DA65}"/>
              </a:ext>
            </a:extLst>
          </p:cNvPr>
          <p:cNvGraphicFramePr>
            <a:graphicFrameLocks noGrp="1"/>
          </p:cNvGraphicFramePr>
          <p:nvPr/>
        </p:nvGraphicFramePr>
        <p:xfrm>
          <a:off x="6923069" y="3000797"/>
          <a:ext cx="3151286" cy="2395501"/>
        </p:xfrm>
        <a:graphic>
          <a:graphicData uri="http://schemas.openxmlformats.org/drawingml/2006/table">
            <a:tbl>
              <a:tblPr/>
              <a:tblGrid>
                <a:gridCol w="282919">
                  <a:extLst>
                    <a:ext uri="{9D8B030D-6E8A-4147-A177-3AD203B41FA5}">
                      <a16:colId xmlns:a16="http://schemas.microsoft.com/office/drawing/2014/main" val="341318764"/>
                    </a:ext>
                  </a:extLst>
                </a:gridCol>
                <a:gridCol w="282919">
                  <a:extLst>
                    <a:ext uri="{9D8B030D-6E8A-4147-A177-3AD203B41FA5}">
                      <a16:colId xmlns:a16="http://schemas.microsoft.com/office/drawing/2014/main" val="3477073090"/>
                    </a:ext>
                  </a:extLst>
                </a:gridCol>
                <a:gridCol w="646362">
                  <a:extLst>
                    <a:ext uri="{9D8B030D-6E8A-4147-A177-3AD203B41FA5}">
                      <a16:colId xmlns:a16="http://schemas.microsoft.com/office/drawing/2014/main" val="2365493406"/>
                    </a:ext>
                  </a:extLst>
                </a:gridCol>
                <a:gridCol w="646362">
                  <a:extLst>
                    <a:ext uri="{9D8B030D-6E8A-4147-A177-3AD203B41FA5}">
                      <a16:colId xmlns:a16="http://schemas.microsoft.com/office/drawing/2014/main" val="1188578734"/>
                    </a:ext>
                  </a:extLst>
                </a:gridCol>
                <a:gridCol w="646362">
                  <a:extLst>
                    <a:ext uri="{9D8B030D-6E8A-4147-A177-3AD203B41FA5}">
                      <a16:colId xmlns:a16="http://schemas.microsoft.com/office/drawing/2014/main" val="2801669361"/>
                    </a:ext>
                  </a:extLst>
                </a:gridCol>
                <a:gridCol w="646362">
                  <a:extLst>
                    <a:ext uri="{9D8B030D-6E8A-4147-A177-3AD203B41FA5}">
                      <a16:colId xmlns:a16="http://schemas.microsoft.com/office/drawing/2014/main" val="474349273"/>
                    </a:ext>
                  </a:extLst>
                </a:gridCol>
              </a:tblGrid>
              <a:tr h="282919">
                <a:tc rowSpan="2"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Group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834" marR="7834" marT="783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점수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834" marR="7834" marT="7834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3944870"/>
                  </a:ext>
                </a:extLst>
              </a:tr>
              <a:tr h="282919">
                <a:tc gridSpan="2"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(80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</a:t>
                      </a:r>
                    </a:p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(70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</a:t>
                      </a:r>
                    </a:p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(60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1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</a:t>
                      </a:r>
                    </a:p>
                    <a:p>
                      <a:pPr algn="ctr" fontAlgn="ctr">
                        <a:lnSpc>
                          <a:spcPct val="110000"/>
                        </a:lnSpc>
                      </a:pP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2490258"/>
                  </a:ext>
                </a:extLst>
              </a:tr>
              <a:tr h="31265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비중</a:t>
                      </a:r>
                      <a:br>
                        <a:rPr lang="en-US" altLang="ko-KR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600" b="0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응답건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7834" marR="7834" marT="7834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b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(5%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인도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endParaRPr lang="ko-KR" altLang="en-US" sz="6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브라질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8904443"/>
                  </a:ext>
                </a:extLst>
              </a:tr>
              <a:tr h="33904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</a:t>
                      </a:r>
                      <a:b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(2%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중국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대만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베트남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이집트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endParaRPr lang="ko-KR" altLang="en-US" sz="6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스페인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179112"/>
                  </a:ext>
                </a:extLst>
              </a:tr>
              <a:tr h="33904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</a:t>
                      </a:r>
                      <a:b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(1%</a:t>
                      </a:r>
                      <a:r>
                        <a:rPr lang="ko-KR" altLang="en-US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r>
                        <a:rPr lang="en-US" altLang="ko-KR" sz="6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인도네시아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싱가포르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태국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튀르키예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필리핀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캐나다</a:t>
                      </a:r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칠레</a:t>
                      </a:r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페루</a:t>
                      </a:r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파나마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콜롬비아</a:t>
                      </a:r>
                      <a:r>
                        <a:rPr lang="en-US" altLang="ko-KR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</a:p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1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멕시코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4616501"/>
                  </a:ext>
                </a:extLst>
              </a:tr>
              <a:tr h="83892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30000"/>
                        </a:lnSpc>
                      </a:pPr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카자흐스탄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헝가리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폴란드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독일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그리스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모로코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포르투갈　　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아르헨티나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알제리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베네룩스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체코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프랑스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홍콩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이탈리아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러시아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남아공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일본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라트비아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말레이시아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루마니아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스웨덴</a:t>
                      </a:r>
                      <a: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br>
                        <a:rPr lang="en-US" altLang="ko-KR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영국</a:t>
                      </a:r>
                    </a:p>
                  </a:txBody>
                  <a:tcPr marL="4990" marR="4990" marT="4990" marB="0" anchor="ctr">
                    <a:lnL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182768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AF7C0151-6092-DD48-2BE6-9B6E1A1B40C0}"/>
              </a:ext>
            </a:extLst>
          </p:cNvPr>
          <p:cNvSpPr/>
          <p:nvPr/>
        </p:nvSpPr>
        <p:spPr>
          <a:xfrm>
            <a:off x="9395129" y="3252997"/>
            <a:ext cx="713633" cy="1336275"/>
          </a:xfrm>
          <a:prstGeom prst="rect">
            <a:avLst/>
          </a:prstGeom>
          <a:noFill/>
          <a:ln w="1905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B31BF59-7FEB-4DD4-4583-723C93CE53B5}"/>
              </a:ext>
            </a:extLst>
          </p:cNvPr>
          <p:cNvSpPr/>
          <p:nvPr/>
        </p:nvSpPr>
        <p:spPr>
          <a:xfrm>
            <a:off x="8747886" y="3217622"/>
            <a:ext cx="1399672" cy="2210479"/>
          </a:xfrm>
          <a:prstGeom prst="rect">
            <a:avLst/>
          </a:prstGeom>
          <a:noFill/>
          <a:ln w="19050" cap="flat" cmpd="sng" algn="ctr">
            <a:solidFill>
              <a:srgbClr val="FFC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모서리가 둥근 직사각형 47">
            <a:extLst>
              <a:ext uri="{FF2B5EF4-FFF2-40B4-BE49-F238E27FC236}">
                <a16:creationId xmlns:a16="http://schemas.microsoft.com/office/drawing/2014/main" id="{57380F4B-B57C-4A98-6CEA-AB833650E16A}"/>
              </a:ext>
            </a:extLst>
          </p:cNvPr>
          <p:cNvSpPr/>
          <p:nvPr/>
        </p:nvSpPr>
        <p:spPr>
          <a:xfrm>
            <a:off x="10044641" y="5902277"/>
            <a:ext cx="1760009" cy="153233"/>
          </a:xfrm>
          <a:prstGeom prst="roundRect">
            <a:avLst/>
          </a:prstGeom>
          <a:noFill/>
          <a:ln w="19050" cap="flat" cmpd="sng" algn="ctr">
            <a:noFill/>
            <a:prstDash val="solid"/>
          </a:ln>
          <a:effectLst/>
        </p:spPr>
        <p:txBody>
          <a:bodyPr wrap="square" lIns="36000" tIns="0" rIns="36000" bIns="0" rtlCol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NPS</a:t>
            </a:r>
            <a:r>
              <a:rPr kumimoji="1"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랩 논의 </a:t>
            </a:r>
            <a:r>
              <a:rPr kumimoji="1"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(3/17, 3/31, 4/1, 4/28)</a:t>
            </a:r>
            <a:endParaRPr kumimoji="1" lang="en-US" altLang="ko-KR" sz="9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33768D4E-98BD-D70D-6B88-E2EB902C8D80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2914717"/>
            <a:ext cx="265181" cy="252000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21E6F56A-9E36-7D66-C7D9-E3CE7370FCB7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3154705"/>
            <a:ext cx="265181" cy="252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4F765911-CAB4-79B0-3E6C-BEED3EC3A446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4214774"/>
            <a:ext cx="265181" cy="252000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4335267E-A732-0450-9E6E-4AB196ECFE2F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010" b="30995"/>
          <a:stretch/>
        </p:blipFill>
        <p:spPr>
          <a:xfrm>
            <a:off x="2136910" y="4453955"/>
            <a:ext cx="265181" cy="25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30426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화살표: 아래쪽 2">
            <a:extLst>
              <a:ext uri="{FF2B5EF4-FFF2-40B4-BE49-F238E27FC236}">
                <a16:creationId xmlns:a16="http://schemas.microsoft.com/office/drawing/2014/main" id="{2DF092CA-A26E-6EB1-833C-ACA425A11A9F}"/>
              </a:ext>
            </a:extLst>
          </p:cNvPr>
          <p:cNvSpPr/>
          <p:nvPr/>
        </p:nvSpPr>
        <p:spPr>
          <a:xfrm>
            <a:off x="4733310" y="5028697"/>
            <a:ext cx="844633" cy="447403"/>
          </a:xfrm>
          <a:prstGeom prst="downArrow">
            <a:avLst>
              <a:gd name="adj1" fmla="val 46113"/>
              <a:gd name="adj2" fmla="val 33571"/>
            </a:avLst>
          </a:pr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Freeform 61">
            <a:extLst>
              <a:ext uri="{FF2B5EF4-FFF2-40B4-BE49-F238E27FC236}">
                <a16:creationId xmlns:a16="http://schemas.microsoft.com/office/drawing/2014/main" id="{C3C1FD92-A51E-E858-E372-8221CA68C0FD}"/>
              </a:ext>
            </a:extLst>
          </p:cNvPr>
          <p:cNvSpPr>
            <a:spLocks/>
          </p:cNvSpPr>
          <p:nvPr/>
        </p:nvSpPr>
        <p:spPr bwMode="auto">
          <a:xfrm>
            <a:off x="3686657" y="1236443"/>
            <a:ext cx="558872" cy="5180652"/>
          </a:xfrm>
          <a:custGeom>
            <a:avLst/>
            <a:gdLst>
              <a:gd name="T0" fmla="*/ 0 w 275"/>
              <a:gd name="T1" fmla="*/ 0 h 4562"/>
              <a:gd name="T2" fmla="*/ 0 w 275"/>
              <a:gd name="T3" fmla="*/ 2147483647 h 4562"/>
              <a:gd name="T4" fmla="*/ 2147483647 w 275"/>
              <a:gd name="T5" fmla="*/ 2147483647 h 4562"/>
              <a:gd name="T6" fmla="*/ 2147483647 w 275"/>
              <a:gd name="T7" fmla="*/ 2147483647 h 4562"/>
              <a:gd name="T8" fmla="*/ 0 w 275"/>
              <a:gd name="T9" fmla="*/ 0 h 45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5"/>
              <a:gd name="T16" fmla="*/ 0 h 4562"/>
              <a:gd name="T17" fmla="*/ 275 w 275"/>
              <a:gd name="T18" fmla="*/ 4562 h 456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5" h="4562">
                <a:moveTo>
                  <a:pt x="0" y="0"/>
                </a:moveTo>
                <a:lnTo>
                  <a:pt x="0" y="4562"/>
                </a:lnTo>
                <a:cubicBezTo>
                  <a:pt x="0" y="4562"/>
                  <a:pt x="64" y="4260"/>
                  <a:pt x="275" y="4096"/>
                </a:cubicBezTo>
                <a:cubicBezTo>
                  <a:pt x="275" y="4096"/>
                  <a:pt x="275" y="2281"/>
                  <a:pt x="275" y="466"/>
                </a:cubicBezTo>
                <a:cubicBezTo>
                  <a:pt x="55" y="310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C0C0C0"/>
              </a:gs>
              <a:gs pos="100000">
                <a:srgbClr val="FFFFFF">
                  <a:alpha val="0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BEBC82-5838-E957-6004-B2045BE1EF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780723"/>
              </p:ext>
            </p:extLst>
          </p:nvPr>
        </p:nvGraphicFramePr>
        <p:xfrm>
          <a:off x="447317" y="984234"/>
          <a:ext cx="3239340" cy="5730240"/>
        </p:xfrm>
        <a:graphic>
          <a:graphicData uri="http://schemas.openxmlformats.org/drawingml/2006/table">
            <a:tbl>
              <a:tblPr/>
              <a:tblGrid>
                <a:gridCol w="548250">
                  <a:extLst>
                    <a:ext uri="{9D8B030D-6E8A-4147-A177-3AD203B41FA5}">
                      <a16:colId xmlns:a16="http://schemas.microsoft.com/office/drawing/2014/main" val="3560733013"/>
                    </a:ext>
                  </a:extLst>
                </a:gridCol>
                <a:gridCol w="506738">
                  <a:extLst>
                    <a:ext uri="{9D8B030D-6E8A-4147-A177-3AD203B41FA5}">
                      <a16:colId xmlns:a16="http://schemas.microsoft.com/office/drawing/2014/main" val="2995764220"/>
                    </a:ext>
                  </a:extLst>
                </a:gridCol>
                <a:gridCol w="546088">
                  <a:extLst>
                    <a:ext uri="{9D8B030D-6E8A-4147-A177-3AD203B41FA5}">
                      <a16:colId xmlns:a16="http://schemas.microsoft.com/office/drawing/2014/main" val="1315969337"/>
                    </a:ext>
                  </a:extLst>
                </a:gridCol>
                <a:gridCol w="546088">
                  <a:extLst>
                    <a:ext uri="{9D8B030D-6E8A-4147-A177-3AD203B41FA5}">
                      <a16:colId xmlns:a16="http://schemas.microsoft.com/office/drawing/2014/main" val="1609214252"/>
                    </a:ext>
                  </a:extLst>
                </a:gridCol>
                <a:gridCol w="546088">
                  <a:extLst>
                    <a:ext uri="{9D8B030D-6E8A-4147-A177-3AD203B41FA5}">
                      <a16:colId xmlns:a16="http://schemas.microsoft.com/office/drawing/2014/main" val="3068968595"/>
                    </a:ext>
                  </a:extLst>
                </a:gridCol>
                <a:gridCol w="546088">
                  <a:extLst>
                    <a:ext uri="{9D8B030D-6E8A-4147-A177-3AD203B41FA5}">
                      <a16:colId xmlns:a16="http://schemas.microsoft.com/office/drawing/2014/main" val="1581183038"/>
                    </a:ext>
                  </a:extLst>
                </a:gridCol>
              </a:tblGrid>
              <a:tr h="1173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지역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도시수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안정적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3~4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  <a:endParaRPr lang="en-US" altLang="ko-KR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4~5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  <a:endParaRPr lang="en-US" altLang="ko-KR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초과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77081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해외 전체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7130679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아시아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205930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86354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홍콩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342872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328923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258403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말련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54824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필리핀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1888599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싱가포르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410859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태국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7777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대만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31601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베트남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980918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CIS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482955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카작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6730522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러시아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3313551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유럽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05573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베네룩스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165388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독일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134501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스페인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422447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프랑스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0903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이태리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854630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헝가리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156721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폴란드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409942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영국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754486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인도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91866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중남미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101519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콜롬비아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4188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칠레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5618026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멕시코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7954200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페루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66783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파나마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785883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브라질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589607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중아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877290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나이지리아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387564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알제리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5588163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케냐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06082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이집트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603002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걸프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1498935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레반트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6087206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모로코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312794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남아공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8314167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사우디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4377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튀르키예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431176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북미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1674034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2545598"/>
                  </a:ext>
                </a:extLst>
              </a:tr>
              <a:tr h="118339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캐나다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4881242"/>
                  </a:ext>
                </a:extLst>
              </a:tr>
            </a:tbl>
          </a:graphicData>
        </a:graphic>
      </p:graphicFrame>
      <p:sp>
        <p:nvSpPr>
          <p:cNvPr id="14" name="양쪽 모서리가 둥근 사각형 119">
            <a:extLst>
              <a:ext uri="{FF2B5EF4-FFF2-40B4-BE49-F238E27FC236}">
                <a16:creationId xmlns:a16="http://schemas.microsoft.com/office/drawing/2014/main" id="{B7F61A32-77E4-9027-10B9-F5743ED44A26}"/>
              </a:ext>
            </a:extLst>
          </p:cNvPr>
          <p:cNvSpPr/>
          <p:nvPr/>
        </p:nvSpPr>
        <p:spPr>
          <a:xfrm>
            <a:off x="3909673" y="988848"/>
            <a:ext cx="2376390" cy="304745"/>
          </a:xfrm>
          <a:prstGeom prst="round2SameRect">
            <a:avLst/>
          </a:prstGeom>
          <a:gradFill>
            <a:gsLst>
              <a:gs pos="0">
                <a:schemeClr val="bg1">
                  <a:lumMod val="65000"/>
                </a:schemeClr>
              </a:gs>
              <a:gs pos="100000">
                <a:schemeClr val="bg1">
                  <a:lumMod val="50000"/>
                </a:schemeClr>
              </a:gs>
            </a:gsLst>
            <a:lin ang="0" scaled="1"/>
          </a:gradFill>
          <a:ln w="31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이하 </a:t>
            </a:r>
            <a:r>
              <a:rPr lang="en-US" altLang="ko-KR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(112</a:t>
            </a:r>
            <a:r>
              <a:rPr lang="ko-KR" altLang="en-US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</a:t>
            </a:r>
            <a:r>
              <a:rPr lang="en-US" altLang="ko-KR" sz="1100" b="1" u="sng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100" b="1" u="sng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양쪽 모서리가 둥근 사각형 119">
            <a:extLst>
              <a:ext uri="{FF2B5EF4-FFF2-40B4-BE49-F238E27FC236}">
                <a16:creationId xmlns:a16="http://schemas.microsoft.com/office/drawing/2014/main" id="{7D42EAA1-9B9A-2BAC-4A2B-26DC880C5B7F}"/>
              </a:ext>
            </a:extLst>
          </p:cNvPr>
          <p:cNvSpPr/>
          <p:nvPr/>
        </p:nvSpPr>
        <p:spPr>
          <a:xfrm>
            <a:off x="6366607" y="995198"/>
            <a:ext cx="2871845" cy="304745"/>
          </a:xfrm>
          <a:prstGeom prst="round2SameRect">
            <a:avLst/>
          </a:prstGeom>
          <a:gradFill>
            <a:gsLst>
              <a:gs pos="0">
                <a:schemeClr val="bg1">
                  <a:lumMod val="65000"/>
                </a:schemeClr>
              </a:gs>
              <a:gs pos="100000">
                <a:schemeClr val="bg1">
                  <a:lumMod val="50000"/>
                </a:schemeClr>
              </a:gs>
            </a:gsLst>
            <a:lin ang="0" scaled="1"/>
          </a:gradFill>
          <a:ln w="31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100" b="1" u="sng">
                <a:solidFill>
                  <a:srgbClr val="FFC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1100" b="1" u="sng">
                <a:solidFill>
                  <a:srgbClr val="FFC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</a:t>
            </a:r>
            <a:r>
              <a:rPr lang="en-US" altLang="ko-KR" sz="1100" b="1" u="sng">
                <a:solidFill>
                  <a:srgbClr val="FFC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(60</a:t>
            </a:r>
            <a:r>
              <a:rPr lang="ko-KR" altLang="en-US" sz="1100" b="1" u="sng">
                <a:solidFill>
                  <a:srgbClr val="FFC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</a:t>
            </a:r>
            <a:r>
              <a:rPr lang="en-US" altLang="ko-KR" sz="1100" b="1" u="sng">
                <a:solidFill>
                  <a:srgbClr val="FFC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100" b="1" u="sng">
              <a:solidFill>
                <a:srgbClr val="FFC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양쪽 모서리가 둥근 사각형 119">
            <a:extLst>
              <a:ext uri="{FF2B5EF4-FFF2-40B4-BE49-F238E27FC236}">
                <a16:creationId xmlns:a16="http://schemas.microsoft.com/office/drawing/2014/main" id="{8C3B0B73-3638-9FB4-A1AA-81735A2CF600}"/>
              </a:ext>
            </a:extLst>
          </p:cNvPr>
          <p:cNvSpPr/>
          <p:nvPr/>
        </p:nvSpPr>
        <p:spPr>
          <a:xfrm>
            <a:off x="9324048" y="995198"/>
            <a:ext cx="2696816" cy="304745"/>
          </a:xfrm>
          <a:prstGeom prst="round2SameRect">
            <a:avLst/>
          </a:prstGeom>
          <a:gradFill>
            <a:gsLst>
              <a:gs pos="0">
                <a:schemeClr val="bg1">
                  <a:lumMod val="65000"/>
                </a:schemeClr>
              </a:gs>
              <a:gs pos="100000">
                <a:schemeClr val="bg1">
                  <a:lumMod val="50000"/>
                </a:schemeClr>
              </a:gs>
            </a:gsLst>
            <a:lin ang="0" scaled="1"/>
          </a:gradFill>
          <a:ln w="31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100" b="1" u="sng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100" b="1" u="sng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초과 </a:t>
            </a:r>
            <a:r>
              <a:rPr lang="en-US" altLang="ko-KR" sz="1100" b="1" u="sng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(8</a:t>
            </a:r>
            <a:r>
              <a:rPr lang="ko-KR" altLang="en-US" sz="1100" b="1" u="sng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</a:t>
            </a:r>
            <a:r>
              <a:rPr lang="en-US" altLang="ko-KR" sz="1100" b="1" u="sng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100" b="1" u="sng">
              <a:solidFill>
                <a:srgbClr val="C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오각형 14">
            <a:extLst>
              <a:ext uri="{FF2B5EF4-FFF2-40B4-BE49-F238E27FC236}">
                <a16:creationId xmlns:a16="http://schemas.microsoft.com/office/drawing/2014/main" id="{C2100428-C9EF-07B1-4C74-39A95F9EAEA8}"/>
              </a:ext>
            </a:extLst>
          </p:cNvPr>
          <p:cNvSpPr/>
          <p:nvPr/>
        </p:nvSpPr>
        <p:spPr>
          <a:xfrm>
            <a:off x="3909673" y="1346200"/>
            <a:ext cx="2376390" cy="5011902"/>
          </a:xfrm>
          <a:prstGeom prst="homePlate">
            <a:avLst>
              <a:gd name="adj" fmla="val 0"/>
            </a:avLst>
          </a:prstGeom>
          <a:noFill/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1"/>
          </a:p>
        </p:txBody>
      </p:sp>
      <p:sp>
        <p:nvSpPr>
          <p:cNvPr id="20" name="오각형 14">
            <a:extLst>
              <a:ext uri="{FF2B5EF4-FFF2-40B4-BE49-F238E27FC236}">
                <a16:creationId xmlns:a16="http://schemas.microsoft.com/office/drawing/2014/main" id="{843A687D-457E-22A5-6EAA-86B6962E7CA7}"/>
              </a:ext>
            </a:extLst>
          </p:cNvPr>
          <p:cNvSpPr/>
          <p:nvPr/>
        </p:nvSpPr>
        <p:spPr>
          <a:xfrm>
            <a:off x="6366607" y="1346200"/>
            <a:ext cx="2871845" cy="5005552"/>
          </a:xfrm>
          <a:prstGeom prst="homePlate">
            <a:avLst>
              <a:gd name="adj" fmla="val 0"/>
            </a:avLst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1"/>
          </a:p>
        </p:txBody>
      </p:sp>
      <p:sp>
        <p:nvSpPr>
          <p:cNvPr id="22" name="오각형 14">
            <a:extLst>
              <a:ext uri="{FF2B5EF4-FFF2-40B4-BE49-F238E27FC236}">
                <a16:creationId xmlns:a16="http://schemas.microsoft.com/office/drawing/2014/main" id="{73E8DCB5-1940-02AD-2876-62652DAA9511}"/>
              </a:ext>
            </a:extLst>
          </p:cNvPr>
          <p:cNvSpPr/>
          <p:nvPr/>
        </p:nvSpPr>
        <p:spPr>
          <a:xfrm>
            <a:off x="9324048" y="1352550"/>
            <a:ext cx="2696816" cy="5005552"/>
          </a:xfrm>
          <a:prstGeom prst="homePlate">
            <a:avLst>
              <a:gd name="adj" fmla="val 0"/>
            </a:avLst>
          </a:prstGeom>
          <a:noFill/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1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DD533E7-E40E-12BF-8946-58CFD65686AA}"/>
              </a:ext>
            </a:extLst>
          </p:cNvPr>
          <p:cNvSpPr txBox="1"/>
          <p:nvPr/>
        </p:nvSpPr>
        <p:spPr>
          <a:xfrm>
            <a:off x="3884537" y="5755941"/>
            <a:ext cx="2441694" cy="2971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연휴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성수기에도 지속 유지 가능한 준비 체계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65321E4-BFE8-46DD-689F-0B301766C3C1}"/>
              </a:ext>
            </a:extLst>
          </p:cNvPr>
          <p:cNvSpPr txBox="1"/>
          <p:nvPr/>
        </p:nvSpPr>
        <p:spPr>
          <a:xfrm>
            <a:off x="6552143" y="5755941"/>
            <a:ext cx="2464136" cy="4871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TV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적극적 전진배치 위한 프로세스 혁신 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                                                          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렌털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,FOC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등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0C36A37-87E5-8C6A-4BA4-EC542CED363E}"/>
              </a:ext>
            </a:extLst>
          </p:cNvPr>
          <p:cNvSpPr txBox="1"/>
          <p:nvPr/>
        </p:nvSpPr>
        <p:spPr>
          <a:xfrm>
            <a:off x="3625697" y="6517013"/>
            <a:ext cx="150393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80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80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국가별 도시별 </a:t>
            </a:r>
            <a:r>
              <a:rPr lang="en-US" altLang="ko-KR" sz="800" b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Trend </a:t>
            </a:r>
            <a:endParaRPr lang="ko-KR" altLang="en-US" sz="800" b="1">
              <a:solidFill>
                <a:schemeClr val="tx1">
                  <a:lumMod val="50000"/>
                  <a:lumOff val="50000"/>
                </a:schemeClr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FC65E1BD-D861-E85A-13B3-7598F599D2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827567"/>
              </p:ext>
            </p:extLst>
          </p:nvPr>
        </p:nvGraphicFramePr>
        <p:xfrm>
          <a:off x="4021973" y="2461273"/>
          <a:ext cx="2164475" cy="975360"/>
        </p:xfrm>
        <a:graphic>
          <a:graphicData uri="http://schemas.openxmlformats.org/drawingml/2006/table">
            <a:tbl>
              <a:tblPr/>
              <a:tblGrid>
                <a:gridCol w="408799">
                  <a:extLst>
                    <a:ext uri="{9D8B030D-6E8A-4147-A177-3AD203B41FA5}">
                      <a16:colId xmlns:a16="http://schemas.microsoft.com/office/drawing/2014/main" val="2233844610"/>
                    </a:ext>
                  </a:extLst>
                </a:gridCol>
                <a:gridCol w="408799">
                  <a:extLst>
                    <a:ext uri="{9D8B030D-6E8A-4147-A177-3AD203B41FA5}">
                      <a16:colId xmlns:a16="http://schemas.microsoft.com/office/drawing/2014/main" val="959356804"/>
                    </a:ext>
                  </a:extLst>
                </a:gridCol>
                <a:gridCol w="448959">
                  <a:extLst>
                    <a:ext uri="{9D8B030D-6E8A-4147-A177-3AD203B41FA5}">
                      <a16:colId xmlns:a16="http://schemas.microsoft.com/office/drawing/2014/main" val="417212276"/>
                    </a:ext>
                  </a:extLst>
                </a:gridCol>
                <a:gridCol w="448959">
                  <a:extLst>
                    <a:ext uri="{9D8B030D-6E8A-4147-A177-3AD203B41FA5}">
                      <a16:colId xmlns:a16="http://schemas.microsoft.com/office/drawing/2014/main" val="2564971220"/>
                    </a:ext>
                  </a:extLst>
                </a:gridCol>
                <a:gridCol w="448959">
                  <a:extLst>
                    <a:ext uri="{9D8B030D-6E8A-4147-A177-3AD203B41FA5}">
                      <a16:colId xmlns:a16="http://schemas.microsoft.com/office/drawing/2014/main" val="3593450455"/>
                    </a:ext>
                  </a:extLst>
                </a:gridCol>
              </a:tblGrid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도시수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↓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50~70%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70%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↑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0417392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아시아</a:t>
                      </a:r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4608843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CIS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7556772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유럽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9739182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350033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중남미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934895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9809133"/>
                  </a:ext>
                </a:extLst>
              </a:tr>
              <a:tr h="1209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83281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58E089CE-82D6-1AD4-8DB7-6497F6AEF99F}"/>
              </a:ext>
            </a:extLst>
          </p:cNvPr>
          <p:cNvSpPr txBox="1"/>
          <p:nvPr/>
        </p:nvSpPr>
        <p:spPr>
          <a:xfrm>
            <a:off x="4114466" y="2211808"/>
            <a:ext cx="202811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도시별 직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전용비중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1F353DB-1FA7-CCA3-538C-7BD6D5AFCCEC}"/>
              </a:ext>
            </a:extLst>
          </p:cNvPr>
          <p:cNvSpPr txBox="1"/>
          <p:nvPr/>
        </p:nvSpPr>
        <p:spPr>
          <a:xfrm>
            <a:off x="3975995" y="3540268"/>
            <a:ext cx="235192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도시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60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개중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(60%)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는 직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전용율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70%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이하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59616B83-0D2F-B1ED-0015-3C3195D3F50F}"/>
              </a:ext>
            </a:extLst>
          </p:cNvPr>
          <p:cNvSpPr/>
          <p:nvPr/>
        </p:nvSpPr>
        <p:spPr>
          <a:xfrm>
            <a:off x="3979125" y="1428301"/>
            <a:ext cx="2250170" cy="600164"/>
          </a:xfrm>
          <a:prstGeom prst="roundRect">
            <a:avLst>
              <a:gd name="adj" fmla="val 9127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t" anchorCtr="0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N/W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최적화 완료 통한 직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전용 비중 높음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직영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메인 창고 위치 도시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익일배송 가능한 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지리적 이점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82878D73-C9EB-DFB6-4ABF-65F91102103F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546434A5-6304-90F6-99B6-9133A40E45D7}"/>
              </a:ext>
            </a:extLst>
          </p:cNvPr>
          <p:cNvSpPr txBox="1"/>
          <p:nvPr/>
        </p:nvSpPr>
        <p:spPr>
          <a:xfrm>
            <a:off x="67622" y="48141"/>
            <a:ext cx="511678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3.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및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 한계 돌파 방안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23E5A810-0E33-7E31-4376-A87A3E2471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5729380"/>
              </p:ext>
            </p:extLst>
          </p:nvPr>
        </p:nvGraphicFramePr>
        <p:xfrm>
          <a:off x="3983910" y="4032398"/>
          <a:ext cx="2240600" cy="1066800"/>
        </p:xfrm>
        <a:graphic>
          <a:graphicData uri="http://schemas.openxmlformats.org/drawingml/2006/table">
            <a:tbl>
              <a:tblPr/>
              <a:tblGrid>
                <a:gridCol w="364775">
                  <a:extLst>
                    <a:ext uri="{9D8B030D-6E8A-4147-A177-3AD203B41FA5}">
                      <a16:colId xmlns:a16="http://schemas.microsoft.com/office/drawing/2014/main" val="1579386557"/>
                    </a:ext>
                  </a:extLst>
                </a:gridCol>
                <a:gridCol w="326000">
                  <a:extLst>
                    <a:ext uri="{9D8B030D-6E8A-4147-A177-3AD203B41FA5}">
                      <a16:colId xmlns:a16="http://schemas.microsoft.com/office/drawing/2014/main" val="267586199"/>
                    </a:ext>
                  </a:extLst>
                </a:gridCol>
                <a:gridCol w="395850">
                  <a:extLst>
                    <a:ext uri="{9D8B030D-6E8A-4147-A177-3AD203B41FA5}">
                      <a16:colId xmlns:a16="http://schemas.microsoft.com/office/drawing/2014/main" val="1806903960"/>
                    </a:ext>
                  </a:extLst>
                </a:gridCol>
                <a:gridCol w="364775">
                  <a:extLst>
                    <a:ext uri="{9D8B030D-6E8A-4147-A177-3AD203B41FA5}">
                      <a16:colId xmlns:a16="http://schemas.microsoft.com/office/drawing/2014/main" val="3169136381"/>
                    </a:ext>
                  </a:extLst>
                </a:gridCol>
                <a:gridCol w="424425">
                  <a:extLst>
                    <a:ext uri="{9D8B030D-6E8A-4147-A177-3AD203B41FA5}">
                      <a16:colId xmlns:a16="http://schemas.microsoft.com/office/drawing/2014/main" val="1695614251"/>
                    </a:ext>
                  </a:extLst>
                </a:gridCol>
                <a:gridCol w="364775">
                  <a:extLst>
                    <a:ext uri="{9D8B030D-6E8A-4147-A177-3AD203B41FA5}">
                      <a16:colId xmlns:a16="http://schemas.microsoft.com/office/drawing/2014/main" val="1573058419"/>
                    </a:ext>
                  </a:extLst>
                </a:gridCol>
              </a:tblGrid>
              <a:tr h="19548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지역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도시수</a:t>
                      </a:r>
                      <a:endParaRPr lang="ko-KR" altLang="en-US" sz="7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Main W/H</a:t>
                      </a:r>
                      <a:endParaRPr lang="ko-KR" altLang="en-US" sz="7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직영</a:t>
                      </a:r>
                      <a:endParaRPr lang="en-US" altLang="ko-KR" sz="7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센터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밀크런</a:t>
                      </a:r>
                      <a:endParaRPr lang="en-US" altLang="ko-KR" sz="7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익일배송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전진</a:t>
                      </a:r>
                      <a:endParaRPr lang="en-US" altLang="ko-KR" sz="7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배치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8463929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아시아</a:t>
                      </a:r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6025862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CIS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9114749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유럽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7092567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6248156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중남미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9400812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endParaRPr lang="ko-KR" alt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0929659"/>
                  </a:ext>
                </a:extLst>
              </a:tr>
              <a:tr h="1117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7438455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DE200389-AB42-7A6E-CB36-9A912D97271B}"/>
              </a:ext>
            </a:extLst>
          </p:cNvPr>
          <p:cNvSpPr txBox="1"/>
          <p:nvPr/>
        </p:nvSpPr>
        <p:spPr>
          <a:xfrm>
            <a:off x="3984404" y="3778854"/>
            <a:ext cx="21403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도시별 부품공급 유형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C8A8A9C-78F6-3BF6-6A01-388E98E750B8}"/>
              </a:ext>
            </a:extLst>
          </p:cNvPr>
          <p:cNvSpPr txBox="1"/>
          <p:nvPr/>
        </p:nvSpPr>
        <p:spPr>
          <a:xfrm>
            <a:off x="3949280" y="5153506"/>
            <a:ext cx="225093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도시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60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개중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40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(70%)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는 전진배치 운영 중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ACA97C8-741A-6CB0-5213-5803DF832994}"/>
              </a:ext>
            </a:extLst>
          </p:cNvPr>
          <p:cNvSpPr/>
          <p:nvPr/>
        </p:nvSpPr>
        <p:spPr>
          <a:xfrm>
            <a:off x="6446640" y="1432257"/>
            <a:ext cx="2677289" cy="592253"/>
          </a:xfrm>
          <a:prstGeom prst="roundRect">
            <a:avLst>
              <a:gd name="adj" fmla="val 9127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t" anchorCtr="0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Ref/WM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제품 안정화 되었으나 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출장수리 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저조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도시별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N/W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정예화 중 또는 센터 품질 개선 필요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E34219D-420B-34A8-7B63-C2083F3AFC85}"/>
              </a:ext>
            </a:extLst>
          </p:cNvPr>
          <p:cNvSpPr txBox="1"/>
          <p:nvPr/>
        </p:nvSpPr>
        <p:spPr>
          <a:xfrm>
            <a:off x="6705208" y="2211808"/>
            <a:ext cx="22055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도시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제품군별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Trend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FC48956-D5C6-A958-D1B8-E5CACD78C3A2}"/>
              </a:ext>
            </a:extLst>
          </p:cNvPr>
          <p:cNvSpPr txBox="1"/>
          <p:nvPr/>
        </p:nvSpPr>
        <p:spPr>
          <a:xfrm>
            <a:off x="6934979" y="3061304"/>
            <a:ext cx="1745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지역별 현황 및 개선 활동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2" name="실행 단추: 앞으로 또는 다음으로 이동 6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C5F55A09-86EB-6B14-237D-55219E12A86B}"/>
              </a:ext>
            </a:extLst>
          </p:cNvPr>
          <p:cNvSpPr>
            <a:spLocks noChangeAspect="1"/>
          </p:cNvSpPr>
          <p:nvPr/>
        </p:nvSpPr>
        <p:spPr>
          <a:xfrm>
            <a:off x="5026152" y="6552735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7799C72-F9DA-9656-0953-AD4E2BE17ECA}"/>
              </a:ext>
            </a:extLst>
          </p:cNvPr>
          <p:cNvSpPr txBox="1"/>
          <p:nvPr/>
        </p:nvSpPr>
        <p:spPr>
          <a:xfrm>
            <a:off x="6426594" y="2476816"/>
            <a:ext cx="2696572" cy="4360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NW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정예화 및 부품 공급 개선통한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HS(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냉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세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RTAT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TV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 배치 한계로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지연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(5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193B95E-B1AC-B65D-4DA1-FF2863DA4690}"/>
              </a:ext>
            </a:extLst>
          </p:cNvPr>
          <p:cNvSpPr txBox="1"/>
          <p:nvPr/>
        </p:nvSpPr>
        <p:spPr>
          <a:xfrm>
            <a:off x="5942301" y="3387894"/>
            <a:ext cx="3529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82%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40376F3-C3FE-3DDD-54FA-E76A750142A2}"/>
              </a:ext>
            </a:extLst>
          </p:cNvPr>
          <p:cNvSpPr txBox="1"/>
          <p:nvPr/>
        </p:nvSpPr>
        <p:spPr>
          <a:xfrm>
            <a:off x="582847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4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2DF7CE8E-2D4D-8423-0CA0-4FEC4261088F}"/>
              </a:ext>
            </a:extLst>
          </p:cNvPr>
          <p:cNvSpPr txBox="1"/>
          <p:nvPr/>
        </p:nvSpPr>
        <p:spPr>
          <a:xfrm>
            <a:off x="4780616" y="5564634"/>
            <a:ext cx="67839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과제 </a:t>
            </a:r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32F60108-B0CD-C344-6D10-FDF68D590029}"/>
              </a:ext>
            </a:extLst>
          </p:cNvPr>
          <p:cNvSpPr txBox="1"/>
          <p:nvPr/>
        </p:nvSpPr>
        <p:spPr>
          <a:xfrm>
            <a:off x="480348" y="589447"/>
            <a:ext cx="628723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유지 중인 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112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외</a:t>
            </a:r>
            <a:r>
              <a:rPr lang="en-US" altLang="ko-KR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68</a:t>
            </a:r>
            <a:r>
              <a:rPr lang="ko-KR" altLang="en-US" sz="14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도시대상 상세 분석 통한 한계 돌파 과제 진행  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6FDEE6CB-FA24-8F34-7EED-F68A740C1EE4}"/>
              </a:ext>
            </a:extLst>
          </p:cNvPr>
          <p:cNvSpPr txBox="1"/>
          <p:nvPr/>
        </p:nvSpPr>
        <p:spPr>
          <a:xfrm>
            <a:off x="6000845" y="5062180"/>
            <a:ext cx="3529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20%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F80593-722A-7C75-0B90-AA4AAECD8B65}"/>
              </a:ext>
            </a:extLst>
          </p:cNvPr>
          <p:cNvSpPr/>
          <p:nvPr/>
        </p:nvSpPr>
        <p:spPr>
          <a:xfrm>
            <a:off x="6453602" y="3425067"/>
            <a:ext cx="523793" cy="36781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유럽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A96C88C-B993-D1D0-8562-58D6F68DE542}"/>
              </a:ext>
            </a:extLst>
          </p:cNvPr>
          <p:cNvSpPr/>
          <p:nvPr/>
        </p:nvSpPr>
        <p:spPr>
          <a:xfrm>
            <a:off x="6453602" y="3866347"/>
            <a:ext cx="523793" cy="36781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중남미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FE5A117-0A1F-2C25-1EA7-2CA46DF6C386}"/>
              </a:ext>
            </a:extLst>
          </p:cNvPr>
          <p:cNvSpPr/>
          <p:nvPr/>
        </p:nvSpPr>
        <p:spPr>
          <a:xfrm>
            <a:off x="6456626" y="4296884"/>
            <a:ext cx="523793" cy="36781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아시아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FBF74E3-22D6-5996-508A-628239607E08}"/>
              </a:ext>
            </a:extLst>
          </p:cNvPr>
          <p:cNvSpPr/>
          <p:nvPr/>
        </p:nvSpPr>
        <p:spPr>
          <a:xfrm>
            <a:off x="6460485" y="4724603"/>
            <a:ext cx="523793" cy="36781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중아</a:t>
            </a:r>
          </a:p>
        </p:txBody>
      </p:sp>
      <p:sp>
        <p:nvSpPr>
          <p:cNvPr id="73" name="화살표: 아래쪽 72">
            <a:extLst>
              <a:ext uri="{FF2B5EF4-FFF2-40B4-BE49-F238E27FC236}">
                <a16:creationId xmlns:a16="http://schemas.microsoft.com/office/drawing/2014/main" id="{F4D00183-BD23-C4A3-3F15-7E8333274289}"/>
              </a:ext>
            </a:extLst>
          </p:cNvPr>
          <p:cNvSpPr/>
          <p:nvPr/>
        </p:nvSpPr>
        <p:spPr>
          <a:xfrm>
            <a:off x="7355329" y="5028697"/>
            <a:ext cx="844633" cy="447403"/>
          </a:xfrm>
          <a:prstGeom prst="downArrow">
            <a:avLst>
              <a:gd name="adj1" fmla="val 46113"/>
              <a:gd name="adj2" fmla="val 33571"/>
            </a:avLst>
          </a:pr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268F17F-1DD9-B6AD-2B49-22AB848FDB7F}"/>
              </a:ext>
            </a:extLst>
          </p:cNvPr>
          <p:cNvSpPr txBox="1"/>
          <p:nvPr/>
        </p:nvSpPr>
        <p:spPr>
          <a:xfrm>
            <a:off x="6920733" y="3389753"/>
            <a:ext cx="2202847" cy="3978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HS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영국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스페인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이태리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TV RTAT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저조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TV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추가 전진배치 및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Sub W/H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이태리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185F6A8-9BBC-9EAF-5097-0FCB387F990D}"/>
              </a:ext>
            </a:extLst>
          </p:cNvPr>
          <p:cNvSpPr txBox="1"/>
          <p:nvPr/>
        </p:nvSpPr>
        <p:spPr>
          <a:xfrm>
            <a:off x="7460043" y="5564634"/>
            <a:ext cx="67839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과제 </a:t>
            </a:r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D7831774-A25D-A4D7-A792-0355BC7A90FE}"/>
              </a:ext>
            </a:extLst>
          </p:cNvPr>
          <p:cNvSpPr txBox="1"/>
          <p:nvPr/>
        </p:nvSpPr>
        <p:spPr>
          <a:xfrm>
            <a:off x="6920733" y="3859912"/>
            <a:ext cx="2151551" cy="3978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브라질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멕시코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차 도시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3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초반 지속 중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 센터 선별 및 상황실 통한 관리 강화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7" name="실행 단추: 앞으로 또는 다음으로 이동 76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44FBF946-5D10-CD10-1670-1CCF4690FCE9}"/>
              </a:ext>
            </a:extLst>
          </p:cNvPr>
          <p:cNvSpPr>
            <a:spLocks noChangeAspect="1"/>
          </p:cNvSpPr>
          <p:nvPr/>
        </p:nvSpPr>
        <p:spPr>
          <a:xfrm>
            <a:off x="9038427" y="2255224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실행 단추: 앞으로 또는 다음으로 이동 77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F4CCD0E4-A1D7-3B37-71D9-C20C44D3DBB2}"/>
              </a:ext>
            </a:extLst>
          </p:cNvPr>
          <p:cNvSpPr>
            <a:spLocks noChangeAspect="1"/>
          </p:cNvSpPr>
          <p:nvPr/>
        </p:nvSpPr>
        <p:spPr>
          <a:xfrm>
            <a:off x="9038427" y="3439945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CB66AA8-3AAE-5D39-A02F-D356C9AA5913}"/>
              </a:ext>
            </a:extLst>
          </p:cNvPr>
          <p:cNvSpPr txBox="1"/>
          <p:nvPr/>
        </p:nvSpPr>
        <p:spPr>
          <a:xfrm>
            <a:off x="6920733" y="4295025"/>
            <a:ext cx="2350323" cy="3978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태국 수해 도시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TV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 배치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태국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수해 지역 기사 확대 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33581C9C-A37E-5881-596A-F9BA8B1237FA}"/>
              </a:ext>
            </a:extLst>
          </p:cNvPr>
          <p:cNvSpPr txBox="1"/>
          <p:nvPr/>
        </p:nvSpPr>
        <p:spPr>
          <a:xfrm>
            <a:off x="6920733" y="4696239"/>
            <a:ext cx="1930337" cy="3978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전쟁 영향 부품 공급 이슈 후 급격히 악화 중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▶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수급 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우선 조속 처리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3D137EB1-452F-CF6A-E13E-E00687D8355C}"/>
              </a:ext>
            </a:extLst>
          </p:cNvPr>
          <p:cNvSpPr/>
          <p:nvPr/>
        </p:nvSpPr>
        <p:spPr>
          <a:xfrm>
            <a:off x="9396053" y="1480554"/>
            <a:ext cx="2552677" cy="537159"/>
          </a:xfrm>
          <a:prstGeom prst="roundRect">
            <a:avLst>
              <a:gd name="adj" fmla="val 9127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t" anchorCtr="0"/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미국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호주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타 도시 대비 전용 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N/W,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공급 수준</a:t>
            </a:r>
            <a:r>
              <a:rPr lang="en-US" altLang="ko-KR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저조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5" name="화살표: 아래쪽 84">
            <a:extLst>
              <a:ext uri="{FF2B5EF4-FFF2-40B4-BE49-F238E27FC236}">
                <a16:creationId xmlns:a16="http://schemas.microsoft.com/office/drawing/2014/main" id="{9E14A707-3EDE-E676-6A81-AF8B75599F4D}"/>
              </a:ext>
            </a:extLst>
          </p:cNvPr>
          <p:cNvSpPr/>
          <p:nvPr/>
        </p:nvSpPr>
        <p:spPr>
          <a:xfrm>
            <a:off x="10193793" y="5028697"/>
            <a:ext cx="844633" cy="447403"/>
          </a:xfrm>
          <a:prstGeom prst="downArrow">
            <a:avLst>
              <a:gd name="adj1" fmla="val 46113"/>
              <a:gd name="adj2" fmla="val 33571"/>
            </a:avLst>
          </a:pr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A5EBF759-A0BE-5B9D-CC88-0288CF20CAB6}"/>
              </a:ext>
            </a:extLst>
          </p:cNvPr>
          <p:cNvSpPr txBox="1"/>
          <p:nvPr/>
        </p:nvSpPr>
        <p:spPr>
          <a:xfrm>
            <a:off x="9353146" y="4319543"/>
            <a:ext cx="2193229" cy="2559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[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미국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동부 창고 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즉납율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 답보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목표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80%)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E9442309-98B7-DD06-FDD5-E1703E11CD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245105"/>
              </p:ext>
            </p:extLst>
          </p:nvPr>
        </p:nvGraphicFramePr>
        <p:xfrm>
          <a:off x="9419185" y="4762160"/>
          <a:ext cx="2535640" cy="354233"/>
        </p:xfrm>
        <a:graphic>
          <a:graphicData uri="http://schemas.openxmlformats.org/drawingml/2006/table">
            <a:tbl>
              <a:tblPr/>
              <a:tblGrid>
                <a:gridCol w="253564">
                  <a:extLst>
                    <a:ext uri="{9D8B030D-6E8A-4147-A177-3AD203B41FA5}">
                      <a16:colId xmlns:a16="http://schemas.microsoft.com/office/drawing/2014/main" val="3028292991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2392578377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1494821558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4044396308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3202893576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4039647526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181818840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99963755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2034247104"/>
                    </a:ext>
                  </a:extLst>
                </a:gridCol>
                <a:gridCol w="253564">
                  <a:extLst>
                    <a:ext uri="{9D8B030D-6E8A-4147-A177-3AD203B41FA5}">
                      <a16:colId xmlns:a16="http://schemas.microsoft.com/office/drawing/2014/main" val="156349720"/>
                    </a:ext>
                  </a:extLst>
                </a:gridCol>
              </a:tblGrid>
              <a:tr h="7254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</a:t>
                      </a:r>
                    </a:p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</a:t>
                      </a:r>
                      <a:endParaRPr lang="en-US" sz="7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</a:t>
                      </a:r>
                    </a:p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누적</a:t>
                      </a:r>
                      <a:endParaRPr lang="en-US" sz="7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’26.04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9106453"/>
                  </a:ext>
                </a:extLst>
              </a:tr>
              <a:tr h="7254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W15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W16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W17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W18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7718245"/>
                  </a:ext>
                </a:extLst>
              </a:tr>
              <a:tr h="14087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69.0%</a:t>
                      </a:r>
                    </a:p>
                  </a:txBody>
                  <a:tcPr marL="18000" marR="18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73.0%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68.0%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73.1%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75.5%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75.2%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74.4%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74.8%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75.6%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74.2%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8020212"/>
                  </a:ext>
                </a:extLst>
              </a:tr>
            </a:tbl>
          </a:graphicData>
        </a:graphic>
      </p:graphicFrame>
      <p:sp>
        <p:nvSpPr>
          <p:cNvPr id="91" name="TextBox 90">
            <a:extLst>
              <a:ext uri="{FF2B5EF4-FFF2-40B4-BE49-F238E27FC236}">
                <a16:creationId xmlns:a16="http://schemas.microsoft.com/office/drawing/2014/main" id="{4C7309D5-4F9E-091A-A0C6-20365E6ACBD2}"/>
              </a:ext>
            </a:extLst>
          </p:cNvPr>
          <p:cNvSpPr txBox="1"/>
          <p:nvPr/>
        </p:nvSpPr>
        <p:spPr>
          <a:xfrm>
            <a:off x="9507472" y="5781429"/>
            <a:ext cx="221727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과제 조속한 완료 및 개선 모니터링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E5B7D86-56D5-314B-5C60-4DD63B9E2A68}"/>
              </a:ext>
            </a:extLst>
          </p:cNvPr>
          <p:cNvSpPr txBox="1"/>
          <p:nvPr/>
        </p:nvSpPr>
        <p:spPr>
          <a:xfrm>
            <a:off x="10276914" y="5564634"/>
            <a:ext cx="67839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9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과제 </a:t>
            </a:r>
            <a:r>
              <a:rPr lang="en-US" altLang="ko-KR" sz="9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9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CE2ED90-C083-7E85-0F7B-B303E3828A00}"/>
              </a:ext>
            </a:extLst>
          </p:cNvPr>
          <p:cNvSpPr txBox="1"/>
          <p:nvPr/>
        </p:nvSpPr>
        <p:spPr>
          <a:xfrm>
            <a:off x="9353146" y="3844866"/>
            <a:ext cx="2069797" cy="2559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[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]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아델레이드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 중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퍼스 개선 지연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D344BD52-D46A-D1A6-F38C-1B4ACBA48684}"/>
              </a:ext>
            </a:extLst>
          </p:cNvPr>
          <p:cNvSpPr txBox="1"/>
          <p:nvPr/>
        </p:nvSpPr>
        <p:spPr>
          <a:xfrm>
            <a:off x="9376264" y="4065102"/>
            <a:ext cx="269681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퍼스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TV ASC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지연 → 업체 변경 및 부품 전진 배치</a:t>
            </a:r>
            <a:r>
              <a:rPr lang="en-US" altLang="ko-KR" sz="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(~5</a:t>
            </a:r>
            <a:r>
              <a:rPr lang="ko-KR" altLang="en-US" sz="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7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96" name="실행 단추: 앞으로 또는 다음으로 이동 95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C6DD8BCE-650D-1553-7343-68FFD5615B98}"/>
              </a:ext>
            </a:extLst>
          </p:cNvPr>
          <p:cNvSpPr>
            <a:spLocks noChangeAspect="1"/>
          </p:cNvSpPr>
          <p:nvPr/>
        </p:nvSpPr>
        <p:spPr>
          <a:xfrm>
            <a:off x="9038427" y="3944037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실행 단추: 앞으로 또는 다음으로 이동 96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994A906D-BDEA-CB2A-2D3A-0DABC5629F83}"/>
              </a:ext>
            </a:extLst>
          </p:cNvPr>
          <p:cNvSpPr>
            <a:spLocks noChangeAspect="1"/>
          </p:cNvSpPr>
          <p:nvPr/>
        </p:nvSpPr>
        <p:spPr>
          <a:xfrm>
            <a:off x="9038427" y="4372383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실행 단추: 앞으로 또는 다음으로 이동 97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5896AFAA-A2B1-2031-1F3A-6F3E5685F842}"/>
              </a:ext>
            </a:extLst>
          </p:cNvPr>
          <p:cNvSpPr>
            <a:spLocks noChangeAspect="1"/>
          </p:cNvSpPr>
          <p:nvPr/>
        </p:nvSpPr>
        <p:spPr>
          <a:xfrm>
            <a:off x="9038427" y="4773674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301A7B-108F-A4D4-152E-6E740EE486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571214"/>
              </p:ext>
            </p:extLst>
          </p:nvPr>
        </p:nvGraphicFramePr>
        <p:xfrm>
          <a:off x="9386012" y="2174866"/>
          <a:ext cx="2562718" cy="1295400"/>
        </p:xfrm>
        <a:graphic>
          <a:graphicData uri="http://schemas.openxmlformats.org/drawingml/2006/table">
            <a:tbl>
              <a:tblPr/>
              <a:tblGrid>
                <a:gridCol w="280555">
                  <a:extLst>
                    <a:ext uri="{9D8B030D-6E8A-4147-A177-3AD203B41FA5}">
                      <a16:colId xmlns:a16="http://schemas.microsoft.com/office/drawing/2014/main" val="3151023961"/>
                    </a:ext>
                  </a:extLst>
                </a:gridCol>
                <a:gridCol w="611011">
                  <a:extLst>
                    <a:ext uri="{9D8B030D-6E8A-4147-A177-3AD203B41FA5}">
                      <a16:colId xmlns:a16="http://schemas.microsoft.com/office/drawing/2014/main" val="3750151790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2744419996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222905543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1895017963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245444102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4285481979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2406739213"/>
                    </a:ext>
                  </a:extLst>
                </a:gridCol>
                <a:gridCol w="238736">
                  <a:extLst>
                    <a:ext uri="{9D8B030D-6E8A-4147-A177-3AD203B41FA5}">
                      <a16:colId xmlns:a16="http://schemas.microsoft.com/office/drawing/2014/main" val="2627017606"/>
                    </a:ext>
                  </a:extLst>
                </a:gridCol>
              </a:tblGrid>
              <a:tr h="9851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　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도시　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992378"/>
                  </a:ext>
                </a:extLst>
              </a:tr>
              <a:tr h="9851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실적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083652"/>
                  </a:ext>
                </a:extLst>
              </a:tr>
              <a:tr h="106212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Central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Jersey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5.7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977339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Dallas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0487915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Philadelphia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7.8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5.8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196886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North Jersey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5.6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3635631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Washington,DC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6.0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916904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Tampa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391348"/>
                  </a:ext>
                </a:extLst>
              </a:tr>
              <a:tr h="106212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Adelaide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6.4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 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6261805"/>
                  </a:ext>
                </a:extLst>
              </a:tr>
              <a:tr h="106212">
                <a:tc v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Perth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9.6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9.3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6.5 </a:t>
                      </a:r>
                    </a:p>
                  </a:txBody>
                  <a:tcPr marL="18000" marR="18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46547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E0B24627-D22C-ACE7-8483-EA0A2DD6926D}"/>
              </a:ext>
            </a:extLst>
          </p:cNvPr>
          <p:cNvSpPr txBox="1"/>
          <p:nvPr/>
        </p:nvSpPr>
        <p:spPr>
          <a:xfrm>
            <a:off x="9353146" y="4519869"/>
            <a:ext cx="271993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- 4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월부터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NERP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영향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KR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공급 지연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개선정체 → 조기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Catch up </a:t>
            </a:r>
            <a:r>
              <a:rPr lang="ko-KR" altLang="en-US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</a:t>
            </a:r>
            <a:endParaRPr lang="ko-KR" altLang="en-US" sz="7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BF32992-D970-9416-B02C-FE6E639A5812}"/>
              </a:ext>
            </a:extLst>
          </p:cNvPr>
          <p:cNvSpPr txBox="1"/>
          <p:nvPr/>
        </p:nvSpPr>
        <p:spPr>
          <a:xfrm>
            <a:off x="9353146" y="3444414"/>
            <a:ext cx="2581156" cy="3978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▶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중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영국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(2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),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스페인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(1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초반 유지</a:t>
            </a:r>
            <a:endParaRPr lang="en-US" altLang="ko-KR" sz="8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미국 동부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 서부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예측대비 미달 중</a:t>
            </a:r>
            <a:endParaRPr lang="en-US" altLang="ko-KR" sz="8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775710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88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화살표: 오각형 93">
            <a:extLst>
              <a:ext uri="{FF2B5EF4-FFF2-40B4-BE49-F238E27FC236}">
                <a16:creationId xmlns:a16="http://schemas.microsoft.com/office/drawing/2014/main" id="{8A51955F-AACE-228A-3E67-84B4F7CA8945}"/>
              </a:ext>
            </a:extLst>
          </p:cNvPr>
          <p:cNvSpPr/>
          <p:nvPr/>
        </p:nvSpPr>
        <p:spPr>
          <a:xfrm>
            <a:off x="10856283" y="641939"/>
            <a:ext cx="1202563" cy="327740"/>
          </a:xfrm>
          <a:prstGeom prst="homePlate">
            <a:avLst>
              <a:gd name="adj" fmla="val 19327"/>
            </a:avLst>
          </a:prstGeom>
          <a:solidFill>
            <a:schemeClr val="bg2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86B3E6B-F8BD-EEBB-8EDB-8947BFAD4070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969BE11-7765-B95F-559E-6EB1B614F0C4}"/>
              </a:ext>
            </a:extLst>
          </p:cNvPr>
          <p:cNvSpPr txBox="1"/>
          <p:nvPr/>
        </p:nvSpPr>
        <p:spPr>
          <a:xfrm>
            <a:off x="67622" y="48141"/>
            <a:ext cx="255230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4. </a:t>
            </a:r>
            <a:r>
              <a:rPr kumimoji="0" lang="ko-KR" altLang="en-US" sz="20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장기미처리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개선 활동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22644A4-46A5-BD71-1F55-3D9758A9BCF6}"/>
              </a:ext>
            </a:extLst>
          </p:cNvPr>
          <p:cNvSpPr txBox="1"/>
          <p:nvPr/>
        </p:nvSpPr>
        <p:spPr>
          <a:xfrm>
            <a:off x="121920" y="584889"/>
            <a:ext cx="32994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■ 글로벌 </a:t>
            </a:r>
            <a:r>
              <a:rPr kumimoji="0" lang="ko-KR" altLang="en-US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장기미처리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(30</a:t>
            </a:r>
            <a:r>
              <a:rPr kumimoji="0" lang="ko-KR" altLang="en-US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일이상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현황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한국 제외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433FC67E-9A5D-DE43-A671-EF24B5ED05CB}"/>
              </a:ext>
            </a:extLst>
          </p:cNvPr>
          <p:cNvSpPr/>
          <p:nvPr/>
        </p:nvSpPr>
        <p:spPr>
          <a:xfrm>
            <a:off x="4452722" y="1022153"/>
            <a:ext cx="287390" cy="2734301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이태리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0C343C65-938C-3603-0176-4CB858F523D8}"/>
              </a:ext>
            </a:extLst>
          </p:cNvPr>
          <p:cNvSpPr/>
          <p:nvPr/>
        </p:nvSpPr>
        <p:spPr>
          <a:xfrm>
            <a:off x="4452722" y="3883677"/>
            <a:ext cx="287390" cy="270022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스페인</a:t>
            </a:r>
          </a:p>
        </p:txBody>
      </p:sp>
      <p:graphicFrame>
        <p:nvGraphicFramePr>
          <p:cNvPr id="82" name="차트 81">
            <a:extLst>
              <a:ext uri="{FF2B5EF4-FFF2-40B4-BE49-F238E27FC236}">
                <a16:creationId xmlns:a16="http://schemas.microsoft.com/office/drawing/2014/main" id="{1ED5DB91-FFBF-FAA8-D7CE-EA5498556E5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48572912"/>
              </p:ext>
            </p:extLst>
          </p:nvPr>
        </p:nvGraphicFramePr>
        <p:xfrm>
          <a:off x="4822245" y="4179324"/>
          <a:ext cx="1469700" cy="17273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3" name="차트 82">
            <a:extLst>
              <a:ext uri="{FF2B5EF4-FFF2-40B4-BE49-F238E27FC236}">
                <a16:creationId xmlns:a16="http://schemas.microsoft.com/office/drawing/2014/main" id="{5E1F62CA-46B8-5629-642A-5176575E1C2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29418367"/>
              </p:ext>
            </p:extLst>
          </p:nvPr>
        </p:nvGraphicFramePr>
        <p:xfrm>
          <a:off x="4771546" y="1360201"/>
          <a:ext cx="1357576" cy="18921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90" name="그룹 89">
            <a:extLst>
              <a:ext uri="{FF2B5EF4-FFF2-40B4-BE49-F238E27FC236}">
                <a16:creationId xmlns:a16="http://schemas.microsoft.com/office/drawing/2014/main" id="{92DA5B95-CFB8-CF5F-F062-4E5D7C0FCF11}"/>
              </a:ext>
            </a:extLst>
          </p:cNvPr>
          <p:cNvGrpSpPr/>
          <p:nvPr/>
        </p:nvGrpSpPr>
        <p:grpSpPr>
          <a:xfrm>
            <a:off x="7729275" y="982980"/>
            <a:ext cx="4249364" cy="5625631"/>
            <a:chOff x="6195060" y="694377"/>
            <a:chExt cx="5783580" cy="5937984"/>
          </a:xfrm>
        </p:grpSpPr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6103C8-3A9D-4258-7327-D0CBC6D3313B}"/>
                </a:ext>
              </a:extLst>
            </p:cNvPr>
            <p:cNvCxnSpPr/>
            <p:nvPr/>
          </p:nvCxnSpPr>
          <p:spPr>
            <a:xfrm>
              <a:off x="6195060" y="694377"/>
              <a:ext cx="0" cy="5937984"/>
            </a:xfrm>
            <a:prstGeom prst="line">
              <a:avLst/>
            </a:prstGeom>
            <a:ln w="6350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33B266B7-1D77-CA82-D05A-A64258F9DB75}"/>
                </a:ext>
              </a:extLst>
            </p:cNvPr>
            <p:cNvCxnSpPr/>
            <p:nvPr/>
          </p:nvCxnSpPr>
          <p:spPr>
            <a:xfrm>
              <a:off x="7640955" y="694377"/>
              <a:ext cx="0" cy="5937984"/>
            </a:xfrm>
            <a:prstGeom prst="line">
              <a:avLst/>
            </a:prstGeom>
            <a:ln w="6350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A73F1099-F930-5240-49DB-E6A8C465AC40}"/>
                </a:ext>
              </a:extLst>
            </p:cNvPr>
            <p:cNvCxnSpPr/>
            <p:nvPr/>
          </p:nvCxnSpPr>
          <p:spPr>
            <a:xfrm>
              <a:off x="9086850" y="694377"/>
              <a:ext cx="0" cy="5937984"/>
            </a:xfrm>
            <a:prstGeom prst="line">
              <a:avLst/>
            </a:prstGeom>
            <a:ln w="6350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61788441-7612-DEDD-0EDE-F444EB16EACE}"/>
                </a:ext>
              </a:extLst>
            </p:cNvPr>
            <p:cNvCxnSpPr/>
            <p:nvPr/>
          </p:nvCxnSpPr>
          <p:spPr>
            <a:xfrm>
              <a:off x="10532745" y="694377"/>
              <a:ext cx="0" cy="5937984"/>
            </a:xfrm>
            <a:prstGeom prst="line">
              <a:avLst/>
            </a:prstGeom>
            <a:ln w="6350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53E3A646-3049-586E-1AE2-3C515E3D85A8}"/>
                </a:ext>
              </a:extLst>
            </p:cNvPr>
            <p:cNvCxnSpPr/>
            <p:nvPr/>
          </p:nvCxnSpPr>
          <p:spPr>
            <a:xfrm>
              <a:off x="11978640" y="694377"/>
              <a:ext cx="0" cy="5937984"/>
            </a:xfrm>
            <a:prstGeom prst="line">
              <a:avLst/>
            </a:prstGeom>
            <a:ln w="6350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화살표: 오각형 92">
            <a:extLst>
              <a:ext uri="{FF2B5EF4-FFF2-40B4-BE49-F238E27FC236}">
                <a16:creationId xmlns:a16="http://schemas.microsoft.com/office/drawing/2014/main" id="{142C0753-D32B-91A9-C9B0-CE9D5B779F39}"/>
              </a:ext>
            </a:extLst>
          </p:cNvPr>
          <p:cNvSpPr/>
          <p:nvPr/>
        </p:nvSpPr>
        <p:spPr>
          <a:xfrm>
            <a:off x="9837108" y="641939"/>
            <a:ext cx="1146975" cy="327740"/>
          </a:xfrm>
          <a:prstGeom prst="homePlate">
            <a:avLst>
              <a:gd name="adj" fmla="val 19327"/>
            </a:avLst>
          </a:prstGeom>
          <a:solidFill>
            <a:schemeClr val="bg2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2" name="화살표: 오각형 91">
            <a:extLst>
              <a:ext uri="{FF2B5EF4-FFF2-40B4-BE49-F238E27FC236}">
                <a16:creationId xmlns:a16="http://schemas.microsoft.com/office/drawing/2014/main" id="{F2F14FA6-F8D3-91AF-0706-9A093D8DC23A}"/>
              </a:ext>
            </a:extLst>
          </p:cNvPr>
          <p:cNvSpPr/>
          <p:nvPr/>
        </p:nvSpPr>
        <p:spPr>
          <a:xfrm>
            <a:off x="8817933" y="641939"/>
            <a:ext cx="1113119" cy="327740"/>
          </a:xfrm>
          <a:prstGeom prst="homePlate">
            <a:avLst>
              <a:gd name="adj" fmla="val 19327"/>
            </a:avLst>
          </a:prstGeom>
          <a:solidFill>
            <a:schemeClr val="bg2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1" name="화살표: 오각형 90">
            <a:extLst>
              <a:ext uri="{FF2B5EF4-FFF2-40B4-BE49-F238E27FC236}">
                <a16:creationId xmlns:a16="http://schemas.microsoft.com/office/drawing/2014/main" id="{8EF0EC21-24C8-3739-149B-54058D452BDD}"/>
              </a:ext>
            </a:extLst>
          </p:cNvPr>
          <p:cNvSpPr/>
          <p:nvPr/>
        </p:nvSpPr>
        <p:spPr>
          <a:xfrm>
            <a:off x="7730319" y="641939"/>
            <a:ext cx="1146977" cy="327740"/>
          </a:xfrm>
          <a:prstGeom prst="homePlate">
            <a:avLst>
              <a:gd name="adj" fmla="val 19327"/>
            </a:avLst>
          </a:prstGeom>
          <a:solidFill>
            <a:schemeClr val="bg2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9E1B151-E6FD-E213-47B6-603D58C2D788}"/>
              </a:ext>
            </a:extLst>
          </p:cNvPr>
          <p:cNvSpPr txBox="1"/>
          <p:nvPr/>
        </p:nvSpPr>
        <p:spPr>
          <a:xfrm>
            <a:off x="7730572" y="689475"/>
            <a:ext cx="13575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수리접수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~ Accept 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6011A0D-8C30-45DD-9027-9B10C525E86E}"/>
              </a:ext>
            </a:extLst>
          </p:cNvPr>
          <p:cNvSpPr txBox="1"/>
          <p:nvPr/>
        </p:nvSpPr>
        <p:spPr>
          <a:xfrm>
            <a:off x="8824350" y="687849"/>
            <a:ext cx="13575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Accept ~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부품주문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C5292A0-F357-C8B0-5D1D-49645307E890}"/>
              </a:ext>
            </a:extLst>
          </p:cNvPr>
          <p:cNvSpPr txBox="1"/>
          <p:nvPr/>
        </p:nvSpPr>
        <p:spPr>
          <a:xfrm>
            <a:off x="9885936" y="687848"/>
            <a:ext cx="13575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부품주문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~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수령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0D73F81D-48B8-88A7-C353-19EA79961D1A}"/>
              </a:ext>
            </a:extLst>
          </p:cNvPr>
          <p:cNvSpPr txBox="1"/>
          <p:nvPr/>
        </p:nvSpPr>
        <p:spPr>
          <a:xfrm>
            <a:off x="10958460" y="681562"/>
            <a:ext cx="10496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부품수령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~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완료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AE09BD88-257F-1C13-265E-B9F2B255645B}"/>
              </a:ext>
            </a:extLst>
          </p:cNvPr>
          <p:cNvSpPr txBox="1"/>
          <p:nvPr/>
        </p:nvSpPr>
        <p:spPr>
          <a:xfrm>
            <a:off x="7610579" y="982384"/>
            <a:ext cx="135757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Ave.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B2D01BC-90D6-A610-FB67-8C942B1D66D1}"/>
              </a:ext>
            </a:extLst>
          </p:cNvPr>
          <p:cNvSpPr txBox="1"/>
          <p:nvPr/>
        </p:nvSpPr>
        <p:spPr>
          <a:xfrm>
            <a:off x="8872283" y="982384"/>
            <a:ext cx="8706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6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A5A132B-79E3-C2FC-1622-72E804EA9B5B}"/>
              </a:ext>
            </a:extLst>
          </p:cNvPr>
          <p:cNvSpPr txBox="1"/>
          <p:nvPr/>
        </p:nvSpPr>
        <p:spPr>
          <a:xfrm>
            <a:off x="10004146" y="982384"/>
            <a:ext cx="76031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38</a:t>
            </a:r>
            <a:r>
              <a:rPr kumimoji="0" lang="ko-KR" altLang="en-US" sz="95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49827C3A-5434-ACA1-AB23-685255FA1CF7}"/>
              </a:ext>
            </a:extLst>
          </p:cNvPr>
          <p:cNvSpPr txBox="1"/>
          <p:nvPr/>
        </p:nvSpPr>
        <p:spPr>
          <a:xfrm>
            <a:off x="11088717" y="982384"/>
            <a:ext cx="63902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13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0C01E35-F733-2FBA-E252-83FC32D1CF9E}"/>
              </a:ext>
            </a:extLst>
          </p:cNvPr>
          <p:cNvSpPr txBox="1"/>
          <p:nvPr/>
        </p:nvSpPr>
        <p:spPr>
          <a:xfrm>
            <a:off x="7664258" y="1218555"/>
            <a:ext cx="12656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Ave. 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30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Ave. 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87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</a:p>
        </p:txBody>
      </p: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C9C20EFC-A53A-C194-B533-F14A0402CF5B}"/>
              </a:ext>
            </a:extLst>
          </p:cNvPr>
          <p:cNvCxnSpPr>
            <a:cxnSpLocks/>
          </p:cNvCxnSpPr>
          <p:nvPr/>
        </p:nvCxnSpPr>
        <p:spPr>
          <a:xfrm>
            <a:off x="7759009" y="1231287"/>
            <a:ext cx="4189409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1F354009-72FD-9576-C297-1A27544E466A}"/>
              </a:ext>
            </a:extLst>
          </p:cNvPr>
          <p:cNvSpPr txBox="1"/>
          <p:nvPr/>
        </p:nvSpPr>
        <p:spPr>
          <a:xfrm>
            <a:off x="8788413" y="1218555"/>
            <a:ext cx="103878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16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5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83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38A01C19-5AE1-366C-6E9E-5AE88055C990}"/>
              </a:ext>
            </a:extLst>
          </p:cNvPr>
          <p:cNvSpPr txBox="1"/>
          <p:nvPr/>
        </p:nvSpPr>
        <p:spPr>
          <a:xfrm>
            <a:off x="9789794" y="1218555"/>
            <a:ext cx="139411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21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12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44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39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*Not shipping(20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- 52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 경과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(5/1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 기준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F699CFC-5991-F736-4A25-F3501C74381C}"/>
              </a:ext>
            </a:extLst>
          </p:cNvPr>
          <p:cNvSpPr txBox="1"/>
          <p:nvPr/>
        </p:nvSpPr>
        <p:spPr>
          <a:xfrm>
            <a:off x="10858500" y="1218555"/>
            <a:ext cx="103878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10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11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B1719F4-C573-924D-C53D-7EFB41880071}"/>
              </a:ext>
            </a:extLst>
          </p:cNvPr>
          <p:cNvSpPr txBox="1"/>
          <p:nvPr/>
        </p:nvSpPr>
        <p:spPr>
          <a:xfrm>
            <a:off x="7131800" y="1210806"/>
            <a:ext cx="7208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IH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39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MS 62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24246FF-1EA6-D127-EA11-1A86506B13D5}"/>
              </a:ext>
            </a:extLst>
          </p:cNvPr>
          <p:cNvSpPr txBox="1"/>
          <p:nvPr/>
        </p:nvSpPr>
        <p:spPr>
          <a:xfrm>
            <a:off x="6322374" y="1577011"/>
            <a:ext cx="1343301" cy="261610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수리지연 사유</a:t>
            </a:r>
            <a:endParaRPr kumimoji="0" lang="ko-KR" altLang="en-US" sz="11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640A2EC-F54C-8835-5D7E-11889C4F6F25}"/>
              </a:ext>
            </a:extLst>
          </p:cNvPr>
          <p:cNvSpPr txBox="1"/>
          <p:nvPr/>
        </p:nvSpPr>
        <p:spPr>
          <a:xfrm>
            <a:off x="6356621" y="1822229"/>
            <a:ext cx="1524655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캐파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/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관</a:t>
            </a:r>
            <a:r>
              <a:rPr lang="ko-KR" altLang="en-US" sz="1000" err="1">
                <a:solidFill>
                  <a:prstClr val="black"/>
                </a:solidFill>
                <a:latin typeface="Arial Narrow"/>
                <a:ea typeface="LG스마트체2.0 Regular"/>
              </a:rPr>
              <a:t>리부족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(IH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47%)</a:t>
            </a:r>
            <a:br>
              <a:rPr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수리접수 지연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부품주문 지연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/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입력지연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806AD75-D3E1-0391-BBA4-57D2B1519552}"/>
              </a:ext>
            </a:extLst>
          </p:cNvPr>
          <p:cNvSpPr txBox="1"/>
          <p:nvPr/>
        </p:nvSpPr>
        <p:spPr>
          <a:xfrm>
            <a:off x="6356620" y="2476883"/>
            <a:ext cx="169089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 기술력부족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(IH 17%)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19400906-9999-6A45-9540-A2EF100E3F98}"/>
              </a:ext>
            </a:extLst>
          </p:cNvPr>
          <p:cNvSpPr txBox="1"/>
          <p:nvPr/>
        </p:nvSpPr>
        <p:spPr>
          <a:xfrm>
            <a:off x="6356620" y="2744220"/>
            <a:ext cx="2111549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부품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공급지연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(IH 36%, MS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99%)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- </a:t>
            </a:r>
            <a:r>
              <a:rPr kumimoji="0" lang="fr-FR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BO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단종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C1BEF008-CE77-3240-28F0-476F4BF4D4CC}"/>
              </a:ext>
            </a:extLst>
          </p:cNvPr>
          <p:cNvCxnSpPr>
            <a:cxnSpLocks/>
          </p:cNvCxnSpPr>
          <p:nvPr/>
        </p:nvCxnSpPr>
        <p:spPr>
          <a:xfrm>
            <a:off x="7729308" y="1858248"/>
            <a:ext cx="4263438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solid"/>
            <a:headEnd type="non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A3F6C8AB-FDCD-746A-482B-3EC5C76630F0}"/>
              </a:ext>
            </a:extLst>
          </p:cNvPr>
          <p:cNvSpPr txBox="1"/>
          <p:nvPr/>
        </p:nvSpPr>
        <p:spPr>
          <a:xfrm>
            <a:off x="6283629" y="994157"/>
            <a:ext cx="1343301" cy="261610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L/T</a:t>
            </a:r>
            <a:endParaRPr kumimoji="0" lang="ko-KR" altLang="en-US" sz="11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2C767C0-D254-6833-DC9B-0E799737F2AE}"/>
              </a:ext>
            </a:extLst>
          </p:cNvPr>
          <p:cNvSpPr txBox="1"/>
          <p:nvPr/>
        </p:nvSpPr>
        <p:spPr>
          <a:xfrm>
            <a:off x="7713828" y="1992978"/>
            <a:ext cx="1174386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8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21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EDA3DA8-D81C-EAAA-B725-98E5DE0E80B3}"/>
              </a:ext>
            </a:extLst>
          </p:cNvPr>
          <p:cNvSpPr txBox="1"/>
          <p:nvPr/>
        </p:nvSpPr>
        <p:spPr>
          <a:xfrm>
            <a:off x="8732672" y="2154039"/>
            <a:ext cx="1384729" cy="35394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19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br>
              <a:rPr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  - IH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3(20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),MS 16(20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69E3B3C5-77FF-AB97-2A8A-4998B9E736F3}"/>
              </a:ext>
            </a:extLst>
          </p:cNvPr>
          <p:cNvCxnSpPr>
            <a:cxnSpLocks/>
          </p:cNvCxnSpPr>
          <p:nvPr/>
        </p:nvCxnSpPr>
        <p:spPr>
          <a:xfrm>
            <a:off x="6254842" y="982979"/>
            <a:ext cx="0" cy="5625635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DDEE2965-7FCB-2C1A-8BFC-742EC0F4B35E}"/>
              </a:ext>
            </a:extLst>
          </p:cNvPr>
          <p:cNvSpPr txBox="1"/>
          <p:nvPr/>
        </p:nvSpPr>
        <p:spPr>
          <a:xfrm>
            <a:off x="10856283" y="2271026"/>
            <a:ext cx="1384729" cy="35394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4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17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br>
              <a:rPr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  - IH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3(20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),MS 16(20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DEABD581-54AE-FF29-47F6-4B3B89B8D3E5}"/>
              </a:ext>
            </a:extLst>
          </p:cNvPr>
          <p:cNvSpPr txBox="1"/>
          <p:nvPr/>
        </p:nvSpPr>
        <p:spPr>
          <a:xfrm>
            <a:off x="9799669" y="2453620"/>
            <a:ext cx="2502415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FRFT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실패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(IH)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부품 주문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회↑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*WM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누수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), D/W (2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C6B8809-BF67-A5DD-7B76-4865AB0AF80E}"/>
              </a:ext>
            </a:extLst>
          </p:cNvPr>
          <p:cNvSpPr txBox="1"/>
          <p:nvPr/>
        </p:nvSpPr>
        <p:spPr>
          <a:xfrm>
            <a:off x="9799669" y="2767210"/>
            <a:ext cx="16074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IH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MS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 제외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all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1D83F30D-ED26-399E-4224-EF6377DB04D7}"/>
              </a:ext>
            </a:extLst>
          </p:cNvPr>
          <p:cNvGrpSpPr/>
          <p:nvPr/>
        </p:nvGrpSpPr>
        <p:grpSpPr>
          <a:xfrm>
            <a:off x="4404068" y="967737"/>
            <a:ext cx="7574571" cy="5657788"/>
            <a:chOff x="4166435" y="931259"/>
            <a:chExt cx="7812204" cy="4744660"/>
          </a:xfrm>
        </p:grpSpPr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637E772F-6D7E-668D-4A78-E28723125EDB}"/>
                </a:ext>
              </a:extLst>
            </p:cNvPr>
            <p:cNvCxnSpPr>
              <a:cxnSpLocks/>
            </p:cNvCxnSpPr>
            <p:nvPr/>
          </p:nvCxnSpPr>
          <p:spPr>
            <a:xfrm>
              <a:off x="4166435" y="931259"/>
              <a:ext cx="6226125" cy="0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F4D5A1A5-95E0-8410-7230-1A1205583A29}"/>
                </a:ext>
              </a:extLst>
            </p:cNvPr>
            <p:cNvCxnSpPr>
              <a:cxnSpLocks/>
            </p:cNvCxnSpPr>
            <p:nvPr/>
          </p:nvCxnSpPr>
          <p:spPr>
            <a:xfrm>
              <a:off x="4166435" y="3318593"/>
              <a:ext cx="7812204" cy="0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0BFB5AC8-5718-F291-7AD0-8F64393924B9}"/>
                </a:ext>
              </a:extLst>
            </p:cNvPr>
            <p:cNvCxnSpPr>
              <a:cxnSpLocks/>
            </p:cNvCxnSpPr>
            <p:nvPr/>
          </p:nvCxnSpPr>
          <p:spPr>
            <a:xfrm>
              <a:off x="4166435" y="5675919"/>
              <a:ext cx="7812204" cy="0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51" name="표 150">
            <a:extLst>
              <a:ext uri="{FF2B5EF4-FFF2-40B4-BE49-F238E27FC236}">
                <a16:creationId xmlns:a16="http://schemas.microsoft.com/office/drawing/2014/main" id="{4D55D4FC-0FD7-3626-F99A-BD40642B3C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8258660"/>
              </p:ext>
            </p:extLst>
          </p:nvPr>
        </p:nvGraphicFramePr>
        <p:xfrm>
          <a:off x="4635158" y="5964726"/>
          <a:ext cx="1565644" cy="519719"/>
        </p:xfrm>
        <a:graphic>
          <a:graphicData uri="http://schemas.openxmlformats.org/drawingml/2006/table">
            <a:tbl>
              <a:tblPr/>
              <a:tblGrid>
                <a:gridCol w="374650">
                  <a:extLst>
                    <a:ext uri="{9D8B030D-6E8A-4147-A177-3AD203B41FA5}">
                      <a16:colId xmlns:a16="http://schemas.microsoft.com/office/drawing/2014/main" val="3853882606"/>
                    </a:ext>
                  </a:extLst>
                </a:gridCol>
                <a:gridCol w="233363">
                  <a:extLst>
                    <a:ext uri="{9D8B030D-6E8A-4147-A177-3AD203B41FA5}">
                      <a16:colId xmlns:a16="http://schemas.microsoft.com/office/drawing/2014/main" val="3524321806"/>
                    </a:ext>
                  </a:extLst>
                </a:gridCol>
                <a:gridCol w="233363">
                  <a:extLst>
                    <a:ext uri="{9D8B030D-6E8A-4147-A177-3AD203B41FA5}">
                      <a16:colId xmlns:a16="http://schemas.microsoft.com/office/drawing/2014/main" val="1366174323"/>
                    </a:ext>
                  </a:extLst>
                </a:gridCol>
                <a:gridCol w="300405">
                  <a:extLst>
                    <a:ext uri="{9D8B030D-6E8A-4147-A177-3AD203B41FA5}">
                      <a16:colId xmlns:a16="http://schemas.microsoft.com/office/drawing/2014/main" val="3705812551"/>
                    </a:ext>
                  </a:extLst>
                </a:gridCol>
                <a:gridCol w="423863">
                  <a:extLst>
                    <a:ext uri="{9D8B030D-6E8A-4147-A177-3AD203B41FA5}">
                      <a16:colId xmlns:a16="http://schemas.microsoft.com/office/drawing/2014/main" val="757727559"/>
                    </a:ext>
                  </a:extLst>
                </a:gridCol>
              </a:tblGrid>
              <a:tr h="2568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</a:t>
                      </a:r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일↑</a:t>
                      </a:r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지연사유</a:t>
                      </a:r>
                      <a:endParaRPr lang="en-US" altLang="ko-KR" sz="800" b="1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누락</a:t>
                      </a:r>
                      <a:r>
                        <a:rPr lang="en-US" altLang="ko-KR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1370739"/>
                  </a:ext>
                </a:extLst>
              </a:tr>
              <a:tr h="114668"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IH/PD/DI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3363245"/>
                  </a:ext>
                </a:extLst>
              </a:tr>
              <a:tr h="114668"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MS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888189"/>
                  </a:ext>
                </a:extLst>
              </a:tr>
            </a:tbl>
          </a:graphicData>
        </a:graphic>
      </p:graphicFrame>
      <p:sp>
        <p:nvSpPr>
          <p:cNvPr id="152" name="TextBox 151">
            <a:extLst>
              <a:ext uri="{FF2B5EF4-FFF2-40B4-BE49-F238E27FC236}">
                <a16:creationId xmlns:a16="http://schemas.microsoft.com/office/drawing/2014/main" id="{5277CF24-6F23-4332-2CC7-39A89B4EBC19}"/>
              </a:ext>
            </a:extLst>
          </p:cNvPr>
          <p:cNvSpPr txBox="1"/>
          <p:nvPr/>
        </p:nvSpPr>
        <p:spPr>
          <a:xfrm>
            <a:off x="6322374" y="3827483"/>
            <a:ext cx="1343301" cy="261610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L/T</a:t>
            </a:r>
            <a:endParaRPr kumimoji="0" lang="ko-KR" altLang="en-US" sz="11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A86958E-7814-DD0E-9CAC-44473F2A4FFA}"/>
              </a:ext>
            </a:extLst>
          </p:cNvPr>
          <p:cNvSpPr txBox="1"/>
          <p:nvPr/>
        </p:nvSpPr>
        <p:spPr>
          <a:xfrm>
            <a:off x="7610579" y="3830466"/>
            <a:ext cx="135757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Ave.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7B67D162-E7A4-A634-504B-55A16B78C067}"/>
              </a:ext>
            </a:extLst>
          </p:cNvPr>
          <p:cNvSpPr txBox="1"/>
          <p:nvPr/>
        </p:nvSpPr>
        <p:spPr>
          <a:xfrm>
            <a:off x="8887523" y="3830466"/>
            <a:ext cx="8706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BEC8460B-E1ED-5CBD-E2A1-5477EDEBF5EC}"/>
              </a:ext>
            </a:extLst>
          </p:cNvPr>
          <p:cNvSpPr txBox="1"/>
          <p:nvPr/>
        </p:nvSpPr>
        <p:spPr>
          <a:xfrm>
            <a:off x="9996103" y="3830466"/>
            <a:ext cx="76031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10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85F6C46F-A0E8-2BAE-82A9-56856221C7C3}"/>
              </a:ext>
            </a:extLst>
          </p:cNvPr>
          <p:cNvSpPr txBox="1"/>
          <p:nvPr/>
        </p:nvSpPr>
        <p:spPr>
          <a:xfrm>
            <a:off x="11192874" y="3830466"/>
            <a:ext cx="63902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3F9D02E-B40D-7241-2C3E-9775EC98D1B1}"/>
              </a:ext>
            </a:extLst>
          </p:cNvPr>
          <p:cNvSpPr txBox="1"/>
          <p:nvPr/>
        </p:nvSpPr>
        <p:spPr>
          <a:xfrm>
            <a:off x="6992645" y="998490"/>
            <a:ext cx="8749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전체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57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6F7FF19-13D3-B644-28DC-D54A3D04231A}"/>
              </a:ext>
            </a:extLst>
          </p:cNvPr>
          <p:cNvSpPr txBox="1"/>
          <p:nvPr/>
        </p:nvSpPr>
        <p:spPr>
          <a:xfrm>
            <a:off x="6322374" y="4069577"/>
            <a:ext cx="1343301" cy="261610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수리지연 사유</a:t>
            </a:r>
            <a:endParaRPr kumimoji="0" lang="ko-KR" altLang="en-US" sz="11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A3C0D4F2-8CB3-3DAE-763D-FCAEDDB10333}"/>
              </a:ext>
            </a:extLst>
          </p:cNvPr>
          <p:cNvSpPr txBox="1"/>
          <p:nvPr/>
        </p:nvSpPr>
        <p:spPr>
          <a:xfrm>
            <a:off x="6322374" y="5886577"/>
            <a:ext cx="4434044" cy="261610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다수 소형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ASC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의 관행적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Pending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Reason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미입력으로 </a:t>
            </a:r>
            <a:r>
              <a:rPr kumimoji="0" lang="en-US" altLang="ko-KR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54%</a:t>
            </a:r>
            <a:r>
              <a:rPr kumimoji="0" lang="ko-KR" altLang="en-US" sz="11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입력 누락 발생</a:t>
            </a:r>
            <a:endParaRPr kumimoji="0" lang="ko-KR" altLang="en-US" sz="110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121D5112-10A3-8126-C15D-3093EBD91AC5}"/>
              </a:ext>
            </a:extLst>
          </p:cNvPr>
          <p:cNvSpPr txBox="1"/>
          <p:nvPr/>
        </p:nvSpPr>
        <p:spPr>
          <a:xfrm>
            <a:off x="6356621" y="4304970"/>
            <a:ext cx="1384731" cy="67710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캐파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/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관리부족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(44%)</a:t>
            </a:r>
            <a:br>
              <a:rPr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수리접수 지연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부품주문 지연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/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입력지연</a:t>
            </a:r>
            <a:endParaRPr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CB29C96-BDB0-B86F-D698-D83371505583}"/>
              </a:ext>
            </a:extLst>
          </p:cNvPr>
          <p:cNvSpPr txBox="1"/>
          <p:nvPr/>
        </p:nvSpPr>
        <p:spPr>
          <a:xfrm>
            <a:off x="6356620" y="4952335"/>
            <a:ext cx="169089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기술력부족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(10%)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86933066-66ED-F509-0F38-9C849996D2E6}"/>
              </a:ext>
            </a:extLst>
          </p:cNvPr>
          <p:cNvSpPr txBox="1"/>
          <p:nvPr/>
        </p:nvSpPr>
        <p:spPr>
          <a:xfrm>
            <a:off x="6356620" y="5176539"/>
            <a:ext cx="211154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부품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공급지연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22%)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- </a:t>
            </a:r>
            <a:r>
              <a:rPr kumimoji="0" lang="fr-FR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BO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단종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E6FB9BD7-7AD8-B23C-0D65-AD47C55D654C}"/>
              </a:ext>
            </a:extLst>
          </p:cNvPr>
          <p:cNvSpPr txBox="1"/>
          <p:nvPr/>
        </p:nvSpPr>
        <p:spPr>
          <a:xfrm>
            <a:off x="7713828" y="4494884"/>
            <a:ext cx="1174386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6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33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7A349A83-2FDB-7925-D434-9A483059B076}"/>
              </a:ext>
            </a:extLst>
          </p:cNvPr>
          <p:cNvSpPr txBox="1"/>
          <p:nvPr/>
        </p:nvSpPr>
        <p:spPr>
          <a:xfrm>
            <a:off x="8787929" y="4610068"/>
            <a:ext cx="1174386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41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25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C89175B-BA24-93A1-09B6-FD0072BB7454}"/>
              </a:ext>
            </a:extLst>
          </p:cNvPr>
          <p:cNvSpPr txBox="1"/>
          <p:nvPr/>
        </p:nvSpPr>
        <p:spPr>
          <a:xfrm>
            <a:off x="10823214" y="4610933"/>
            <a:ext cx="1480867" cy="49244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68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28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,75%)</a:t>
            </a:r>
            <a:br>
              <a:rPr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수리지연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31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(22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,54%)</a:t>
            </a:r>
            <a:br>
              <a:rPr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-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입력지연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44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(25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,49%)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E40EF783-E78C-A1CD-90DC-8D3D0BAD33DE}"/>
              </a:ext>
            </a:extLst>
          </p:cNvPr>
          <p:cNvSpPr txBox="1"/>
          <p:nvPr/>
        </p:nvSpPr>
        <p:spPr>
          <a:xfrm>
            <a:off x="10822992" y="3969105"/>
            <a:ext cx="125868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-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13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입력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14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BB073346-1913-92E1-92E0-1CAE86CE82E9}"/>
              </a:ext>
            </a:extLst>
          </p:cNvPr>
          <p:cNvSpPr txBox="1"/>
          <p:nvPr/>
        </p:nvSpPr>
        <p:spPr>
          <a:xfrm>
            <a:off x="4241473" y="623562"/>
            <a:ext cx="3299460" cy="27699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■ 수리여정별 </a:t>
            </a:r>
            <a:r>
              <a:rPr lang="ko-KR" altLang="en-US" sz="1200" b="1">
                <a:solidFill>
                  <a:prstClr val="black"/>
                </a:solidFill>
                <a:latin typeface="Arial Narrow"/>
                <a:ea typeface="LG스마트체2.0 Regular"/>
              </a:rPr>
              <a:t>수리 </a:t>
            </a:r>
            <a:r>
              <a:rPr lang="en-US" altLang="ko-KR" sz="1200" b="1">
                <a:solidFill>
                  <a:prstClr val="black"/>
                </a:solidFill>
                <a:latin typeface="Arial Narrow"/>
                <a:ea typeface="LG스마트체2.0 Regular"/>
              </a:rPr>
              <a:t>L/T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및 수리지연 사유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260B3823-B726-30EA-4071-F81D2587807A}"/>
              </a:ext>
            </a:extLst>
          </p:cNvPr>
          <p:cNvSpPr txBox="1"/>
          <p:nvPr/>
        </p:nvSpPr>
        <p:spPr>
          <a:xfrm>
            <a:off x="9807676" y="4977756"/>
            <a:ext cx="2148491" cy="5078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buFont typeface="Wingdings" panose="05000000000000000000" pitchFamily="2" charset="2"/>
              <a:buChar char="ü"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FRFT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실패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(22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br>
              <a:rPr lang="en-US" altLang="ko-KR" sz="9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  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부품 주문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회↑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*WM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소음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,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누수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(8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),</a:t>
            </a:r>
            <a:br>
              <a:rPr lang="en-US" altLang="ko-KR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                                   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D/W (8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CC6B861E-DDA4-CEC5-A8FF-E51931BED0DC}"/>
              </a:ext>
            </a:extLst>
          </p:cNvPr>
          <p:cNvSpPr txBox="1"/>
          <p:nvPr/>
        </p:nvSpPr>
        <p:spPr>
          <a:xfrm>
            <a:off x="6356620" y="5493379"/>
            <a:ext cx="211154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OOW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수리취소지연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(14%)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고수리비용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,Self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연락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X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graphicFrame>
        <p:nvGraphicFramePr>
          <p:cNvPr id="136" name="표 135">
            <a:extLst>
              <a:ext uri="{FF2B5EF4-FFF2-40B4-BE49-F238E27FC236}">
                <a16:creationId xmlns:a16="http://schemas.microsoft.com/office/drawing/2014/main" id="{F9EB9477-BFE4-5E45-23B2-D200DFBEB3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90815"/>
              </p:ext>
            </p:extLst>
          </p:nvPr>
        </p:nvGraphicFramePr>
        <p:xfrm>
          <a:off x="4659095" y="3177082"/>
          <a:ext cx="1566962" cy="516255"/>
        </p:xfrm>
        <a:graphic>
          <a:graphicData uri="http://schemas.openxmlformats.org/drawingml/2006/table">
            <a:tbl>
              <a:tblPr/>
              <a:tblGrid>
                <a:gridCol w="259020">
                  <a:extLst>
                    <a:ext uri="{9D8B030D-6E8A-4147-A177-3AD203B41FA5}">
                      <a16:colId xmlns:a16="http://schemas.microsoft.com/office/drawing/2014/main" val="576491017"/>
                    </a:ext>
                  </a:extLst>
                </a:gridCol>
                <a:gridCol w="256547">
                  <a:extLst>
                    <a:ext uri="{9D8B030D-6E8A-4147-A177-3AD203B41FA5}">
                      <a16:colId xmlns:a16="http://schemas.microsoft.com/office/drawing/2014/main" val="657366255"/>
                    </a:ext>
                  </a:extLst>
                </a:gridCol>
                <a:gridCol w="256547">
                  <a:extLst>
                    <a:ext uri="{9D8B030D-6E8A-4147-A177-3AD203B41FA5}">
                      <a16:colId xmlns:a16="http://schemas.microsoft.com/office/drawing/2014/main" val="943759740"/>
                    </a:ext>
                  </a:extLst>
                </a:gridCol>
                <a:gridCol w="333652">
                  <a:extLst>
                    <a:ext uri="{9D8B030D-6E8A-4147-A177-3AD203B41FA5}">
                      <a16:colId xmlns:a16="http://schemas.microsoft.com/office/drawing/2014/main" val="3508870140"/>
                    </a:ext>
                  </a:extLst>
                </a:gridCol>
                <a:gridCol w="461196">
                  <a:extLst>
                    <a:ext uri="{9D8B030D-6E8A-4147-A177-3AD203B41FA5}">
                      <a16:colId xmlns:a16="http://schemas.microsoft.com/office/drawing/2014/main" val="1479740621"/>
                    </a:ext>
                  </a:extLst>
                </a:gridCol>
              </a:tblGrid>
              <a:tr h="141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</a:t>
                      </a:r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일↑</a:t>
                      </a:r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지연사유</a:t>
                      </a:r>
                      <a:endParaRPr lang="en-US" altLang="ko-KR" sz="8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누락</a:t>
                      </a:r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3928346"/>
                  </a:ext>
                </a:extLst>
              </a:tr>
              <a:tr h="73548"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IH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899851"/>
                  </a:ext>
                </a:extLst>
              </a:tr>
              <a:tr h="73548"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MS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533361"/>
                  </a:ext>
                </a:extLst>
              </a:tr>
            </a:tbl>
          </a:graphicData>
        </a:graphic>
      </p:graphicFrame>
      <p:sp>
        <p:nvSpPr>
          <p:cNvPr id="174" name="TextBox 173">
            <a:extLst>
              <a:ext uri="{FF2B5EF4-FFF2-40B4-BE49-F238E27FC236}">
                <a16:creationId xmlns:a16="http://schemas.microsoft.com/office/drawing/2014/main" id="{BAA6EC6D-A82E-BE2F-4D48-2B655F5326BF}"/>
              </a:ext>
            </a:extLst>
          </p:cNvPr>
          <p:cNvSpPr txBox="1"/>
          <p:nvPr/>
        </p:nvSpPr>
        <p:spPr>
          <a:xfrm>
            <a:off x="9807676" y="5351526"/>
            <a:ext cx="8683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50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건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33B611C0-3972-9060-3264-DDEE08AD36D5}"/>
              </a:ext>
            </a:extLst>
          </p:cNvPr>
          <p:cNvSpPr txBox="1"/>
          <p:nvPr/>
        </p:nvSpPr>
        <p:spPr>
          <a:xfrm>
            <a:off x="9807676" y="5563546"/>
            <a:ext cx="1056614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32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(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평균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52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2.0 Regular"/>
              </a:rPr>
              <a:t>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181" name="순서도: 수동 입력 180">
            <a:extLst>
              <a:ext uri="{FF2B5EF4-FFF2-40B4-BE49-F238E27FC236}">
                <a16:creationId xmlns:a16="http://schemas.microsoft.com/office/drawing/2014/main" id="{BAB83833-35BC-8480-08D5-61A3E4F8F2B9}"/>
              </a:ext>
            </a:extLst>
          </p:cNvPr>
          <p:cNvSpPr/>
          <p:nvPr/>
        </p:nvSpPr>
        <p:spPr>
          <a:xfrm>
            <a:off x="4158087" y="982385"/>
            <a:ext cx="263202" cy="5677495"/>
          </a:xfrm>
          <a:prstGeom prst="flowChartManualInpu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  <a:lumMod val="84000"/>
                  <a:alpha val="81000"/>
                </a:schemeClr>
              </a:gs>
              <a:gs pos="48000">
                <a:schemeClr val="bg1">
                  <a:lumMod val="85000"/>
                  <a:shade val="67500"/>
                  <a:satMod val="115000"/>
                  <a:alpha val="89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E60E3F1-4A14-F46D-A39B-6BDF1821865B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4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차트 3">
            <a:extLst>
              <a:ext uri="{FF2B5EF4-FFF2-40B4-BE49-F238E27FC236}">
                <a16:creationId xmlns:a16="http://schemas.microsoft.com/office/drawing/2014/main" id="{73337A67-077B-02D4-2EDF-6635E9F209D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2570418"/>
              </p:ext>
            </p:extLst>
          </p:nvPr>
        </p:nvGraphicFramePr>
        <p:xfrm>
          <a:off x="501398" y="1478455"/>
          <a:ext cx="3629326" cy="13606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DB2B903-B0D8-4C4D-6CF2-F74E41285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171888"/>
              </p:ext>
            </p:extLst>
          </p:nvPr>
        </p:nvGraphicFramePr>
        <p:xfrm>
          <a:off x="399620" y="2781356"/>
          <a:ext cx="3680496" cy="493182"/>
        </p:xfrm>
        <a:graphic>
          <a:graphicData uri="http://schemas.openxmlformats.org/drawingml/2006/table">
            <a:tbl>
              <a:tblPr/>
              <a:tblGrid>
                <a:gridCol w="306708">
                  <a:extLst>
                    <a:ext uri="{9D8B030D-6E8A-4147-A177-3AD203B41FA5}">
                      <a16:colId xmlns:a16="http://schemas.microsoft.com/office/drawing/2014/main" val="2758642397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201861559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3354745358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3933727666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2716090205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1775290037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2221586335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1236942641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2455948002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4090435832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3434518078"/>
                    </a:ext>
                  </a:extLst>
                </a:gridCol>
                <a:gridCol w="306708">
                  <a:extLst>
                    <a:ext uri="{9D8B030D-6E8A-4147-A177-3AD203B41FA5}">
                      <a16:colId xmlns:a16="http://schemas.microsoft.com/office/drawing/2014/main" val="2318136373"/>
                    </a:ext>
                  </a:extLst>
                </a:gridCol>
              </a:tblGrid>
              <a:tr h="16439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WK</a:t>
                      </a:r>
                      <a:endParaRPr lang="fr-F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6228996"/>
                  </a:ext>
                </a:extLst>
              </a:tr>
              <a:tr h="16439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4,040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2,146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2,383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2,451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2,697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1,838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1,915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1,999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27722"/>
                  </a:ext>
                </a:extLst>
              </a:tr>
              <a:tr h="16439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점유율</a:t>
                      </a:r>
                      <a:endParaRPr lang="en-US" alt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62961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43B49494-EC8B-099D-CAD1-9B8B684226C6}"/>
              </a:ext>
            </a:extLst>
          </p:cNvPr>
          <p:cNvSpPr txBox="1"/>
          <p:nvPr/>
        </p:nvSpPr>
        <p:spPr>
          <a:xfrm>
            <a:off x="141344" y="1595463"/>
            <a:ext cx="5105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점유율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A18BF0E-2BFE-D2F5-F316-4D701F42E7BE}"/>
              </a:ext>
            </a:extLst>
          </p:cNvPr>
          <p:cNvSpPr txBox="1"/>
          <p:nvPr/>
        </p:nvSpPr>
        <p:spPr>
          <a:xfrm>
            <a:off x="139497" y="2191808"/>
            <a:ext cx="510540" cy="33855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건수</a:t>
            </a:r>
            <a:br>
              <a:rPr lang="ko-KR" altLang="en-US" sz="800">
                <a:solidFill>
                  <a:prstClr val="black"/>
                </a:solidFill>
                <a:latin typeface="Arial Narrow"/>
                <a:ea typeface="LG스마트체2.0 Regular"/>
              </a:rPr>
            </a:br>
            <a:r>
              <a:rPr lang="ko-KR" altLang="en-US" sz="800">
                <a:solidFill>
                  <a:prstClr val="black"/>
                </a:solidFill>
                <a:latin typeface="Arial Narrow"/>
                <a:ea typeface="LG스마트체2.0 Regular"/>
              </a:rPr>
              <a:t>(K)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88DCCF1-10A2-694B-0FE6-C52908FBEF2B}"/>
              </a:ext>
            </a:extLst>
          </p:cNvPr>
          <p:cNvSpPr txBox="1"/>
          <p:nvPr/>
        </p:nvSpPr>
        <p:spPr>
          <a:xfrm>
            <a:off x="867790" y="1066316"/>
            <a:ext cx="124294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Dash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B’d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오픈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88B2A0B-0F15-6774-2DF3-793EB316DA6E}"/>
              </a:ext>
            </a:extLst>
          </p:cNvPr>
          <p:cNvSpPr txBox="1"/>
          <p:nvPr/>
        </p:nvSpPr>
        <p:spPr>
          <a:xfrm>
            <a:off x="130429" y="1052632"/>
            <a:ext cx="5105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주요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활동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18D235C-20C8-B838-9CB9-E6E1DFAEC239}"/>
              </a:ext>
            </a:extLst>
          </p:cNvPr>
          <p:cNvSpPr txBox="1"/>
          <p:nvPr/>
        </p:nvSpPr>
        <p:spPr>
          <a:xfrm>
            <a:off x="2912592" y="1530932"/>
            <a:ext cx="174650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개선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To-Do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List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배포 및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2Q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글로벌 컨퍼런스 공유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836A689-101D-5EC0-1FE3-7537B0E184E2}"/>
              </a:ext>
            </a:extLst>
          </p:cNvPr>
          <p:cNvSpPr txBox="1"/>
          <p:nvPr/>
        </p:nvSpPr>
        <p:spPr>
          <a:xfrm>
            <a:off x="2424163" y="1308997"/>
            <a:ext cx="13919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미처리코드 재정비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 ~ 5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월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4720F0-47B2-85FC-2408-F5D9AA37167B}"/>
              </a:ext>
            </a:extLst>
          </p:cNvPr>
          <p:cNvSpPr txBox="1"/>
          <p:nvPr/>
        </p:nvSpPr>
        <p:spPr>
          <a:xfrm>
            <a:off x="383699" y="3449981"/>
            <a:ext cx="367953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10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 법인의 장기 미처리가 전체 미처리의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70%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를 점유함</a:t>
            </a:r>
            <a:endParaRPr kumimoji="0" lang="ko-KR" altLang="en-US" sz="1100" b="1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5" name="직선 화살표 연결선 35">
            <a:extLst>
              <a:ext uri="{FF2B5EF4-FFF2-40B4-BE49-F238E27FC236}">
                <a16:creationId xmlns:a16="http://schemas.microsoft.com/office/drawing/2014/main" id="{74EF024F-57F9-83DD-01A2-AC93B1742A6D}"/>
              </a:ext>
            </a:extLst>
          </p:cNvPr>
          <p:cNvCxnSpPr>
            <a:cxnSpLocks/>
            <a:endCxn id="10" idx="1"/>
          </p:cNvCxnSpPr>
          <p:nvPr/>
        </p:nvCxnSpPr>
        <p:spPr>
          <a:xfrm rot="5400000" flipH="1" flipV="1">
            <a:off x="269582" y="1497292"/>
            <a:ext cx="921462" cy="274954"/>
          </a:xfrm>
          <a:prstGeom prst="bentConnector2">
            <a:avLst/>
          </a:prstGeom>
          <a:ln w="63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35">
            <a:extLst>
              <a:ext uri="{FF2B5EF4-FFF2-40B4-BE49-F238E27FC236}">
                <a16:creationId xmlns:a16="http://schemas.microsoft.com/office/drawing/2014/main" id="{AAAB75F0-E4CF-6696-EB16-2A4749F5AD7B}"/>
              </a:ext>
            </a:extLst>
          </p:cNvPr>
          <p:cNvCxnSpPr>
            <a:cxnSpLocks/>
            <a:endCxn id="13" idx="1"/>
          </p:cNvCxnSpPr>
          <p:nvPr/>
        </p:nvCxnSpPr>
        <p:spPr>
          <a:xfrm rot="5400000" flipH="1" flipV="1">
            <a:off x="1689264" y="1447852"/>
            <a:ext cx="766032" cy="703766"/>
          </a:xfrm>
          <a:prstGeom prst="bentConnector2">
            <a:avLst/>
          </a:prstGeom>
          <a:ln w="63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851A64D-F772-5069-329C-F62394284B0B}"/>
              </a:ext>
            </a:extLst>
          </p:cNvPr>
          <p:cNvSpPr txBox="1"/>
          <p:nvPr/>
        </p:nvSpPr>
        <p:spPr>
          <a:xfrm>
            <a:off x="489041" y="6355155"/>
            <a:ext cx="3979979" cy="123111"/>
          </a:xfrm>
          <a:prstGeom prst="rect">
            <a:avLst/>
          </a:prstGeom>
          <a:noFill/>
        </p:spPr>
        <p:txBody>
          <a:bodyPr wrap="square" lIns="0" tIns="0" rIns="0" bIns="0" anchor="ctr" anchorCtr="0">
            <a:spAutoFit/>
          </a:bodyPr>
          <a:lstStyle/>
          <a:p>
            <a:r>
              <a:rPr lang="ko-KR" altLang="en-US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글로벌  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3,546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2.0 Regular"/>
              </a:rPr>
              <a:t> 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4.5%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ko-KR" altLang="en-US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1,838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2.0%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ko-KR" altLang="en-US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1,944 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2.0 Regular"/>
              </a:rPr>
              <a:t>  1.9%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1,999  1.7%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ko-KR" altLang="en-US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1,990  </a:t>
            </a:r>
            <a:r>
              <a:rPr lang="en-US" altLang="ko-KR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1.5%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  <a:r>
              <a:rPr lang="ko-KR" altLang="en-US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 </a:t>
            </a:r>
            <a:r>
              <a:rPr lang="en-US" altLang="ko-KR" sz="800" b="0" i="0" u="none" strike="noStrike">
                <a:solidFill>
                  <a:srgbClr val="006600"/>
                </a:solidFill>
                <a:effectLst/>
                <a:latin typeface="Arial Narrow"/>
                <a:ea typeface="LG스마트체2.0 Regular"/>
              </a:rPr>
              <a:t>1,762    1.5%</a:t>
            </a:r>
            <a:r>
              <a:rPr lang="ko-KR" altLang="en-US" sz="800">
                <a:solidFill>
                  <a:srgbClr val="006600"/>
                </a:solidFill>
                <a:latin typeface="Arial Narrow"/>
                <a:ea typeface="LG스마트체2.0 Regular"/>
              </a:rPr>
              <a:t>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1C7A89A-833B-F32F-DE3B-CA500F0AFDDB}"/>
              </a:ext>
            </a:extLst>
          </p:cNvPr>
          <p:cNvSpPr txBox="1"/>
          <p:nvPr/>
        </p:nvSpPr>
        <p:spPr>
          <a:xfrm>
            <a:off x="4722203" y="1079694"/>
            <a:ext cx="13852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[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제품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vs.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서비스타입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]</a:t>
            </a:r>
            <a:endParaRPr kumimoji="0" lang="ko-KR" altLang="en-US" sz="100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5770B06-1034-345C-F744-0486E67A8858}"/>
              </a:ext>
            </a:extLst>
          </p:cNvPr>
          <p:cNvSpPr txBox="1"/>
          <p:nvPr/>
        </p:nvSpPr>
        <p:spPr>
          <a:xfrm>
            <a:off x="4722203" y="3908389"/>
            <a:ext cx="13852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[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제품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vs.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서비스타입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]</a:t>
            </a:r>
            <a:endParaRPr kumimoji="0" lang="ko-KR" altLang="en-US" sz="100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F41499DA-9BFF-C997-CCA2-799B211556D4}"/>
              </a:ext>
            </a:extLst>
          </p:cNvPr>
          <p:cNvSpPr/>
          <p:nvPr/>
        </p:nvSpPr>
        <p:spPr>
          <a:xfrm flipV="1">
            <a:off x="501398" y="3324957"/>
            <a:ext cx="3447712" cy="130015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40607E05-E095-BEBE-3D5A-F72853F1839C}"/>
              </a:ext>
            </a:extLst>
          </p:cNvPr>
          <p:cNvSpPr/>
          <p:nvPr/>
        </p:nvSpPr>
        <p:spPr>
          <a:xfrm flipV="1">
            <a:off x="7375280" y="3144252"/>
            <a:ext cx="3447712" cy="130015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1E31336-45B9-93E2-DFCC-0B9176159938}"/>
              </a:ext>
            </a:extLst>
          </p:cNvPr>
          <p:cNvSpPr txBox="1"/>
          <p:nvPr/>
        </p:nvSpPr>
        <p:spPr>
          <a:xfrm>
            <a:off x="7014970" y="3327425"/>
            <a:ext cx="4228667" cy="276999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▶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/>
              </a:rPr>
              <a:t> </a:t>
            </a:r>
            <a:r>
              <a:rPr lang="ko-KR" altLang="en-US" sz="1200" b="1">
                <a:solidFill>
                  <a:prstClr val="black"/>
                </a:solidFill>
                <a:latin typeface="Arial Narrow"/>
                <a:ea typeface="LG스마트체2.0 Regular"/>
              </a:rPr>
              <a:t>비기능성 부품(장기공급지연)의 본사 관점 정책 개선 필요</a:t>
            </a:r>
            <a:r>
              <a:rPr lang="en-US" altLang="ko-KR" sz="1200" b="1">
                <a:solidFill>
                  <a:prstClr val="black"/>
                </a:solidFill>
                <a:latin typeface="Arial Narrow"/>
                <a:ea typeface="LG스마트체2.0 Regular"/>
              </a:rPr>
              <a:t> 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2.0 Regular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D260C0-B9B0-EC77-05C7-5314C8D56D0C}"/>
              </a:ext>
            </a:extLst>
          </p:cNvPr>
          <p:cNvSpPr txBox="1"/>
          <p:nvPr/>
        </p:nvSpPr>
        <p:spPr>
          <a:xfrm>
            <a:off x="7008143" y="3826375"/>
            <a:ext cx="8749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전체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46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일</a:t>
            </a: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2A21EC16-17A7-A11A-1A12-A2C3262E5196}"/>
              </a:ext>
            </a:extLst>
          </p:cNvPr>
          <p:cNvCxnSpPr>
            <a:cxnSpLocks/>
          </p:cNvCxnSpPr>
          <p:nvPr/>
        </p:nvCxnSpPr>
        <p:spPr>
          <a:xfrm>
            <a:off x="7759009" y="4177741"/>
            <a:ext cx="4189409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6C89017D-2AB4-0EED-3DEF-51D53D1F5344}"/>
              </a:ext>
            </a:extLst>
          </p:cNvPr>
          <p:cNvSpPr/>
          <p:nvPr/>
        </p:nvSpPr>
        <p:spPr>
          <a:xfrm flipV="1">
            <a:off x="7375280" y="6126150"/>
            <a:ext cx="3447712" cy="130015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1D8AC6A-3BE6-5077-3F62-519664900D63}"/>
              </a:ext>
            </a:extLst>
          </p:cNvPr>
          <p:cNvSpPr txBox="1"/>
          <p:nvPr/>
        </p:nvSpPr>
        <p:spPr>
          <a:xfrm>
            <a:off x="6516368" y="6294479"/>
            <a:ext cx="5413790" cy="276999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▶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WIP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관리 강화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전담 인원 지정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Daily Update)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및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ASC/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고객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Comm.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강화로 개선 진행 중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40" name="실행 단추: 앞으로 또는 다음으로 이동 39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D2C73F0-C174-13A6-E2CA-D53C56547492}"/>
              </a:ext>
            </a:extLst>
          </p:cNvPr>
          <p:cNvSpPr>
            <a:spLocks noChangeAspect="1"/>
          </p:cNvSpPr>
          <p:nvPr/>
        </p:nvSpPr>
        <p:spPr>
          <a:xfrm>
            <a:off x="1852831" y="1104029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실행 단추: 앞으로 또는 다음으로 이동 42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3B872CEC-AB1E-9801-BDBA-F8B96B612DD4}"/>
              </a:ext>
            </a:extLst>
          </p:cNvPr>
          <p:cNvSpPr>
            <a:spLocks noChangeAspect="1"/>
          </p:cNvSpPr>
          <p:nvPr/>
        </p:nvSpPr>
        <p:spPr>
          <a:xfrm>
            <a:off x="3603267" y="1343943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실행 단추: 앞으로 또는 다음으로 이동 43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70D1FC8E-7DA2-7E0B-DF01-4C8C2D82E7D8}"/>
              </a:ext>
            </a:extLst>
          </p:cNvPr>
          <p:cNvSpPr>
            <a:spLocks noChangeAspect="1"/>
          </p:cNvSpPr>
          <p:nvPr/>
        </p:nvSpPr>
        <p:spPr>
          <a:xfrm>
            <a:off x="3924964" y="1826295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실행 단추: 앞으로 또는 다음으로 이동 44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11334102-4579-0733-1FD9-DBC0763CDD12}"/>
              </a:ext>
            </a:extLst>
          </p:cNvPr>
          <p:cNvSpPr>
            <a:spLocks noChangeAspect="1"/>
          </p:cNvSpPr>
          <p:nvPr/>
        </p:nvSpPr>
        <p:spPr>
          <a:xfrm>
            <a:off x="3931595" y="6518731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8448889-F6ED-CA8A-F774-400F1D3D1E79}"/>
              </a:ext>
            </a:extLst>
          </p:cNvPr>
          <p:cNvGrpSpPr/>
          <p:nvPr/>
        </p:nvGrpSpPr>
        <p:grpSpPr>
          <a:xfrm>
            <a:off x="2720682" y="1673697"/>
            <a:ext cx="657947" cy="565808"/>
            <a:chOff x="4459655" y="365291"/>
            <a:chExt cx="353018" cy="288782"/>
          </a:xfrm>
        </p:grpSpPr>
        <p:cxnSp>
          <p:nvCxnSpPr>
            <p:cNvPr id="57" name="직선 화살표 연결선 56">
              <a:extLst>
                <a:ext uri="{FF2B5EF4-FFF2-40B4-BE49-F238E27FC236}">
                  <a16:creationId xmlns:a16="http://schemas.microsoft.com/office/drawing/2014/main" id="{D4CE4631-8501-C939-97EF-3DEBE91CC251}"/>
                </a:ext>
              </a:extLst>
            </p:cNvPr>
            <p:cNvCxnSpPr>
              <a:cxnSpLocks/>
            </p:cNvCxnSpPr>
            <p:nvPr/>
          </p:nvCxnSpPr>
          <p:spPr>
            <a:xfrm>
              <a:off x="4463730" y="370503"/>
              <a:ext cx="141608" cy="0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4BD9052B-8A23-4EC8-E8D0-DA5B65137325}"/>
                </a:ext>
              </a:extLst>
            </p:cNvPr>
            <p:cNvCxnSpPr>
              <a:cxnSpLocks/>
            </p:cNvCxnSpPr>
            <p:nvPr/>
          </p:nvCxnSpPr>
          <p:spPr>
            <a:xfrm>
              <a:off x="4459655" y="365291"/>
              <a:ext cx="353018" cy="288782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5449628B-FD3D-619A-BAA9-A88C7722A36F}"/>
              </a:ext>
            </a:extLst>
          </p:cNvPr>
          <p:cNvSpPr txBox="1"/>
          <p:nvPr/>
        </p:nvSpPr>
        <p:spPr>
          <a:xfrm>
            <a:off x="3151758" y="6532054"/>
            <a:ext cx="787403" cy="123111"/>
          </a:xfrm>
          <a:prstGeom prst="rect">
            <a:avLst/>
          </a:prstGeom>
          <a:noFill/>
        </p:spPr>
        <p:txBody>
          <a:bodyPr wrap="square" lIns="0" tIns="0" rIns="0" bIns="0" anchor="ctr" anchorCtr="0">
            <a:spAutoFit/>
          </a:bodyPr>
          <a:lstStyle/>
          <a:p>
            <a:r>
              <a:rPr lang="ko-KR" altLang="en-US" sz="800" b="0" i="1" u="none" strike="noStrike" err="1">
                <a:effectLst/>
                <a:latin typeface="Arial Narrow" panose="020B0606020202030204" pitchFamily="34" charset="0"/>
                <a:ea typeface="LG스마트체2.0 Regular" panose="020B0600000101010101" pitchFamily="50" charset="-127"/>
              </a:rPr>
              <a:t>법인별</a:t>
            </a:r>
            <a:r>
              <a:rPr lang="ko-KR" altLang="en-US" sz="800" b="0" i="1" u="none" strike="noStrike">
                <a:effectLst/>
                <a:latin typeface="Arial Narrow" panose="020B0606020202030204" pitchFamily="34" charset="0"/>
                <a:ea typeface="LG스마트체2.0 Regular" panose="020B0600000101010101" pitchFamily="50" charset="-127"/>
              </a:rPr>
              <a:t> 개선 계획</a:t>
            </a:r>
            <a:endParaRPr lang="ko-KR" altLang="en-US" sz="800" i="1"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CEC9888-CAC1-9393-57F1-7587D7A758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5948179"/>
              </p:ext>
            </p:extLst>
          </p:nvPr>
        </p:nvGraphicFramePr>
        <p:xfrm>
          <a:off x="326703" y="3763177"/>
          <a:ext cx="3803177" cy="2567303"/>
        </p:xfrm>
        <a:graphic>
          <a:graphicData uri="http://schemas.openxmlformats.org/drawingml/2006/table">
            <a:tbl>
              <a:tblPr/>
              <a:tblGrid>
                <a:gridCol w="149979">
                  <a:extLst>
                    <a:ext uri="{9D8B030D-6E8A-4147-A177-3AD203B41FA5}">
                      <a16:colId xmlns:a16="http://schemas.microsoft.com/office/drawing/2014/main" val="414488864"/>
                    </a:ext>
                  </a:extLst>
                </a:gridCol>
                <a:gridCol w="349440">
                  <a:extLst>
                    <a:ext uri="{9D8B030D-6E8A-4147-A177-3AD203B41FA5}">
                      <a16:colId xmlns:a16="http://schemas.microsoft.com/office/drawing/2014/main" val="1418566595"/>
                    </a:ext>
                  </a:extLst>
                </a:gridCol>
                <a:gridCol w="267490">
                  <a:extLst>
                    <a:ext uri="{9D8B030D-6E8A-4147-A177-3AD203B41FA5}">
                      <a16:colId xmlns:a16="http://schemas.microsoft.com/office/drawing/2014/main" val="1980525170"/>
                    </a:ext>
                  </a:extLst>
                </a:gridCol>
                <a:gridCol w="272130">
                  <a:extLst>
                    <a:ext uri="{9D8B030D-6E8A-4147-A177-3AD203B41FA5}">
                      <a16:colId xmlns:a16="http://schemas.microsoft.com/office/drawing/2014/main" val="196806543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4147262177"/>
                    </a:ext>
                  </a:extLst>
                </a:gridCol>
                <a:gridCol w="288622">
                  <a:extLst>
                    <a:ext uri="{9D8B030D-6E8A-4147-A177-3AD203B41FA5}">
                      <a16:colId xmlns:a16="http://schemas.microsoft.com/office/drawing/2014/main" val="2454283417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611758644"/>
                    </a:ext>
                  </a:extLst>
                </a:gridCol>
                <a:gridCol w="288622">
                  <a:extLst>
                    <a:ext uri="{9D8B030D-6E8A-4147-A177-3AD203B41FA5}">
                      <a16:colId xmlns:a16="http://schemas.microsoft.com/office/drawing/2014/main" val="3851252447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2429230139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1534894066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1872223321"/>
                    </a:ext>
                  </a:extLst>
                </a:gridCol>
                <a:gridCol w="268942">
                  <a:extLst>
                    <a:ext uri="{9D8B030D-6E8A-4147-A177-3AD203B41FA5}">
                      <a16:colId xmlns:a16="http://schemas.microsoft.com/office/drawing/2014/main" val="3443781088"/>
                    </a:ext>
                  </a:extLst>
                </a:gridCol>
                <a:gridCol w="301112">
                  <a:extLst>
                    <a:ext uri="{9D8B030D-6E8A-4147-A177-3AD203B41FA5}">
                      <a16:colId xmlns:a16="http://schemas.microsoft.com/office/drawing/2014/main" val="3073445697"/>
                    </a:ext>
                  </a:extLst>
                </a:gridCol>
                <a:gridCol w="272130">
                  <a:extLst>
                    <a:ext uri="{9D8B030D-6E8A-4147-A177-3AD203B41FA5}">
                      <a16:colId xmlns:a16="http://schemas.microsoft.com/office/drawing/2014/main" val="3684521858"/>
                    </a:ext>
                  </a:extLst>
                </a:gridCol>
              </a:tblGrid>
              <a:tr h="16721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법인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3579983"/>
                  </a:ext>
                </a:extLst>
              </a:tr>
              <a:tr h="16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건수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  <a:endParaRPr lang="fr-F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64173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31.4%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1534383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LGEIS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89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108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11.5%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103 </a:t>
                      </a:r>
                    </a:p>
                  </a:txBody>
                  <a:tcPr marL="9525" marR="36000" marT="952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101 </a:t>
                      </a:r>
                    </a:p>
                  </a:txBody>
                  <a:tcPr marL="9525" marR="36000" marT="952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135708"/>
                  </a:ext>
                </a:extLst>
              </a:tr>
              <a:tr h="21103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fr-F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LGETH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435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25.6%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154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9.8%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188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10.4%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187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10.1%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193 </a:t>
                      </a:r>
                    </a:p>
                  </a:txBody>
                  <a:tcPr marL="9525" marR="36000" marT="952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11.0%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155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9.6%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7832204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LGEES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224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  <a:cs typeface="+mn-cs"/>
                        </a:rPr>
                        <a:t>8.1%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200 </a:t>
                      </a:r>
                    </a:p>
                  </a:txBody>
                  <a:tcPr marL="9525" marR="36000" marT="952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132 </a:t>
                      </a:r>
                    </a:p>
                  </a:txBody>
                  <a:tcPr marL="9525" marR="36000" marT="952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93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12940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LGEAP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113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97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1384754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LGESA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7128522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LGETK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2774476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LGEPR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7259708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LGEAI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1,102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370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109486"/>
                  </a:ext>
                </a:extLst>
              </a:tr>
              <a:tr h="2021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LGECI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7.9%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271546"/>
                  </a:ext>
                </a:extLst>
              </a:tr>
              <a:tr h="202183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계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총비중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2,723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1,276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69.4%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1,291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66.4%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1,271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1,208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60.7%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1,070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60.7%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005701"/>
                  </a:ext>
                </a:extLst>
              </a:tr>
            </a:tbl>
          </a:graphicData>
        </a:graphic>
      </p:graphicFrame>
      <p:cxnSp>
        <p:nvCxnSpPr>
          <p:cNvPr id="16" name="연결선: 꺾임 15">
            <a:extLst>
              <a:ext uri="{FF2B5EF4-FFF2-40B4-BE49-F238E27FC236}">
                <a16:creationId xmlns:a16="http://schemas.microsoft.com/office/drawing/2014/main" id="{B1CFF15A-3E11-BD9B-49B0-64E233F8EC0C}"/>
              </a:ext>
            </a:extLst>
          </p:cNvPr>
          <p:cNvCxnSpPr>
            <a:cxnSpLocks/>
          </p:cNvCxnSpPr>
          <p:nvPr/>
        </p:nvCxnSpPr>
        <p:spPr>
          <a:xfrm flipV="1">
            <a:off x="3011225" y="3693337"/>
            <a:ext cx="1237997" cy="611633"/>
          </a:xfrm>
          <a:prstGeom prst="bentConnector3">
            <a:avLst>
              <a:gd name="adj1" fmla="val 759"/>
            </a:avLst>
          </a:prstGeom>
          <a:ln w="12700">
            <a:solidFill>
              <a:srgbClr val="FF00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3DBAAE2B-D614-B60A-F6C6-FB52B54EA3E0}"/>
              </a:ext>
            </a:extLst>
          </p:cNvPr>
          <p:cNvSpPr txBox="1"/>
          <p:nvPr/>
        </p:nvSpPr>
        <p:spPr>
          <a:xfrm>
            <a:off x="4475676" y="6634588"/>
            <a:ext cx="1239324" cy="123111"/>
          </a:xfrm>
          <a:prstGeom prst="rect">
            <a:avLst/>
          </a:prstGeom>
          <a:noFill/>
        </p:spPr>
        <p:txBody>
          <a:bodyPr wrap="square" lIns="0" tIns="0" rIns="0" bIns="0" anchor="ctr" anchorCtr="0">
            <a:spAutoFit/>
          </a:bodyPr>
          <a:lstStyle/>
          <a:p>
            <a:r>
              <a:rPr lang="en-US" altLang="ko-KR" sz="800" b="0" i="0" u="none" strike="noStrike">
                <a:effectLst/>
                <a:latin typeface="Arial Narrow"/>
                <a:ea typeface="LG스마트체2.0 Regular"/>
              </a:rPr>
              <a:t>※ 4/23</a:t>
            </a:r>
            <a:r>
              <a:rPr lang="ko-KR" altLang="en-US" sz="800" b="0" i="0" u="none" strike="noStrike">
                <a:effectLst/>
                <a:latin typeface="Arial Narrow"/>
                <a:ea typeface="LG스마트체2.0 Regular"/>
              </a:rPr>
              <a:t>일자 </a:t>
            </a:r>
            <a:r>
              <a:rPr lang="ko-KR" altLang="en-US" sz="800">
                <a:latin typeface="Arial Narrow"/>
                <a:ea typeface="LG스마트체2.0 Regular"/>
              </a:rPr>
              <a:t>미처리 </a:t>
            </a:r>
            <a:r>
              <a:rPr lang="en-US" altLang="ko-KR" sz="800">
                <a:latin typeface="Arial Narrow"/>
                <a:ea typeface="LG스마트체2.0 Regular"/>
              </a:rPr>
              <a:t>Data </a:t>
            </a:r>
            <a:r>
              <a:rPr lang="ko-KR" altLang="en-US" sz="800">
                <a:latin typeface="Arial Narrow"/>
                <a:ea typeface="LG스마트체2.0 Regular"/>
              </a:rPr>
              <a:t>기준</a:t>
            </a: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E3FA21B8-78AC-D227-CED1-2D2759F4FB55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10127826" y="856169"/>
            <a:ext cx="512954" cy="397188"/>
          </a:xfrm>
          <a:prstGeom prst="rect">
            <a:avLst/>
          </a:prstGeom>
        </p:spPr>
      </p:pic>
      <p:pic>
        <p:nvPicPr>
          <p:cNvPr id="66" name="그림 65">
            <a:extLst>
              <a:ext uri="{FF2B5EF4-FFF2-40B4-BE49-F238E27FC236}">
                <a16:creationId xmlns:a16="http://schemas.microsoft.com/office/drawing/2014/main" id="{DA25D792-990A-C246-AD15-C8B34B224525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11255909" y="3702397"/>
            <a:ext cx="512954" cy="397188"/>
          </a:xfrm>
          <a:prstGeom prst="rect">
            <a:avLst/>
          </a:prstGeom>
        </p:spPr>
      </p:pic>
      <p:pic>
        <p:nvPicPr>
          <p:cNvPr id="67" name="그림 66">
            <a:extLst>
              <a:ext uri="{FF2B5EF4-FFF2-40B4-BE49-F238E27FC236}">
                <a16:creationId xmlns:a16="http://schemas.microsoft.com/office/drawing/2014/main" id="{006E1DD0-362A-601C-D68E-5186EA20CADB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9082896" y="3702397"/>
            <a:ext cx="512954" cy="3971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442223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24582AA-738D-1086-D5CE-29291A3DB0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TextBox 98">
            <a:extLst>
              <a:ext uri="{FF2B5EF4-FFF2-40B4-BE49-F238E27FC236}">
                <a16:creationId xmlns:a16="http://schemas.microsoft.com/office/drawing/2014/main" id="{B8A313D0-242F-0388-8081-FDDF6C8F83C6}"/>
              </a:ext>
            </a:extLst>
          </p:cNvPr>
          <p:cNvSpPr txBox="1"/>
          <p:nvPr/>
        </p:nvSpPr>
        <p:spPr>
          <a:xfrm>
            <a:off x="9525509" y="1573192"/>
            <a:ext cx="1247457" cy="31047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변화 필요 영역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】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4F265883-A99C-A7E0-DC26-82B601F9D8E0}"/>
              </a:ext>
            </a:extLst>
          </p:cNvPr>
          <p:cNvSpPr txBox="1"/>
          <p:nvPr/>
        </p:nvSpPr>
        <p:spPr>
          <a:xfrm>
            <a:off x="509074" y="619490"/>
            <a:ext cx="111293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1600" b="1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/>
              <a:t>미국 시장에 맞는 지능형 </a:t>
            </a:r>
            <a:r>
              <a:rPr lang="en-US" altLang="ko-KR"/>
              <a:t>T/T </a:t>
            </a:r>
            <a:r>
              <a:rPr lang="ko-KR" altLang="en-US"/>
              <a:t>운영을 통한 생산성 획기적 개선 제안</a:t>
            </a:r>
            <a:endParaRPr kumimoji="0" lang="en-US" altLang="ko-KR" sz="16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8" name="TextBox 97">
            <a:hlinkClick r:id="" action="ppaction://noaction"/>
            <a:extLst>
              <a:ext uri="{FF2B5EF4-FFF2-40B4-BE49-F238E27FC236}">
                <a16:creationId xmlns:a16="http://schemas.microsoft.com/office/drawing/2014/main" id="{8A60717A-AB54-23BE-ACD3-A82F109B44D9}"/>
              </a:ext>
            </a:extLst>
          </p:cNvPr>
          <p:cNvSpPr txBox="1"/>
          <p:nvPr/>
        </p:nvSpPr>
        <p:spPr>
          <a:xfrm>
            <a:off x="3080409" y="1072720"/>
            <a:ext cx="2155956" cy="3145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73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DMS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이관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 Process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개선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8FEB28D-0177-27CA-DA46-F1F0F1D037BA}"/>
              </a:ext>
            </a:extLst>
          </p:cNvPr>
          <p:cNvSpPr txBox="1"/>
          <p:nvPr/>
        </p:nvSpPr>
        <p:spPr>
          <a:xfrm>
            <a:off x="9533567" y="2236440"/>
            <a:ext cx="25038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- Bucket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Dispatch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운영을 위한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건수 최적 라우팅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배분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입고 기능 개발</a:t>
            </a:r>
          </a:p>
        </p:txBody>
      </p:sp>
      <p:sp>
        <p:nvSpPr>
          <p:cNvPr id="101" name="Rounded Rectangle 11">
            <a:extLst>
              <a:ext uri="{FF2B5EF4-FFF2-40B4-BE49-F238E27FC236}">
                <a16:creationId xmlns:a16="http://schemas.microsoft.com/office/drawing/2014/main" id="{88578C05-708A-1E48-7EBC-A45C19D032FF}"/>
              </a:ext>
            </a:extLst>
          </p:cNvPr>
          <p:cNvSpPr/>
          <p:nvPr/>
        </p:nvSpPr>
        <p:spPr>
          <a:xfrm>
            <a:off x="8421237" y="1984866"/>
            <a:ext cx="792000" cy="651684"/>
          </a:xfrm>
          <a:prstGeom prst="roundRect">
            <a:avLst>
              <a:gd name="adj" fmla="val 3564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시스템</a:t>
            </a:r>
            <a:endParaRPr kumimoji="1" lang="ko-KR" altLang="en-US" sz="1100" b="1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02" name="Rounded Rectangle 11">
            <a:extLst>
              <a:ext uri="{FF2B5EF4-FFF2-40B4-BE49-F238E27FC236}">
                <a16:creationId xmlns:a16="http://schemas.microsoft.com/office/drawing/2014/main" id="{B466A91A-78B9-A60C-4E2F-42711E762251}"/>
              </a:ext>
            </a:extLst>
          </p:cNvPr>
          <p:cNvSpPr/>
          <p:nvPr/>
        </p:nvSpPr>
        <p:spPr>
          <a:xfrm>
            <a:off x="8421237" y="2829881"/>
            <a:ext cx="792000" cy="1394840"/>
          </a:xfrm>
          <a:prstGeom prst="roundRect">
            <a:avLst>
              <a:gd name="adj" fmla="val 3564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</a:t>
            </a:r>
            <a:endParaRPr kumimoji="1" lang="ko-KR" altLang="en-US" sz="1100" b="1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9B6AED03-F869-7A99-35DA-AEF80CE5F3F2}"/>
              </a:ext>
            </a:extLst>
          </p:cNvPr>
          <p:cNvSpPr txBox="1"/>
          <p:nvPr/>
        </p:nvSpPr>
        <p:spPr>
          <a:xfrm>
            <a:off x="9677794" y="4565766"/>
            <a:ext cx="942886" cy="31047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기대 효과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】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083A9061-010B-27C9-8A8D-C027006758AD}"/>
              </a:ext>
            </a:extLst>
          </p:cNvPr>
          <p:cNvSpPr txBox="1"/>
          <p:nvPr/>
        </p:nvSpPr>
        <p:spPr>
          <a:xfrm>
            <a:off x="9381715" y="4972652"/>
            <a:ext cx="2412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9303" marR="0" lvl="0" indent="-139303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이관 효율화를 통한 생산성 개선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CFA941-BC51-1E8F-5ACD-EFCFF7A9E9A0}"/>
              </a:ext>
            </a:extLst>
          </p:cNvPr>
          <p:cNvSpPr txBox="1"/>
          <p:nvPr/>
        </p:nvSpPr>
        <p:spPr>
          <a:xfrm>
            <a:off x="9533567" y="5224226"/>
            <a:ext cx="24840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- Bucket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Dispatch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를 통한 최적화된 라우팅으로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생산성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비용 개선</a:t>
            </a:r>
          </a:p>
        </p:txBody>
      </p:sp>
      <p:sp>
        <p:nvSpPr>
          <p:cNvPr id="106" name="Rounded Rectangle 11">
            <a:extLst>
              <a:ext uri="{FF2B5EF4-FFF2-40B4-BE49-F238E27FC236}">
                <a16:creationId xmlns:a16="http://schemas.microsoft.com/office/drawing/2014/main" id="{1843BCA0-A6ED-6F73-3051-4BD4018656E3}"/>
              </a:ext>
            </a:extLst>
          </p:cNvPr>
          <p:cNvSpPr/>
          <p:nvPr/>
        </p:nvSpPr>
        <p:spPr>
          <a:xfrm>
            <a:off x="8421237" y="4972651"/>
            <a:ext cx="792000" cy="852039"/>
          </a:xfrm>
          <a:prstGeom prst="roundRect">
            <a:avLst>
              <a:gd name="adj" fmla="val 3564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생산성</a:t>
            </a:r>
            <a:endParaRPr kumimoji="1" lang="ko-KR" altLang="en-US" sz="1100" b="1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07" name="TextBox 106">
            <a:hlinkClick r:id="" action="ppaction://noaction"/>
            <a:extLst>
              <a:ext uri="{FF2B5EF4-FFF2-40B4-BE49-F238E27FC236}">
                <a16:creationId xmlns:a16="http://schemas.microsoft.com/office/drawing/2014/main" id="{60C2ADE5-D27D-4594-9B47-35D0A1C616A1}"/>
              </a:ext>
            </a:extLst>
          </p:cNvPr>
          <p:cNvSpPr txBox="1"/>
          <p:nvPr/>
        </p:nvSpPr>
        <p:spPr>
          <a:xfrm>
            <a:off x="9071259" y="1072720"/>
            <a:ext cx="2155956" cy="3145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73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변화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필요 영역 및 기대 효과</a:t>
            </a:r>
          </a:p>
        </p:txBody>
      </p:sp>
      <p:cxnSp>
        <p:nvCxnSpPr>
          <p:cNvPr id="108" name="직선 연결선 106">
            <a:extLst>
              <a:ext uri="{FF2B5EF4-FFF2-40B4-BE49-F238E27FC236}">
                <a16:creationId xmlns:a16="http://schemas.microsoft.com/office/drawing/2014/main" id="{57C2411F-AD48-78A5-551E-7ACAFE0C89A6}"/>
              </a:ext>
            </a:extLst>
          </p:cNvPr>
          <p:cNvCxnSpPr>
            <a:cxnSpLocks/>
          </p:cNvCxnSpPr>
          <p:nvPr/>
        </p:nvCxnSpPr>
        <p:spPr>
          <a:xfrm>
            <a:off x="8421237" y="1395755"/>
            <a:ext cx="345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0" name="그림 109" descr="지도, 텍스트, 아틀라스이(가) 표시된 사진&#10;&#10;자동 생성된 설명">
            <a:extLst>
              <a:ext uri="{FF2B5EF4-FFF2-40B4-BE49-F238E27FC236}">
                <a16:creationId xmlns:a16="http://schemas.microsoft.com/office/drawing/2014/main" id="{E29A7BFD-FB7C-AA1E-17A3-094E78D11DB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00387" y="1520417"/>
            <a:ext cx="2376000" cy="2589879"/>
          </a:xfrm>
          <a:prstGeom prst="rect">
            <a:avLst/>
          </a:prstGeom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sp>
        <p:nvSpPr>
          <p:cNvPr id="111" name="TextBox 110">
            <a:extLst>
              <a:ext uri="{FF2B5EF4-FFF2-40B4-BE49-F238E27FC236}">
                <a16:creationId xmlns:a16="http://schemas.microsoft.com/office/drawing/2014/main" id="{A5939D1B-EC70-5002-E9FF-D5DAB4F678A3}"/>
              </a:ext>
            </a:extLst>
          </p:cNvPr>
          <p:cNvSpPr txBox="1"/>
          <p:nvPr/>
        </p:nvSpPr>
        <p:spPr>
          <a:xfrm>
            <a:off x="900387" y="1520417"/>
            <a:ext cx="90217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아틀란타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예시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pic>
        <p:nvPicPr>
          <p:cNvPr id="112" name="그림 111" descr="블랙, 어둠, 흑백, 스크린샷이(가) 표시된 사진&#10;&#10;자동 생성된 설명">
            <a:extLst>
              <a:ext uri="{FF2B5EF4-FFF2-40B4-BE49-F238E27FC236}">
                <a16:creationId xmlns:a16="http://schemas.microsoft.com/office/drawing/2014/main" id="{89A4D77D-E9F8-5CA4-770F-D41A6B4DAC3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duotone>
              <a:prstClr val="black"/>
              <a:schemeClr val="accent2">
                <a:lumMod val="75000"/>
                <a:tint val="45000"/>
                <a:satMod val="400000"/>
              </a:schemeClr>
            </a:duotone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57952" y="1520417"/>
            <a:ext cx="2377463" cy="258805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113" name="이등변 삼각형 112">
            <a:extLst>
              <a:ext uri="{FF2B5EF4-FFF2-40B4-BE49-F238E27FC236}">
                <a16:creationId xmlns:a16="http://schemas.microsoft.com/office/drawing/2014/main" id="{E115D44E-4950-629D-A541-B17230429DA5}"/>
              </a:ext>
            </a:extLst>
          </p:cNvPr>
          <p:cNvSpPr/>
          <p:nvPr/>
        </p:nvSpPr>
        <p:spPr>
          <a:xfrm rot="5400000">
            <a:off x="3447169" y="5033263"/>
            <a:ext cx="1440000" cy="180000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0">
                <a:schemeClr val="bg1">
                  <a:lumMod val="50000"/>
                </a:schemeClr>
              </a:gs>
              <a:gs pos="5600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4" name="사각형: 둥근 모서리 70">
            <a:extLst>
              <a:ext uri="{FF2B5EF4-FFF2-40B4-BE49-F238E27FC236}">
                <a16:creationId xmlns:a16="http://schemas.microsoft.com/office/drawing/2014/main" id="{D54790BF-52D6-8456-5DA4-355D141662BA}"/>
              </a:ext>
            </a:extLst>
          </p:cNvPr>
          <p:cNvSpPr/>
          <p:nvPr/>
        </p:nvSpPr>
        <p:spPr>
          <a:xfrm>
            <a:off x="4445952" y="4132481"/>
            <a:ext cx="3600000" cy="2414446"/>
          </a:xfrm>
          <a:prstGeom prst="roundRect">
            <a:avLst>
              <a:gd name="adj" fmla="val 2364"/>
            </a:avLst>
          </a:prstGeom>
          <a:solidFill>
            <a:schemeClr val="bg1"/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6492A42-2DE5-290B-131A-488053FD8A8A}"/>
              </a:ext>
            </a:extLst>
          </p:cNvPr>
          <p:cNvSpPr txBox="1"/>
          <p:nvPr/>
        </p:nvSpPr>
        <p:spPr>
          <a:xfrm>
            <a:off x="5758768" y="3975824"/>
            <a:ext cx="974368" cy="276999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To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Be</a:t>
            </a:r>
          </a:p>
        </p:txBody>
      </p:sp>
      <p:sp>
        <p:nvSpPr>
          <p:cNvPr id="116" name="모서리가 둥근 직사각형 29">
            <a:extLst>
              <a:ext uri="{FF2B5EF4-FFF2-40B4-BE49-F238E27FC236}">
                <a16:creationId xmlns:a16="http://schemas.microsoft.com/office/drawing/2014/main" id="{2141C01A-3EE1-FF63-6983-A7511D768876}"/>
              </a:ext>
            </a:extLst>
          </p:cNvPr>
          <p:cNvSpPr/>
          <p:nvPr/>
        </p:nvSpPr>
        <p:spPr>
          <a:xfrm>
            <a:off x="5170012" y="4290406"/>
            <a:ext cx="2151881" cy="21600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wrap="none" lIns="0" tIns="0" rIns="0" bIns="0" anchor="ctr">
            <a:noAutofit/>
          </a:bodyPr>
          <a:lstStyle/>
          <a:p>
            <a:pPr marL="0" marR="0" lvl="0" indent="0" algn="ctr" defTabSz="77925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DMS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Bucket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Dispatch</a:t>
            </a:r>
            <a:endParaRPr kumimoji="1" lang="ko-KR" altLang="en-US" sz="11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7637DF36-A2BE-DC41-11F0-8940E251EFCA}"/>
              </a:ext>
            </a:extLst>
          </p:cNvPr>
          <p:cNvSpPr txBox="1"/>
          <p:nvPr/>
        </p:nvSpPr>
        <p:spPr>
          <a:xfrm>
            <a:off x="1600991" y="3975378"/>
            <a:ext cx="974793" cy="276999"/>
          </a:xfrm>
          <a:prstGeom prst="rect">
            <a:avLst/>
          </a:prstGeom>
          <a:solidFill>
            <a:schemeClr val="bg1"/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As - Is</a:t>
            </a:r>
          </a:p>
        </p:txBody>
      </p:sp>
      <p:sp>
        <p:nvSpPr>
          <p:cNvPr id="118" name="모서리가 둥근 직사각형 29">
            <a:extLst>
              <a:ext uri="{FF2B5EF4-FFF2-40B4-BE49-F238E27FC236}">
                <a16:creationId xmlns:a16="http://schemas.microsoft.com/office/drawing/2014/main" id="{ADC89511-00FB-2739-A0C2-4AE5D166CBF8}"/>
              </a:ext>
            </a:extLst>
          </p:cNvPr>
          <p:cNvSpPr/>
          <p:nvPr/>
        </p:nvSpPr>
        <p:spPr>
          <a:xfrm>
            <a:off x="1011977" y="4290024"/>
            <a:ext cx="2152820" cy="216000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wrap="none" lIns="0" tIns="0" rIns="0" bIns="0" anchor="ctr">
            <a:noAutofit/>
          </a:bodyPr>
          <a:lstStyle/>
          <a:p>
            <a:pPr marL="0" marR="0" lvl="0" indent="0" algn="ctr" defTabSz="77925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DMS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개별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Dispatch</a:t>
            </a:r>
            <a:endParaRPr kumimoji="1" lang="ko-KR" altLang="en-US" sz="11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9D7F9346-04DD-5206-E3C4-798D466B5CDA}"/>
              </a:ext>
            </a:extLst>
          </p:cNvPr>
          <p:cNvGraphicFramePr>
            <a:graphicFrameLocks noGrp="1"/>
          </p:cNvGraphicFramePr>
          <p:nvPr/>
        </p:nvGraphicFramePr>
        <p:xfrm>
          <a:off x="4517955" y="5063860"/>
          <a:ext cx="3455995" cy="717550"/>
        </p:xfrm>
        <a:graphic>
          <a:graphicData uri="http://schemas.openxmlformats.org/drawingml/2006/table">
            <a:tbl>
              <a:tblPr/>
              <a:tblGrid>
                <a:gridCol w="380611">
                  <a:extLst>
                    <a:ext uri="{9D8B030D-6E8A-4147-A177-3AD203B41FA5}">
                      <a16:colId xmlns:a16="http://schemas.microsoft.com/office/drawing/2014/main" val="731865903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4098387018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1262600291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2193536624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3546828471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1266661532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3394495833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3666903776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2539532609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1352767608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2750989164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1557346765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2989907614"/>
                    </a:ext>
                  </a:extLst>
                </a:gridCol>
                <a:gridCol w="236568">
                  <a:extLst>
                    <a:ext uri="{9D8B030D-6E8A-4147-A177-3AD203B41FA5}">
                      <a16:colId xmlns:a16="http://schemas.microsoft.com/office/drawing/2014/main" val="2337632308"/>
                    </a:ext>
                  </a:extLst>
                </a:gridCol>
              </a:tblGrid>
              <a:tr h="14351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채널</a:t>
                      </a:r>
                      <a:endParaRPr lang="en-US" altLang="ko-KR" sz="85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'26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3869554"/>
                  </a:ext>
                </a:extLst>
              </a:tr>
              <a:tr h="14351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350" marR="6350" marT="635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853205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</a:t>
                      </a:r>
                      <a:endParaRPr lang="en-US" altLang="ko-KR" sz="85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1,049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1,007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866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1,058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1,059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1,205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1,281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1,260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1,104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1,146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943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3000804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DMS</a:t>
                      </a:r>
                    </a:p>
                  </a:txBody>
                  <a:tcPr marL="6350" marR="6350" marT="635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810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890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888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950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862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0820861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DMS </a:t>
                      </a:r>
                      <a:r>
                        <a:rPr lang="ko-KR" altLang="en-US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외</a:t>
                      </a:r>
                      <a:endParaRPr lang="en-US" altLang="ko-KR" sz="85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350" marR="6350" marT="635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1742516"/>
                  </a:ext>
                </a:extLst>
              </a:tr>
            </a:tbl>
          </a:graphicData>
        </a:graphic>
      </p:graphicFrame>
      <p:sp>
        <p:nvSpPr>
          <p:cNvPr id="120" name="TextBox 119">
            <a:extLst>
              <a:ext uri="{FF2B5EF4-FFF2-40B4-BE49-F238E27FC236}">
                <a16:creationId xmlns:a16="http://schemas.microsoft.com/office/drawing/2014/main" id="{37FE7885-65E5-0B64-5030-D7DDD9984EE4}"/>
              </a:ext>
            </a:extLst>
          </p:cNvPr>
          <p:cNvSpPr txBox="1"/>
          <p:nvPr/>
        </p:nvSpPr>
        <p:spPr>
          <a:xfrm>
            <a:off x="731182" y="4555321"/>
            <a:ext cx="271441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아틀란타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별 </a:t>
            </a:r>
            <a:r>
              <a:rPr lang="en-US" altLang="ko-KR" sz="9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T/T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Fill</a:t>
            </a:r>
            <a:r>
              <a:rPr kumimoji="0" lang="en-US" altLang="ko-KR" sz="900" b="0" i="0" u="none" strike="noStrike" kern="1200" cap="none" spc="0" normalizeH="0" baseline="3000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3000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+mn-cs"/>
              </a:rPr>
              <a:t>1)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현황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</a:t>
            </a:r>
          </a:p>
        </p:txBody>
      </p:sp>
      <p:pic>
        <p:nvPicPr>
          <p:cNvPr id="121" name="그림 120">
            <a:extLst>
              <a:ext uri="{FF2B5EF4-FFF2-40B4-BE49-F238E27FC236}">
                <a16:creationId xmlns:a16="http://schemas.microsoft.com/office/drawing/2014/main" id="{97F4F27D-89AC-FF8D-2550-ABC4F338265A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09988" y="2728313"/>
            <a:ext cx="144000" cy="144000"/>
          </a:xfrm>
          <a:prstGeom prst="rect">
            <a:avLst/>
          </a:prstGeom>
        </p:spPr>
      </p:pic>
      <p:pic>
        <p:nvPicPr>
          <p:cNvPr id="122" name="그림 121">
            <a:extLst>
              <a:ext uri="{FF2B5EF4-FFF2-40B4-BE49-F238E27FC236}">
                <a16:creationId xmlns:a16="http://schemas.microsoft.com/office/drawing/2014/main" id="{C359E7C1-6B38-A4F9-3E07-6CE3EBDBE47F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09182" y="2969325"/>
            <a:ext cx="144000" cy="144000"/>
          </a:xfrm>
          <a:prstGeom prst="rect">
            <a:avLst/>
          </a:prstGeom>
        </p:spPr>
      </p:pic>
      <p:pic>
        <p:nvPicPr>
          <p:cNvPr id="123" name="그림 122">
            <a:extLst>
              <a:ext uri="{FF2B5EF4-FFF2-40B4-BE49-F238E27FC236}">
                <a16:creationId xmlns:a16="http://schemas.microsoft.com/office/drawing/2014/main" id="{A85837E0-611A-E8F8-34DE-DAB37BCF1F87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42153" y="2854313"/>
            <a:ext cx="144000" cy="144000"/>
          </a:xfrm>
          <a:prstGeom prst="rect">
            <a:avLst/>
          </a:prstGeom>
        </p:spPr>
      </p:pic>
      <p:pic>
        <p:nvPicPr>
          <p:cNvPr id="124" name="그림 123">
            <a:extLst>
              <a:ext uri="{FF2B5EF4-FFF2-40B4-BE49-F238E27FC236}">
                <a16:creationId xmlns:a16="http://schemas.microsoft.com/office/drawing/2014/main" id="{563AA171-B636-6B4C-D5D5-F7C7043A92C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32391" y="2122779"/>
            <a:ext cx="144000" cy="144000"/>
          </a:xfrm>
          <a:prstGeom prst="rect">
            <a:avLst/>
          </a:prstGeom>
        </p:spPr>
      </p:pic>
      <p:pic>
        <p:nvPicPr>
          <p:cNvPr id="125" name="그림 124">
            <a:extLst>
              <a:ext uri="{FF2B5EF4-FFF2-40B4-BE49-F238E27FC236}">
                <a16:creationId xmlns:a16="http://schemas.microsoft.com/office/drawing/2014/main" id="{E7FDA163-8354-F665-A057-B8F440B5511F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7117" y="2338931"/>
            <a:ext cx="144000" cy="144000"/>
          </a:xfrm>
          <a:prstGeom prst="rect">
            <a:avLst/>
          </a:prstGeom>
        </p:spPr>
      </p:pic>
      <p:pic>
        <p:nvPicPr>
          <p:cNvPr id="126" name="그림 125">
            <a:extLst>
              <a:ext uri="{FF2B5EF4-FFF2-40B4-BE49-F238E27FC236}">
                <a16:creationId xmlns:a16="http://schemas.microsoft.com/office/drawing/2014/main" id="{4934B285-FC30-0523-2048-31AB7E418300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44195" y="2221754"/>
            <a:ext cx="144000" cy="144000"/>
          </a:xfrm>
          <a:prstGeom prst="rect">
            <a:avLst/>
          </a:prstGeom>
        </p:spPr>
      </p:pic>
      <p:pic>
        <p:nvPicPr>
          <p:cNvPr id="132" name="그림 131">
            <a:extLst>
              <a:ext uri="{FF2B5EF4-FFF2-40B4-BE49-F238E27FC236}">
                <a16:creationId xmlns:a16="http://schemas.microsoft.com/office/drawing/2014/main" id="{61FEDA1E-4785-54B9-6D7A-7D9B2B10BEA0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72995" y="2344707"/>
            <a:ext cx="144000" cy="144000"/>
          </a:xfrm>
          <a:prstGeom prst="rect">
            <a:avLst/>
          </a:prstGeom>
        </p:spPr>
      </p:pic>
      <p:pic>
        <p:nvPicPr>
          <p:cNvPr id="133" name="그림 132">
            <a:extLst>
              <a:ext uri="{FF2B5EF4-FFF2-40B4-BE49-F238E27FC236}">
                <a16:creationId xmlns:a16="http://schemas.microsoft.com/office/drawing/2014/main" id="{8FE0C1AB-E090-0639-96B8-263D783CF381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72995" y="3030595"/>
            <a:ext cx="144000" cy="144000"/>
          </a:xfrm>
          <a:prstGeom prst="rect">
            <a:avLst/>
          </a:prstGeom>
        </p:spPr>
      </p:pic>
      <p:pic>
        <p:nvPicPr>
          <p:cNvPr id="134" name="그림 133">
            <a:extLst>
              <a:ext uri="{FF2B5EF4-FFF2-40B4-BE49-F238E27FC236}">
                <a16:creationId xmlns:a16="http://schemas.microsoft.com/office/drawing/2014/main" id="{F35F21B7-460A-BB12-D8FD-6EEA84453D8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82754" y="3341935"/>
            <a:ext cx="144000" cy="144000"/>
          </a:xfrm>
          <a:prstGeom prst="rect">
            <a:avLst/>
          </a:prstGeom>
        </p:spPr>
      </p:pic>
      <p:pic>
        <p:nvPicPr>
          <p:cNvPr id="135" name="그림 134">
            <a:extLst>
              <a:ext uri="{FF2B5EF4-FFF2-40B4-BE49-F238E27FC236}">
                <a16:creationId xmlns:a16="http://schemas.microsoft.com/office/drawing/2014/main" id="{CADB884E-1709-FD5C-3920-F00D71BA42B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16323" y="2374013"/>
            <a:ext cx="144000" cy="144000"/>
          </a:xfrm>
          <a:prstGeom prst="rect">
            <a:avLst/>
          </a:prstGeom>
        </p:spPr>
      </p:pic>
      <p:pic>
        <p:nvPicPr>
          <p:cNvPr id="136" name="그림 135">
            <a:extLst>
              <a:ext uri="{FF2B5EF4-FFF2-40B4-BE49-F238E27FC236}">
                <a16:creationId xmlns:a16="http://schemas.microsoft.com/office/drawing/2014/main" id="{8FDA6F19-6FB5-7C24-919B-BDF497DC0B9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12843" y="2067158"/>
            <a:ext cx="144000" cy="144000"/>
          </a:xfrm>
          <a:prstGeom prst="rect">
            <a:avLst/>
          </a:prstGeom>
        </p:spPr>
      </p:pic>
      <p:pic>
        <p:nvPicPr>
          <p:cNvPr id="137" name="그림 136">
            <a:extLst>
              <a:ext uri="{FF2B5EF4-FFF2-40B4-BE49-F238E27FC236}">
                <a16:creationId xmlns:a16="http://schemas.microsoft.com/office/drawing/2014/main" id="{905FEC65-A773-D548-C4E4-94CCEEEC3622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55904" y="3421030"/>
            <a:ext cx="144000" cy="144000"/>
          </a:xfrm>
          <a:prstGeom prst="rect">
            <a:avLst/>
          </a:prstGeom>
        </p:spPr>
      </p:pic>
      <p:pic>
        <p:nvPicPr>
          <p:cNvPr id="138" name="그림 137">
            <a:extLst>
              <a:ext uri="{FF2B5EF4-FFF2-40B4-BE49-F238E27FC236}">
                <a16:creationId xmlns:a16="http://schemas.microsoft.com/office/drawing/2014/main" id="{1373222D-AADF-04FD-010D-52428E33734A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43426" y="3328918"/>
            <a:ext cx="144000" cy="144000"/>
          </a:xfrm>
          <a:prstGeom prst="rect">
            <a:avLst/>
          </a:prstGeom>
        </p:spPr>
      </p:pic>
      <p:pic>
        <p:nvPicPr>
          <p:cNvPr id="139" name="그림 138">
            <a:extLst>
              <a:ext uri="{FF2B5EF4-FFF2-40B4-BE49-F238E27FC236}">
                <a16:creationId xmlns:a16="http://schemas.microsoft.com/office/drawing/2014/main" id="{AF405677-14E5-BAE4-93FF-D3C145E02C7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71426" y="2710313"/>
            <a:ext cx="144000" cy="144000"/>
          </a:xfrm>
          <a:prstGeom prst="rect">
            <a:avLst/>
          </a:prstGeom>
        </p:spPr>
      </p:pic>
      <p:pic>
        <p:nvPicPr>
          <p:cNvPr id="140" name="그림 139">
            <a:extLst>
              <a:ext uri="{FF2B5EF4-FFF2-40B4-BE49-F238E27FC236}">
                <a16:creationId xmlns:a16="http://schemas.microsoft.com/office/drawing/2014/main" id="{A41BFAA7-CDC3-2004-219A-E4CB1AE084B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59317" y="2683954"/>
            <a:ext cx="144000" cy="144000"/>
          </a:xfrm>
          <a:prstGeom prst="rect">
            <a:avLst/>
          </a:prstGeom>
        </p:spPr>
      </p:pic>
      <p:sp>
        <p:nvSpPr>
          <p:cNvPr id="141" name="모서리가 둥근 직사각형 29">
            <a:extLst>
              <a:ext uri="{FF2B5EF4-FFF2-40B4-BE49-F238E27FC236}">
                <a16:creationId xmlns:a16="http://schemas.microsoft.com/office/drawing/2014/main" id="{B07D94E7-2C2A-285E-596A-EEC21719FF41}"/>
              </a:ext>
            </a:extLst>
          </p:cNvPr>
          <p:cNvSpPr/>
          <p:nvPr/>
        </p:nvSpPr>
        <p:spPr>
          <a:xfrm>
            <a:off x="450388" y="6034608"/>
            <a:ext cx="3275999" cy="432000"/>
          </a:xfrm>
          <a:prstGeom prst="roundRect">
            <a:avLst>
              <a:gd name="adj" fmla="val 12517"/>
            </a:avLst>
          </a:prstGeom>
          <a:solidFill>
            <a:schemeClr val="bg1">
              <a:lumMod val="95000"/>
            </a:schemeClr>
          </a:solidFill>
        </p:spPr>
        <p:txBody>
          <a:bodyPr wrap="none" lIns="0" tIns="0" rIns="0" bIns="0" anchor="ctr">
            <a:noAutofit/>
          </a:bodyPr>
          <a:lstStyle/>
          <a:p>
            <a:pPr marL="0" marR="0" lvl="0" indent="0" algn="ctr" defTabSz="77925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DMS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별 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권역이 구분되어 있어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T/T Fill 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차이 발생</a:t>
            </a:r>
            <a:b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생산성 개선 한계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84C8D7BC-9FDB-ED3A-2E4E-AD869B86D037}"/>
              </a:ext>
            </a:extLst>
          </p:cNvPr>
          <p:cNvSpPr txBox="1"/>
          <p:nvPr/>
        </p:nvSpPr>
        <p:spPr>
          <a:xfrm>
            <a:off x="5338802" y="4555321"/>
            <a:ext cx="181429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최적 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Capa. </a:t>
            </a:r>
            <a:r>
              <a:rPr kumimoji="0" lang="ko-KR" altLang="en-US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운영 시 기대 처리 건수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C617776E-8F54-D0F1-384D-166BD30CC088}"/>
              </a:ext>
            </a:extLst>
          </p:cNvPr>
          <p:cNvSpPr txBox="1"/>
          <p:nvPr/>
        </p:nvSpPr>
        <p:spPr>
          <a:xfrm>
            <a:off x="4607952" y="4784178"/>
            <a:ext cx="327599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14</a:t>
            </a:r>
            <a:r>
              <a:rPr kumimoji="0" lang="ko-KR" altLang="en-US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(DMS </a:t>
            </a:r>
            <a:r>
              <a:rPr kumimoji="0" lang="ko-KR" altLang="en-US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수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* 3.5 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0" lang="ko-KR" altLang="en-US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생산성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* 21 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0" lang="ko-KR" altLang="en-US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근무 일수</a:t>
            </a:r>
            <a:r>
              <a:rPr kumimoji="0" lang="en-US" altLang="ko-KR" sz="900" b="0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= </a:t>
            </a:r>
            <a:r>
              <a:rPr lang="en-US" altLang="ko-KR" sz="900" b="1" u="sng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1,029</a:t>
            </a:r>
            <a:r>
              <a:rPr kumimoji="0" lang="ko-KR" altLang="en-US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건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44" name="이등변 삼각형 143">
            <a:extLst>
              <a:ext uri="{FF2B5EF4-FFF2-40B4-BE49-F238E27FC236}">
                <a16:creationId xmlns:a16="http://schemas.microsoft.com/office/drawing/2014/main" id="{21F8646F-9EA3-F6D8-8D8E-45070C2E9B80}"/>
              </a:ext>
            </a:extLst>
          </p:cNvPr>
          <p:cNvSpPr/>
          <p:nvPr/>
        </p:nvSpPr>
        <p:spPr>
          <a:xfrm rot="5400000">
            <a:off x="3447169" y="2724444"/>
            <a:ext cx="1440000" cy="180000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0">
                <a:schemeClr val="bg1">
                  <a:lumMod val="50000"/>
                </a:schemeClr>
              </a:gs>
              <a:gs pos="5600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146" name="그림 145">
            <a:extLst>
              <a:ext uri="{FF2B5EF4-FFF2-40B4-BE49-F238E27FC236}">
                <a16:creationId xmlns:a16="http://schemas.microsoft.com/office/drawing/2014/main" id="{B5F4C068-9408-89D1-DE99-E495206FD8B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98888" y="2661458"/>
            <a:ext cx="144000" cy="144000"/>
          </a:xfrm>
          <a:prstGeom prst="rect">
            <a:avLst/>
          </a:prstGeom>
        </p:spPr>
      </p:pic>
      <p:pic>
        <p:nvPicPr>
          <p:cNvPr id="148" name="그림 147">
            <a:extLst>
              <a:ext uri="{FF2B5EF4-FFF2-40B4-BE49-F238E27FC236}">
                <a16:creationId xmlns:a16="http://schemas.microsoft.com/office/drawing/2014/main" id="{7240389E-5A5C-7D2A-5076-20A669C0372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23406" y="2742444"/>
            <a:ext cx="144000" cy="144000"/>
          </a:xfrm>
          <a:prstGeom prst="rect">
            <a:avLst/>
          </a:prstGeom>
        </p:spPr>
      </p:pic>
      <p:sp>
        <p:nvSpPr>
          <p:cNvPr id="150" name="타원 149">
            <a:extLst>
              <a:ext uri="{FF2B5EF4-FFF2-40B4-BE49-F238E27FC236}">
                <a16:creationId xmlns:a16="http://schemas.microsoft.com/office/drawing/2014/main" id="{2862A16F-DBAC-A7A4-7954-958C65AA77A4}"/>
              </a:ext>
            </a:extLst>
          </p:cNvPr>
          <p:cNvSpPr/>
          <p:nvPr/>
        </p:nvSpPr>
        <p:spPr>
          <a:xfrm rot="18795948">
            <a:off x="5103123" y="2171908"/>
            <a:ext cx="1675976" cy="720000"/>
          </a:xfrm>
          <a:prstGeom prst="ellipse">
            <a:avLst/>
          </a:prstGeom>
          <a:noFill/>
          <a:ln w="127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53" name="그림 152">
            <a:extLst>
              <a:ext uri="{FF2B5EF4-FFF2-40B4-BE49-F238E27FC236}">
                <a16:creationId xmlns:a16="http://schemas.microsoft.com/office/drawing/2014/main" id="{F6955990-EB17-B063-CA6B-D87FB5F412F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27904" y="2014135"/>
            <a:ext cx="144000" cy="144000"/>
          </a:xfrm>
          <a:prstGeom prst="rect">
            <a:avLst/>
          </a:prstGeom>
        </p:spPr>
      </p:pic>
      <p:pic>
        <p:nvPicPr>
          <p:cNvPr id="154" name="그림 153">
            <a:extLst>
              <a:ext uri="{FF2B5EF4-FFF2-40B4-BE49-F238E27FC236}">
                <a16:creationId xmlns:a16="http://schemas.microsoft.com/office/drawing/2014/main" id="{892C4932-E4A6-171E-EE89-4D630C48775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18446" y="2879594"/>
            <a:ext cx="144000" cy="144000"/>
          </a:xfrm>
          <a:prstGeom prst="rect">
            <a:avLst/>
          </a:prstGeom>
        </p:spPr>
      </p:pic>
      <p:pic>
        <p:nvPicPr>
          <p:cNvPr id="155" name="그림 154">
            <a:extLst>
              <a:ext uri="{FF2B5EF4-FFF2-40B4-BE49-F238E27FC236}">
                <a16:creationId xmlns:a16="http://schemas.microsoft.com/office/drawing/2014/main" id="{FE8748F5-799A-8764-25C9-B6ADA1B51DB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55036" y="3126292"/>
            <a:ext cx="144000" cy="144000"/>
          </a:xfrm>
          <a:prstGeom prst="rect">
            <a:avLst/>
          </a:prstGeom>
        </p:spPr>
      </p:pic>
      <p:graphicFrame>
        <p:nvGraphicFramePr>
          <p:cNvPr id="157" name="표 156">
            <a:extLst>
              <a:ext uri="{FF2B5EF4-FFF2-40B4-BE49-F238E27FC236}">
                <a16:creationId xmlns:a16="http://schemas.microsoft.com/office/drawing/2014/main" id="{878F6E2C-5A9E-D5FF-2371-4D82553767BA}"/>
              </a:ext>
            </a:extLst>
          </p:cNvPr>
          <p:cNvGraphicFramePr>
            <a:graphicFrameLocks noGrp="1"/>
          </p:cNvGraphicFramePr>
          <p:nvPr/>
        </p:nvGraphicFramePr>
        <p:xfrm>
          <a:off x="977628" y="4920232"/>
          <a:ext cx="2221518" cy="1026795"/>
        </p:xfrm>
        <a:graphic>
          <a:graphicData uri="http://schemas.openxmlformats.org/drawingml/2006/table">
            <a:tbl>
              <a:tblPr/>
              <a:tblGrid>
                <a:gridCol w="926234">
                  <a:extLst>
                    <a:ext uri="{9D8B030D-6E8A-4147-A177-3AD203B41FA5}">
                      <a16:colId xmlns:a16="http://schemas.microsoft.com/office/drawing/2014/main" val="4098387018"/>
                    </a:ext>
                  </a:extLst>
                </a:gridCol>
                <a:gridCol w="323821">
                  <a:extLst>
                    <a:ext uri="{9D8B030D-6E8A-4147-A177-3AD203B41FA5}">
                      <a16:colId xmlns:a16="http://schemas.microsoft.com/office/drawing/2014/main" val="1262600291"/>
                    </a:ext>
                  </a:extLst>
                </a:gridCol>
                <a:gridCol w="323821">
                  <a:extLst>
                    <a:ext uri="{9D8B030D-6E8A-4147-A177-3AD203B41FA5}">
                      <a16:colId xmlns:a16="http://schemas.microsoft.com/office/drawing/2014/main" val="2193536624"/>
                    </a:ext>
                  </a:extLst>
                </a:gridCol>
                <a:gridCol w="323821">
                  <a:extLst>
                    <a:ext uri="{9D8B030D-6E8A-4147-A177-3AD203B41FA5}">
                      <a16:colId xmlns:a16="http://schemas.microsoft.com/office/drawing/2014/main" val="3546828471"/>
                    </a:ext>
                  </a:extLst>
                </a:gridCol>
                <a:gridCol w="323821">
                  <a:extLst>
                    <a:ext uri="{9D8B030D-6E8A-4147-A177-3AD203B41FA5}">
                      <a16:colId xmlns:a16="http://schemas.microsoft.com/office/drawing/2014/main" val="3129439081"/>
                    </a:ext>
                  </a:extLst>
                </a:gridCol>
              </a:tblGrid>
              <a:tr h="14351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엔지니어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 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 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 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 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853205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Adolph Scarlett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84%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3000804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Arthur Gloster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76%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8613059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Frank Hooks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0861559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Gilbert Dupree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96%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6812154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156220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0570236"/>
                  </a:ext>
                </a:extLst>
              </a:tr>
            </a:tbl>
          </a:graphicData>
        </a:graphic>
      </p:graphicFrame>
      <p:sp>
        <p:nvSpPr>
          <p:cNvPr id="158" name="TextBox 157">
            <a:extLst>
              <a:ext uri="{FF2B5EF4-FFF2-40B4-BE49-F238E27FC236}">
                <a16:creationId xmlns:a16="http://schemas.microsoft.com/office/drawing/2014/main" id="{6558DCA0-003E-1B25-5BD3-B65E8D643D1C}"/>
              </a:ext>
            </a:extLst>
          </p:cNvPr>
          <p:cNvSpPr txBox="1"/>
          <p:nvPr/>
        </p:nvSpPr>
        <p:spPr>
          <a:xfrm>
            <a:off x="7402934" y="4858502"/>
            <a:ext cx="1230426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HS / IH Only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C80D9F0F-3A59-41AC-1282-26AEAB64DACD}"/>
              </a:ext>
            </a:extLst>
          </p:cNvPr>
          <p:cNvSpPr txBox="1"/>
          <p:nvPr/>
        </p:nvSpPr>
        <p:spPr>
          <a:xfrm>
            <a:off x="2775672" y="4705386"/>
            <a:ext cx="50400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’25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누적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F805AD5-8FBB-F64C-2850-D8080B82454C}"/>
              </a:ext>
            </a:extLst>
          </p:cNvPr>
          <p:cNvGrpSpPr/>
          <p:nvPr/>
        </p:nvGrpSpPr>
        <p:grpSpPr>
          <a:xfrm>
            <a:off x="977787" y="5689218"/>
            <a:ext cx="2221200" cy="90000"/>
            <a:chOff x="557253" y="6154684"/>
            <a:chExt cx="1773940" cy="108000"/>
          </a:xfrm>
          <a:solidFill>
            <a:schemeClr val="tx2">
              <a:lumMod val="25000"/>
              <a:lumOff val="75000"/>
            </a:schemeClr>
          </a:solidFill>
        </p:grpSpPr>
        <p:sp>
          <p:nvSpPr>
            <p:cNvPr id="161" name="이중 물결 160">
              <a:extLst>
                <a:ext uri="{FF2B5EF4-FFF2-40B4-BE49-F238E27FC236}">
                  <a16:creationId xmlns:a16="http://schemas.microsoft.com/office/drawing/2014/main" id="{F69C6581-9607-0C5B-C287-42D87E1D8993}"/>
                </a:ext>
              </a:extLst>
            </p:cNvPr>
            <p:cNvSpPr/>
            <p:nvPr/>
          </p:nvSpPr>
          <p:spPr>
            <a:xfrm>
              <a:off x="557253" y="6154684"/>
              <a:ext cx="447445" cy="108000"/>
            </a:xfrm>
            <a:prstGeom prst="doubleWave">
              <a:avLst>
                <a:gd name="adj1" fmla="val 125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2" name="이중 물결 161">
              <a:extLst>
                <a:ext uri="{FF2B5EF4-FFF2-40B4-BE49-F238E27FC236}">
                  <a16:creationId xmlns:a16="http://schemas.microsoft.com/office/drawing/2014/main" id="{EBF5BA1D-1ACF-3A92-9965-D61B535F824B}"/>
                </a:ext>
              </a:extLst>
            </p:cNvPr>
            <p:cNvSpPr/>
            <p:nvPr/>
          </p:nvSpPr>
          <p:spPr>
            <a:xfrm>
              <a:off x="998544" y="6154684"/>
              <a:ext cx="447445" cy="108000"/>
            </a:xfrm>
            <a:prstGeom prst="doubleWave">
              <a:avLst>
                <a:gd name="adj1" fmla="val 125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3" name="이중 물결 162">
              <a:extLst>
                <a:ext uri="{FF2B5EF4-FFF2-40B4-BE49-F238E27FC236}">
                  <a16:creationId xmlns:a16="http://schemas.microsoft.com/office/drawing/2014/main" id="{73924D24-19ED-405D-F883-CF35F46B0AB2}"/>
                </a:ext>
              </a:extLst>
            </p:cNvPr>
            <p:cNvSpPr/>
            <p:nvPr/>
          </p:nvSpPr>
          <p:spPr>
            <a:xfrm>
              <a:off x="1440400" y="6154684"/>
              <a:ext cx="447445" cy="108000"/>
            </a:xfrm>
            <a:prstGeom prst="doubleWave">
              <a:avLst>
                <a:gd name="adj1" fmla="val 125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164" name="이중 물결 163">
              <a:extLst>
                <a:ext uri="{FF2B5EF4-FFF2-40B4-BE49-F238E27FC236}">
                  <a16:creationId xmlns:a16="http://schemas.microsoft.com/office/drawing/2014/main" id="{093151BB-BDB5-FA39-86A3-09832B395261}"/>
                </a:ext>
              </a:extLst>
            </p:cNvPr>
            <p:cNvSpPr/>
            <p:nvPr/>
          </p:nvSpPr>
          <p:spPr>
            <a:xfrm>
              <a:off x="1883748" y="6154684"/>
              <a:ext cx="447445" cy="108000"/>
            </a:xfrm>
            <a:prstGeom prst="doubleWave">
              <a:avLst>
                <a:gd name="adj1" fmla="val 125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65" name="모서리가 둥근 직사각형 29">
            <a:extLst>
              <a:ext uri="{FF2B5EF4-FFF2-40B4-BE49-F238E27FC236}">
                <a16:creationId xmlns:a16="http://schemas.microsoft.com/office/drawing/2014/main" id="{E95E9904-C640-A571-87A0-91E35AEFEB72}"/>
              </a:ext>
            </a:extLst>
          </p:cNvPr>
          <p:cNvSpPr/>
          <p:nvPr/>
        </p:nvSpPr>
        <p:spPr>
          <a:xfrm>
            <a:off x="4607953" y="6034608"/>
            <a:ext cx="3275999" cy="432000"/>
          </a:xfrm>
          <a:prstGeom prst="roundRect">
            <a:avLst>
              <a:gd name="adj" fmla="val 12517"/>
            </a:avLst>
          </a:prstGeom>
          <a:solidFill>
            <a:schemeClr val="bg1">
              <a:lumMod val="95000"/>
            </a:schemeClr>
          </a:solidFill>
        </p:spPr>
        <p:txBody>
          <a:bodyPr wrap="none" lIns="0" tIns="0" rIns="0" bIns="0" anchor="ctr">
            <a:noAutofit/>
          </a:bodyPr>
          <a:lstStyle/>
          <a:p>
            <a:pPr marL="0" marR="0" lvl="0" indent="0" algn="ctr" defTabSz="779252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권역 구분 없는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Dispatch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를 통한 도시 전체 </a:t>
            </a:r>
            <a:r>
              <a:rPr kumimoji="1" lang="en-US" altLang="ko-KR" sz="11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Capa</a:t>
            </a:r>
            <a: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</a:t>
            </a:r>
            <a:br>
              <a:rPr kumimoji="1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→ 가용 생산성 극대화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17C3E507-17F8-0E83-E977-BFF63E8FE6B6}"/>
              </a:ext>
            </a:extLst>
          </p:cNvPr>
          <p:cNvSpPr txBox="1"/>
          <p:nvPr/>
        </p:nvSpPr>
        <p:spPr>
          <a:xfrm>
            <a:off x="9595823" y="5593859"/>
            <a:ext cx="204264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2,962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(’25 ASC </a:t>
            </a:r>
            <a:r>
              <a:rPr lang="ko-KR" altLang="en-US" sz="800" err="1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처리건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*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180$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단가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=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533K$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B85527D4-E043-9D64-F629-7D9ED662D034}"/>
              </a:ext>
            </a:extLst>
          </p:cNvPr>
          <p:cNvSpPr/>
          <p:nvPr/>
        </p:nvSpPr>
        <p:spPr>
          <a:xfrm>
            <a:off x="2022522" y="1955012"/>
            <a:ext cx="136152" cy="136152"/>
          </a:xfrm>
          <a:prstGeom prst="ellipse">
            <a:avLst/>
          </a:prstGeom>
          <a:solidFill>
            <a:srgbClr val="AE728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2B2322BE-23D4-9674-1C5F-F4805689BA5C}"/>
              </a:ext>
            </a:extLst>
          </p:cNvPr>
          <p:cNvSpPr/>
          <p:nvPr/>
        </p:nvSpPr>
        <p:spPr>
          <a:xfrm>
            <a:off x="2471396" y="1892010"/>
            <a:ext cx="136152" cy="136152"/>
          </a:xfrm>
          <a:prstGeom prst="ellipse">
            <a:avLst/>
          </a:prstGeom>
          <a:solidFill>
            <a:srgbClr val="908FC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EF8FEA24-C17B-E8C4-3135-BF75DF91E1B2}"/>
              </a:ext>
            </a:extLst>
          </p:cNvPr>
          <p:cNvSpPr/>
          <p:nvPr/>
        </p:nvSpPr>
        <p:spPr>
          <a:xfrm>
            <a:off x="2567595" y="2455381"/>
            <a:ext cx="136152" cy="136152"/>
          </a:xfrm>
          <a:prstGeom prst="ellipse">
            <a:avLst/>
          </a:prstGeom>
          <a:solidFill>
            <a:srgbClr val="68A99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7BF79A2E-A73A-294D-1E85-9249B2EC58D1}"/>
              </a:ext>
            </a:extLst>
          </p:cNvPr>
          <p:cNvSpPr/>
          <p:nvPr/>
        </p:nvSpPr>
        <p:spPr>
          <a:xfrm>
            <a:off x="1715390" y="2464422"/>
            <a:ext cx="136152" cy="136152"/>
          </a:xfrm>
          <a:prstGeom prst="ellipse">
            <a:avLst/>
          </a:prstGeom>
          <a:solidFill>
            <a:srgbClr val="9191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744A13F6-D400-FE2B-95A4-DE23F92861E9}"/>
              </a:ext>
            </a:extLst>
          </p:cNvPr>
          <p:cNvSpPr/>
          <p:nvPr/>
        </p:nvSpPr>
        <p:spPr>
          <a:xfrm>
            <a:off x="1426559" y="2951407"/>
            <a:ext cx="136152" cy="136152"/>
          </a:xfrm>
          <a:prstGeom prst="ellipse">
            <a:avLst/>
          </a:prstGeom>
          <a:solidFill>
            <a:srgbClr val="519DB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4DBE5F-C403-B455-DBE1-F1F816E2ABD6}"/>
              </a:ext>
            </a:extLst>
          </p:cNvPr>
          <p:cNvSpPr/>
          <p:nvPr/>
        </p:nvSpPr>
        <p:spPr>
          <a:xfrm>
            <a:off x="1313538" y="3418606"/>
            <a:ext cx="164663" cy="178333"/>
          </a:xfrm>
          <a:prstGeom prst="ellipse">
            <a:avLst/>
          </a:prstGeom>
          <a:solidFill>
            <a:srgbClr val="A6B7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3E38A88B-7779-88D2-4ECE-572721E2CF4A}"/>
              </a:ext>
            </a:extLst>
          </p:cNvPr>
          <p:cNvSpPr/>
          <p:nvPr/>
        </p:nvSpPr>
        <p:spPr>
          <a:xfrm>
            <a:off x="2712483" y="2976198"/>
            <a:ext cx="108000" cy="108000"/>
          </a:xfrm>
          <a:prstGeom prst="ellipse">
            <a:avLst/>
          </a:prstGeom>
          <a:solidFill>
            <a:srgbClr val="B2937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>
            <a:extLst>
              <a:ext uri="{FF2B5EF4-FFF2-40B4-BE49-F238E27FC236}">
                <a16:creationId xmlns:a16="http://schemas.microsoft.com/office/drawing/2014/main" id="{402A9AC0-81F2-408F-44A0-63E5DCCC3375}"/>
              </a:ext>
            </a:extLst>
          </p:cNvPr>
          <p:cNvSpPr/>
          <p:nvPr/>
        </p:nvSpPr>
        <p:spPr>
          <a:xfrm>
            <a:off x="2519373" y="2800313"/>
            <a:ext cx="108000" cy="108000"/>
          </a:xfrm>
          <a:prstGeom prst="ellipse">
            <a:avLst/>
          </a:prstGeom>
          <a:solidFill>
            <a:srgbClr val="DA9F5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타원 174">
            <a:extLst>
              <a:ext uri="{FF2B5EF4-FFF2-40B4-BE49-F238E27FC236}">
                <a16:creationId xmlns:a16="http://schemas.microsoft.com/office/drawing/2014/main" id="{62E64B23-BB17-00A5-DD20-238BE9B37368}"/>
              </a:ext>
            </a:extLst>
          </p:cNvPr>
          <p:cNvSpPr/>
          <p:nvPr/>
        </p:nvSpPr>
        <p:spPr>
          <a:xfrm>
            <a:off x="2480614" y="3294966"/>
            <a:ext cx="108000" cy="108000"/>
          </a:xfrm>
          <a:prstGeom prst="ellipse">
            <a:avLst/>
          </a:prstGeom>
          <a:solidFill>
            <a:srgbClr val="D7808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F774CEEC-526F-5A14-E347-F93B1EF327DB}"/>
              </a:ext>
            </a:extLst>
          </p:cNvPr>
          <p:cNvSpPr/>
          <p:nvPr/>
        </p:nvSpPr>
        <p:spPr>
          <a:xfrm>
            <a:off x="2030567" y="3041325"/>
            <a:ext cx="108000" cy="108000"/>
          </a:xfrm>
          <a:prstGeom prst="ellipse">
            <a:avLst/>
          </a:prstGeom>
          <a:solidFill>
            <a:srgbClr val="E5A9D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7F751128-7E29-2DC1-C24F-277DB380585A}"/>
              </a:ext>
            </a:extLst>
          </p:cNvPr>
          <p:cNvSpPr/>
          <p:nvPr/>
        </p:nvSpPr>
        <p:spPr>
          <a:xfrm>
            <a:off x="1969246" y="2825131"/>
            <a:ext cx="108000" cy="108000"/>
          </a:xfrm>
          <a:prstGeom prst="ellipse">
            <a:avLst/>
          </a:prstGeom>
          <a:solidFill>
            <a:srgbClr val="E0CE7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E92F83F4-4F6E-2236-7752-B467F2151684}"/>
              </a:ext>
            </a:extLst>
          </p:cNvPr>
          <p:cNvSpPr txBox="1"/>
          <p:nvPr/>
        </p:nvSpPr>
        <p:spPr>
          <a:xfrm>
            <a:off x="9381715" y="2829881"/>
            <a:ext cx="2412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9303" indent="-139303" defTabSz="742951">
              <a:spcBef>
                <a:spcPct val="50000"/>
              </a:spcBef>
              <a:buFont typeface="Wingdings" panose="05000000000000000000" pitchFamily="2" charset="2"/>
              <a:buChar char="q"/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Triaging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Team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신설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운영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20152490-2751-AA3D-F751-95C3E26008D3}"/>
              </a:ext>
            </a:extLst>
          </p:cNvPr>
          <p:cNvSpPr txBox="1"/>
          <p:nvPr/>
        </p:nvSpPr>
        <p:spPr>
          <a:xfrm>
            <a:off x="9381715" y="3573036"/>
            <a:ext cx="2412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9303" indent="-139303" defTabSz="742951">
              <a:spcBef>
                <a:spcPct val="50000"/>
              </a:spcBef>
              <a:buFont typeface="Wingdings" panose="05000000000000000000" pitchFamily="2" charset="2"/>
              <a:buChar char="q"/>
              <a:defRPr/>
            </a:pP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ko-KR" altLang="en-US" sz="1100" b="1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전략도시 별 </a:t>
            </a:r>
            <a:r>
              <a:rPr lang="en-US" altLang="ko-KR" sz="1100" b="1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DMS Hub Storage </a:t>
            </a:r>
            <a:r>
              <a:rPr lang="ko-KR" altLang="en-US" sz="1100" b="1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확보</a:t>
            </a:r>
            <a:r>
              <a:rPr lang="ko-KR" altLang="en-US" sz="110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E0161051-1208-517B-0F3B-8C8525F1BBF2}"/>
              </a:ext>
            </a:extLst>
          </p:cNvPr>
          <p:cNvSpPr txBox="1"/>
          <p:nvPr/>
        </p:nvSpPr>
        <p:spPr>
          <a:xfrm>
            <a:off x="9381715" y="1984866"/>
            <a:ext cx="2734086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9303" marR="0" lvl="0" indent="-139303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(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GSFS) Bucket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이관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라우팅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기능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개발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34" charset="-127"/>
              <a:cs typeface="Arial" panose="020B0604020202020204" pitchFamily="34" charset="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2745DF6-A303-BDE1-86F9-D464AEFDD4D2}"/>
              </a:ext>
            </a:extLst>
          </p:cNvPr>
          <p:cNvSpPr txBox="1"/>
          <p:nvPr/>
        </p:nvSpPr>
        <p:spPr>
          <a:xfrm>
            <a:off x="9533567" y="3081455"/>
            <a:ext cx="28080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1">
              <a:spcBef>
                <a:spcPct val="50000"/>
              </a:spcBef>
              <a:defRPr/>
            </a:pPr>
            <a:r>
              <a:rPr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-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Pre-screening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부품 주문 전담 역할의</a:t>
            </a:r>
            <a:b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</a:b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 Triaging Team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신설 </a:t>
            </a:r>
            <a:r>
              <a:rPr lang="en-US" altLang="ko-KR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lang="ko-KR" altLang="en-US" sz="100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운영</a:t>
            </a:r>
            <a:endParaRPr lang="ko-KR" altLang="en-US" sz="1000" b="0">
              <a:solidFill>
                <a:srgbClr val="FF0000"/>
              </a:solidFill>
              <a:latin typeface="Arial Narrow" panose="020B0606020202030204" pitchFamily="34" charset="0"/>
              <a:ea typeface="LG Smart_H Regular" panose="020B0600000101010101" pitchFamily="34" charset="-127"/>
              <a:cs typeface="Arial" panose="020B0604020202020204" pitchFamily="34" charset="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B2C34D8-4018-7322-821D-9D993B3E418E}"/>
              </a:ext>
            </a:extLst>
          </p:cNvPr>
          <p:cNvSpPr txBox="1"/>
          <p:nvPr/>
        </p:nvSpPr>
        <p:spPr>
          <a:xfrm>
            <a:off x="9533567" y="3824610"/>
            <a:ext cx="28080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742951">
              <a:spcBef>
                <a:spcPct val="50000"/>
              </a:spcBef>
              <a:defRPr/>
            </a:pPr>
            <a:r>
              <a:rPr lang="en-US" altLang="ko-KR" sz="1000" b="0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- </a:t>
            </a:r>
            <a:r>
              <a:rPr lang="ko-KR" altLang="en-US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오전 </a:t>
            </a:r>
            <a:r>
              <a:rPr lang="en-US" altLang="ko-KR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DMS</a:t>
            </a:r>
            <a:r>
              <a:rPr lang="ko-KR" altLang="en-US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들이 </a:t>
            </a:r>
            <a:r>
              <a:rPr lang="en-US" altLang="ko-KR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Hub Storage</a:t>
            </a:r>
            <a:r>
              <a:rPr lang="ko-KR" altLang="en-US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에 모여 </a:t>
            </a:r>
            <a:br>
              <a:rPr lang="en-US" altLang="ko-KR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</a:br>
            <a:r>
              <a:rPr lang="en-US" altLang="ko-KR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  </a:t>
            </a:r>
            <a:r>
              <a:rPr lang="ko-KR" altLang="en-US" sz="1000" b="0" strike="sngStrike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부품 및 차량 등 픽업</a:t>
            </a:r>
          </a:p>
        </p:txBody>
      </p:sp>
      <p:cxnSp>
        <p:nvCxnSpPr>
          <p:cNvPr id="183" name="직선 연결선 106">
            <a:extLst>
              <a:ext uri="{FF2B5EF4-FFF2-40B4-BE49-F238E27FC236}">
                <a16:creationId xmlns:a16="http://schemas.microsoft.com/office/drawing/2014/main" id="{CA27A691-5351-AA9B-C5DC-1182B9295590}"/>
              </a:ext>
            </a:extLst>
          </p:cNvPr>
          <p:cNvCxnSpPr>
            <a:cxnSpLocks/>
          </p:cNvCxnSpPr>
          <p:nvPr/>
        </p:nvCxnSpPr>
        <p:spPr>
          <a:xfrm>
            <a:off x="288387" y="1395755"/>
            <a:ext cx="777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TextBox 183">
            <a:extLst>
              <a:ext uri="{FF2B5EF4-FFF2-40B4-BE49-F238E27FC236}">
                <a16:creationId xmlns:a16="http://schemas.microsoft.com/office/drawing/2014/main" id="{6A7CB0B9-41D8-2BC0-55CF-2DAE31FC7B92}"/>
              </a:ext>
            </a:extLst>
          </p:cNvPr>
          <p:cNvSpPr txBox="1"/>
          <p:nvPr/>
        </p:nvSpPr>
        <p:spPr>
          <a:xfrm>
            <a:off x="9381715" y="5968813"/>
            <a:ext cx="2412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9303" marR="0" lvl="0" indent="-139303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지능형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T/T Global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확산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78A5294-C1CC-5DAF-450B-1595CD475C2A}"/>
              </a:ext>
            </a:extLst>
          </p:cNvPr>
          <p:cNvSpPr txBox="1"/>
          <p:nvPr/>
        </p:nvSpPr>
        <p:spPr>
          <a:xfrm>
            <a:off x="9533566" y="6220387"/>
            <a:ext cx="2658433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74295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-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미국 외 직영센터 운영 국가로 확산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/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적용 가능 </a:t>
            </a:r>
          </a:p>
        </p:txBody>
      </p:sp>
      <p:sp>
        <p:nvSpPr>
          <p:cNvPr id="186" name="Rounded Rectangle 11">
            <a:extLst>
              <a:ext uri="{FF2B5EF4-FFF2-40B4-BE49-F238E27FC236}">
                <a16:creationId xmlns:a16="http://schemas.microsoft.com/office/drawing/2014/main" id="{1990CE20-74C9-2678-AC9B-F44B3B633C0D}"/>
              </a:ext>
            </a:extLst>
          </p:cNvPr>
          <p:cNvSpPr/>
          <p:nvPr/>
        </p:nvSpPr>
        <p:spPr>
          <a:xfrm>
            <a:off x="8421237" y="6020597"/>
            <a:ext cx="792000" cy="446011"/>
          </a:xfrm>
          <a:prstGeom prst="roundRect">
            <a:avLst>
              <a:gd name="adj" fmla="val 3564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확산</a:t>
            </a:r>
            <a:endParaRPr kumimoji="1" lang="ko-KR" altLang="en-US" sz="1100" b="1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188" name="직사각형 25">
            <a:extLst>
              <a:ext uri="{FF2B5EF4-FFF2-40B4-BE49-F238E27FC236}">
                <a16:creationId xmlns:a16="http://schemas.microsoft.com/office/drawing/2014/main" id="{21C3A815-F7A4-4F27-4024-54F40DA2F45F}"/>
              </a:ext>
            </a:extLst>
          </p:cNvPr>
          <p:cNvSpPr/>
          <p:nvPr/>
        </p:nvSpPr>
        <p:spPr>
          <a:xfrm>
            <a:off x="151118" y="6598887"/>
            <a:ext cx="4119718" cy="123111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pPr marL="0" marR="0" lvl="0" indent="0" defTabSz="779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0"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1</a:t>
            </a:r>
            <a:r>
              <a:rPr lang="en-US" altLang="ko-KR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) </a:t>
            </a:r>
            <a:r>
              <a:rPr lang="en-US" altLang="ko-KR" sz="800"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Fill Rate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r>
              <a:rPr lang="en-US" altLang="ko-KR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: DMS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가 하루 </a:t>
            </a:r>
            <a:r>
              <a:rPr lang="en-US" altLang="ko-KR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8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개 </a:t>
            </a:r>
            <a:r>
              <a:rPr lang="en-US" altLang="ko-KR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T/T 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운영 중인데</a:t>
            </a:r>
            <a:r>
              <a:rPr lang="en-US" altLang="ko-KR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그 중 몇 개가 차 있는지를 법인에서 </a:t>
            </a:r>
            <a:r>
              <a:rPr lang="en-US" altLang="ko-KR" sz="800"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Fill Rate</a:t>
            </a:r>
            <a:r>
              <a:rPr lang="ko-KR" altLang="en-US" sz="800"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으로 관리 중</a:t>
            </a:r>
            <a:r>
              <a:rPr lang="ko-KR" altLang="en-US" sz="800" b="0">
                <a:solidFill>
                  <a:schemeClr val="tx1"/>
                </a:solidFill>
                <a:latin typeface="Arial Narrow" panose="020B0606020202030204" pitchFamily="34" charset="0"/>
                <a:ea typeface="LG Smart_H Regular" panose="020B0600000101010101" pitchFamily="34" charset="-127"/>
                <a:cs typeface="Arial" panose="020B0604020202020204" pitchFamily="34" charset="0"/>
              </a:rPr>
              <a:t> 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 Smart_H Regular" panose="020B0600000101010101" pitchFamily="34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562D801-1472-B565-1B99-2159B6638E4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23406" y="2272516"/>
            <a:ext cx="144000" cy="14400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29A292E-3031-B6BA-AD32-F60F43B5EFC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3485" y="2157913"/>
            <a:ext cx="144000" cy="144000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E1CD739-83F3-F1DE-F213-195519F62DC3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73951" y="1981352"/>
            <a:ext cx="144000" cy="144000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A237AF36-3551-1BB5-7B3C-A6300E16E25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84073" y="2995892"/>
            <a:ext cx="144000" cy="144000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B2186CD-2D09-0C77-C4A7-0D5B08D3E0D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71151" y="2878715"/>
            <a:ext cx="144000" cy="144000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0C6D0202-C7CC-98AE-707C-6754DA7EDFB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39799" y="2724119"/>
            <a:ext cx="144000" cy="144000"/>
          </a:xfrm>
          <a:prstGeom prst="rect">
            <a:avLst/>
          </a:prstGeom>
        </p:spPr>
      </p:pic>
      <p:sp>
        <p:nvSpPr>
          <p:cNvPr id="9" name="타원 8">
            <a:extLst>
              <a:ext uri="{FF2B5EF4-FFF2-40B4-BE49-F238E27FC236}">
                <a16:creationId xmlns:a16="http://schemas.microsoft.com/office/drawing/2014/main" id="{D5DEAF64-7258-7E45-6C3F-E94F331C1939}"/>
              </a:ext>
            </a:extLst>
          </p:cNvPr>
          <p:cNvSpPr/>
          <p:nvPr/>
        </p:nvSpPr>
        <p:spPr>
          <a:xfrm rot="18000000">
            <a:off x="5750374" y="2767468"/>
            <a:ext cx="1713680" cy="720000"/>
          </a:xfrm>
          <a:prstGeom prst="ellipse">
            <a:avLst/>
          </a:prstGeom>
          <a:noFill/>
          <a:ln w="12700">
            <a:solidFill>
              <a:schemeClr val="accent6">
                <a:lumMod val="50000"/>
              </a:schemeClr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C3DEABE4-563F-82DD-37DF-E48816DFF741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50362" y="2929477"/>
            <a:ext cx="144000" cy="144000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BD469C0F-1CE7-38E0-C83B-61D8A9E09860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80441" y="2814874"/>
            <a:ext cx="144000" cy="144000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C9C19FB9-0F9A-954F-8824-2C18B69B4DC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00907" y="2638313"/>
            <a:ext cx="144000" cy="14400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1316A2A5-DADD-B260-6423-948180482C07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87961" y="3536369"/>
            <a:ext cx="144000" cy="144000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F5E94D0C-0DBE-BF2B-DA65-FEE2FFC85983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75039" y="3419192"/>
            <a:ext cx="144000" cy="144000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DC8B29B2-DEFA-9272-4829-E43F3A580390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43687" y="3264596"/>
            <a:ext cx="144000" cy="144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0A153BAE-ABE2-A140-799C-75826F3C1012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4250" y="3469954"/>
            <a:ext cx="144000" cy="144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47D401E9-CD2F-D2DB-E2EC-48C0186102A0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84329" y="3355351"/>
            <a:ext cx="144000" cy="144000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E004044E-CA24-0D5A-270F-730C0E17D5C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04795" y="3178790"/>
            <a:ext cx="144000" cy="144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33A898C4-863E-3455-0D9D-07CB1992792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45296" y="2425591"/>
            <a:ext cx="144000" cy="14400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B0166CA7-42D0-05A8-BEDC-66816AADEB9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99687" y="2501373"/>
            <a:ext cx="144000" cy="144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66EC08E2-A7CF-DC70-680B-B188B799AEF1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55822" y="1980322"/>
            <a:ext cx="144000" cy="144000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49CB647C-EF46-B5F7-DA3B-9220C1A0E56A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70523" y="3243554"/>
            <a:ext cx="144000" cy="144000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62B25EBD-68A9-A146-43EB-7226134C60D1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43901" y="3067892"/>
            <a:ext cx="144000" cy="144000"/>
          </a:xfrm>
          <a:prstGeom prst="rect">
            <a:avLst/>
          </a:prstGeom>
        </p:spPr>
      </p:pic>
      <p:sp>
        <p:nvSpPr>
          <p:cNvPr id="30" name="타원 29">
            <a:extLst>
              <a:ext uri="{FF2B5EF4-FFF2-40B4-BE49-F238E27FC236}">
                <a16:creationId xmlns:a16="http://schemas.microsoft.com/office/drawing/2014/main" id="{0B260897-A6CB-CFD8-0ED1-4015D41547D8}"/>
              </a:ext>
            </a:extLst>
          </p:cNvPr>
          <p:cNvSpPr/>
          <p:nvPr/>
        </p:nvSpPr>
        <p:spPr>
          <a:xfrm>
            <a:off x="7112705" y="1608045"/>
            <a:ext cx="246324" cy="141404"/>
          </a:xfrm>
          <a:prstGeom prst="ellipse">
            <a:avLst/>
          </a:prstGeom>
          <a:noFill/>
          <a:ln w="127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7E2EA961-DFC5-DFFD-F10F-16E4AA80C233}"/>
              </a:ext>
            </a:extLst>
          </p:cNvPr>
          <p:cNvSpPr/>
          <p:nvPr/>
        </p:nvSpPr>
        <p:spPr>
          <a:xfrm>
            <a:off x="7112705" y="1810820"/>
            <a:ext cx="246324" cy="141404"/>
          </a:xfrm>
          <a:prstGeom prst="ellipse">
            <a:avLst/>
          </a:prstGeom>
          <a:noFill/>
          <a:ln w="12700">
            <a:solidFill>
              <a:schemeClr val="accent6">
                <a:lumMod val="50000"/>
              </a:schemeClr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CABBEAB-58A3-9405-5092-05E1AA306F05}"/>
              </a:ext>
            </a:extLst>
          </p:cNvPr>
          <p:cNvSpPr txBox="1"/>
          <p:nvPr/>
        </p:nvSpPr>
        <p:spPr>
          <a:xfrm>
            <a:off x="7352134" y="1555582"/>
            <a:ext cx="90217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월요일</a:t>
            </a:r>
            <a:r>
              <a:rPr lang="en-US" altLang="ko-KR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예시</a:t>
            </a:r>
            <a:r>
              <a:rPr lang="en-US" altLang="ko-KR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FB923AD-9CB1-B218-B34E-C11A3D734570}"/>
              </a:ext>
            </a:extLst>
          </p:cNvPr>
          <p:cNvSpPr txBox="1"/>
          <p:nvPr/>
        </p:nvSpPr>
        <p:spPr>
          <a:xfrm>
            <a:off x="7352134" y="1766106"/>
            <a:ext cx="90217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1" rtl="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화요일</a:t>
            </a:r>
            <a:r>
              <a:rPr lang="en-US" altLang="ko-KR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예시</a:t>
            </a:r>
            <a:r>
              <a:rPr lang="en-US" altLang="ko-KR" sz="9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endParaRPr kumimoji="0" lang="en-US" altLang="ko-KR" sz="9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E4CB5455-FF41-AA14-17B0-AA785175751E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2290D2F0-C12C-6F5A-0D62-8651308311B4}"/>
              </a:ext>
            </a:extLst>
          </p:cNvPr>
          <p:cNvSpPr txBox="1"/>
          <p:nvPr/>
        </p:nvSpPr>
        <p:spPr>
          <a:xfrm>
            <a:off x="67622" y="48141"/>
            <a:ext cx="543129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DMS Bucket Dispatch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도입 제안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(3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보고 내용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2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실행 단추: 뒤로 또는 앞으로 이동 20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E8A3C8EF-AEDB-B469-36B8-D6A6D346BD5B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7F3F4-5C41-9695-E678-BFBB45A98DB3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20A90B28-15D6-1256-5C23-96D758BDAE93}"/>
              </a:ext>
            </a:extLst>
          </p:cNvPr>
          <p:cNvCxnSpPr/>
          <p:nvPr/>
        </p:nvCxnSpPr>
        <p:spPr>
          <a:xfrm>
            <a:off x="9620644" y="5798813"/>
            <a:ext cx="2025256" cy="0"/>
          </a:xfrm>
          <a:prstGeom prst="line">
            <a:avLst/>
          </a:prstGeom>
          <a:ln w="6350">
            <a:solidFill>
              <a:srgbClr val="C00000"/>
            </a:solidFill>
            <a:headEnd type="non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267213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472A3F8-D914-0CA3-A282-8C031ED7F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D8E0D3E8-8BE7-03E5-097B-91D940D61711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425237D2-21F8-4DB5-540A-24DB50F4C014}"/>
              </a:ext>
            </a:extLst>
          </p:cNvPr>
          <p:cNvSpPr txBox="1"/>
          <p:nvPr/>
        </p:nvSpPr>
        <p:spPr>
          <a:xfrm>
            <a:off x="67622" y="48141"/>
            <a:ext cx="35974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애틀랜타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운영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Findings</a:t>
            </a:r>
            <a:endParaRPr lang="ko-KR" altLang="en-US" sz="2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C17F93A8-B10A-4DCD-9C0F-0D4159040114}"/>
              </a:ext>
            </a:extLst>
          </p:cNvPr>
          <p:cNvGrpSpPr/>
          <p:nvPr/>
        </p:nvGrpSpPr>
        <p:grpSpPr>
          <a:xfrm>
            <a:off x="756084" y="1069021"/>
            <a:ext cx="4150330" cy="3162157"/>
            <a:chOff x="534324" y="1339184"/>
            <a:chExt cx="4586444" cy="3494434"/>
          </a:xfrm>
        </p:grpSpPr>
        <p:pic>
          <p:nvPicPr>
            <p:cNvPr id="1030" name="Picture 6">
              <a:extLst>
                <a:ext uri="{FF2B5EF4-FFF2-40B4-BE49-F238E27FC236}">
                  <a16:creationId xmlns:a16="http://schemas.microsoft.com/office/drawing/2014/main" id="{591E49A8-7056-9DC0-81A7-EE84C69A9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324" y="1339184"/>
              <a:ext cx="1889178" cy="24515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1" name="Picture 7">
              <a:extLst>
                <a:ext uri="{FF2B5EF4-FFF2-40B4-BE49-F238E27FC236}">
                  <a16:creationId xmlns:a16="http://schemas.microsoft.com/office/drawing/2014/main" id="{FC3DF3F7-A9DE-69F1-0566-B60471EE56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23502" y="1339184"/>
              <a:ext cx="2697266" cy="34944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9" name="그림 28">
            <a:extLst>
              <a:ext uri="{FF2B5EF4-FFF2-40B4-BE49-F238E27FC236}">
                <a16:creationId xmlns:a16="http://schemas.microsoft.com/office/drawing/2014/main" id="{911B2B82-FEC8-EE28-DB8D-F6B827768D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485" y="4231178"/>
            <a:ext cx="3067597" cy="1768467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F8980339-17EF-5F9E-2C76-9D3534E2793F}"/>
              </a:ext>
            </a:extLst>
          </p:cNvPr>
          <p:cNvSpPr txBox="1"/>
          <p:nvPr/>
        </p:nvSpPr>
        <p:spPr>
          <a:xfrm>
            <a:off x="652984" y="6064772"/>
            <a:ext cx="2449136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100">
                <a:latin typeface="Arial Narrow" panose="020B0606020202030204" pitchFamily="34" charset="0"/>
                <a:ea typeface="LG스마트체 Regular" panose="020B0600000101010101" pitchFamily="50" charset="-127"/>
                <a:hlinkClick r:id="rId5" tooltip="http://20.51.244.68:8501/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라우팅 시스템 </a:t>
            </a:r>
            <a:r>
              <a:rPr lang="en-US" altLang="ko-KR" sz="1100">
                <a:latin typeface="Arial Narrow" panose="020B0606020202030204" pitchFamily="34" charset="0"/>
                <a:ea typeface="LG스마트체 Regular" panose="020B0600000101010101" pitchFamily="50" charset="-127"/>
                <a:hlinkClick r:id="rId5" tooltip="http://20.51.244.68:8501/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: http://20.51.244.68:8501/</a:t>
            </a:r>
            <a:endParaRPr lang="ko-KR" altLang="en-US" sz="11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7BB374EA-A609-D35B-5362-0AD027F1657D}"/>
              </a:ext>
            </a:extLst>
          </p:cNvPr>
          <p:cNvCxnSpPr>
            <a:cxnSpLocks/>
          </p:cNvCxnSpPr>
          <p:nvPr/>
        </p:nvCxnSpPr>
        <p:spPr bwMode="auto">
          <a:xfrm>
            <a:off x="652984" y="924901"/>
            <a:ext cx="4446874" cy="0"/>
          </a:xfrm>
          <a:prstGeom prst="line">
            <a:avLst/>
          </a:prstGeom>
          <a:noFill/>
          <a:ln w="635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0A52BF8-9A62-EFB9-AF83-40E16A636E24}"/>
              </a:ext>
            </a:extLst>
          </p:cNvPr>
          <p:cNvSpPr txBox="1"/>
          <p:nvPr/>
        </p:nvSpPr>
        <p:spPr>
          <a:xfrm>
            <a:off x="1384611" y="701741"/>
            <a:ext cx="2983622" cy="19043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지능형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T/T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결과 예시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(5/8)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2D79D57D-E5C6-F0F6-7AF4-66EA93514F44}"/>
              </a:ext>
            </a:extLst>
          </p:cNvPr>
          <p:cNvCxnSpPr>
            <a:cxnSpLocks/>
          </p:cNvCxnSpPr>
          <p:nvPr/>
        </p:nvCxnSpPr>
        <p:spPr bwMode="auto">
          <a:xfrm>
            <a:off x="6237901" y="924901"/>
            <a:ext cx="5380767" cy="0"/>
          </a:xfrm>
          <a:prstGeom prst="line">
            <a:avLst/>
          </a:prstGeom>
          <a:noFill/>
          <a:ln w="635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31784A9E-D7EF-1DBF-6BED-5A22B43A5BDF}"/>
              </a:ext>
            </a:extLst>
          </p:cNvPr>
          <p:cNvSpPr txBox="1"/>
          <p:nvPr/>
        </p:nvSpPr>
        <p:spPr>
          <a:xfrm>
            <a:off x="7436473" y="701741"/>
            <a:ext cx="2983622" cy="19043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Pilo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운영 중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Findings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4" name="Text Box 3">
            <a:extLst>
              <a:ext uri="{FF2B5EF4-FFF2-40B4-BE49-F238E27FC236}">
                <a16:creationId xmlns:a16="http://schemas.microsoft.com/office/drawing/2014/main" id="{72E446B6-F2BC-E0C5-2451-EF08088E1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6510" y="1240042"/>
            <a:ext cx="5790195" cy="9791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lnSpc>
                <a:spcPct val="130000"/>
              </a:lnSpc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장거리 지역 교환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/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환불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save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및 기사 요청 등의 사유로 한 건당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3~5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개의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block*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을 설정한 건 발견</a:t>
            </a:r>
            <a:b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b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Pilot 2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일차 이후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5slot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 개선 되었으나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,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전미지역 대상 전수 점검 필요</a:t>
            </a:r>
            <a:b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  ☞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법인에 기 안내 하였으며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,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운영 규칙 및 개선 책 관련 현장활동 중 점검 예정</a:t>
            </a:r>
            <a:endParaRPr lang="en-US" altLang="ko-KR" sz="1100">
              <a:solidFill>
                <a:srgbClr val="000000"/>
              </a:solidFill>
              <a:latin typeface="Arial Narrow" panose="020B0606020202030204"/>
              <a:ea typeface="LG스마트체 Regular" panose="020B0600000101010101"/>
              <a:cs typeface="Arial" panose="020B0604020202020204" pitchFamily="34" charset="0"/>
            </a:endParaRPr>
          </a:p>
        </p:txBody>
      </p:sp>
      <p:sp>
        <p:nvSpPr>
          <p:cNvPr id="45" name="Text Box 3">
            <a:extLst>
              <a:ext uri="{FF2B5EF4-FFF2-40B4-BE49-F238E27FC236}">
                <a16:creationId xmlns:a16="http://schemas.microsoft.com/office/drawing/2014/main" id="{6D581B14-A958-564C-B08E-F8F51DC7E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8105" y="1065231"/>
            <a:ext cx="4380698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과도한 시간 배정 건 개선 필요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6" name="실행 단추: 뒤로 또는 앞으로 이동 45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C8BFA69D-C8DD-4BE6-1B9C-C0725B84752D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47A7A7F-F684-C184-6FFF-1824F05E99A2}"/>
              </a:ext>
            </a:extLst>
          </p:cNvPr>
          <p:cNvSpPr txBox="1"/>
          <p:nvPr/>
        </p:nvSpPr>
        <p:spPr>
          <a:xfrm>
            <a:off x="6379539" y="1487332"/>
            <a:ext cx="546495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* Block :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장시간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소요 수리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(</a:t>
            </a:r>
            <a:r>
              <a:rPr lang="ko-KR" altLang="en-US" sz="900" err="1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중수리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 등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),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장거리 소요 건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,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기사 요청 등에 의해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1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건에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1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개 이상의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slot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을 배정하는 프로세스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6B6D518-04CA-04EE-E171-F97E66F1714B}"/>
              </a:ext>
            </a:extLst>
          </p:cNvPr>
          <p:cNvSpPr txBox="1"/>
          <p:nvPr/>
        </p:nvSpPr>
        <p:spPr>
          <a:xfrm>
            <a:off x="6379539" y="2188537"/>
            <a:ext cx="269657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※ 5/8 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이관 건 </a:t>
            </a:r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55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건 중 </a:t>
            </a:r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8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건</a:t>
            </a:r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(15%)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이 </a:t>
            </a:r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3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개 이상의 </a:t>
            </a:r>
            <a:r>
              <a:rPr lang="en-US" altLang="ko-KR" sz="900" b="1">
                <a:latin typeface="Arial Narrow" panose="020B0606020202030204"/>
                <a:ea typeface="LG스마트체 Regular" panose="020B0600000101010101"/>
              </a:rPr>
              <a:t>Block </a:t>
            </a:r>
            <a:r>
              <a:rPr lang="ko-KR" altLang="en-US" sz="900" b="1">
                <a:latin typeface="Arial Narrow" panose="020B0606020202030204"/>
                <a:ea typeface="LG스마트체 Regular" panose="020B0600000101010101"/>
              </a:rPr>
              <a:t>설정</a:t>
            </a: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7BF23073-0C9D-0541-1F9C-9E5F2CD337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6510" y="3894099"/>
            <a:ext cx="5790195" cy="3189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lnSpc>
                <a:spcPct val="130000"/>
              </a:lnSpc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DMS RTAT –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생산성 간 적정한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balancing point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발굴 및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GSFS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주말 인식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dynamic scheduling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개발 필요</a:t>
            </a:r>
            <a:endParaRPr lang="en-US" altLang="ko-KR" sz="1100">
              <a:solidFill>
                <a:srgbClr val="000000"/>
              </a:solidFill>
              <a:latin typeface="Arial Narrow" panose="020B0606020202030204"/>
              <a:ea typeface="LG스마트체 Regular" panose="020B0600000101010101"/>
              <a:cs typeface="Arial" panose="020B0604020202020204" pitchFamily="34" charset="0"/>
            </a:endParaRPr>
          </a:p>
        </p:txBody>
      </p:sp>
      <p:sp>
        <p:nvSpPr>
          <p:cNvPr id="9" name="Text Box 3">
            <a:extLst>
              <a:ext uri="{FF2B5EF4-FFF2-40B4-BE49-F238E27FC236}">
                <a16:creationId xmlns:a16="http://schemas.microsoft.com/office/drawing/2014/main" id="{9606CB09-156B-96B2-FA0B-BA9D672B9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8105" y="3708557"/>
            <a:ext cx="4380698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수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목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금 </a:t>
            </a:r>
            <a:r>
              <a:rPr lang="ko-KR" altLang="en-US" sz="11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인입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건 대상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이관 극대화 방안 필요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8C5BB72-3C07-FB01-BBA1-2454FDF63E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616523"/>
              </p:ext>
            </p:extLst>
          </p:nvPr>
        </p:nvGraphicFramePr>
        <p:xfrm>
          <a:off x="6515260" y="4231178"/>
          <a:ext cx="2351524" cy="1086620"/>
        </p:xfrm>
        <a:graphic>
          <a:graphicData uri="http://schemas.openxmlformats.org/drawingml/2006/table">
            <a:tbl>
              <a:tblPr/>
              <a:tblGrid>
                <a:gridCol w="258580">
                  <a:extLst>
                    <a:ext uri="{9D8B030D-6E8A-4147-A177-3AD203B41FA5}">
                      <a16:colId xmlns:a16="http://schemas.microsoft.com/office/drawing/2014/main" val="3431456880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962479637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242038101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768163400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693181207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665125795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3534754003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2986780975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746462987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062107693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163441301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946352591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881117282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2901648362"/>
                    </a:ext>
                  </a:extLst>
                </a:gridCol>
                <a:gridCol w="149496">
                  <a:extLst>
                    <a:ext uri="{9D8B030D-6E8A-4147-A177-3AD203B41FA5}">
                      <a16:colId xmlns:a16="http://schemas.microsoft.com/office/drawing/2014/main" val="3591876742"/>
                    </a:ext>
                  </a:extLst>
                </a:gridCol>
              </a:tblGrid>
              <a:tr h="218042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116590" marR="116590" marT="58295" marB="58295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약속일</a:t>
                      </a:r>
                    </a:p>
                  </a:txBody>
                  <a:tcPr marL="116590" marR="116590" marT="58295" marB="58295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197132"/>
                  </a:ext>
                </a:extLst>
              </a:tr>
              <a:tr h="111457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accent4">
                              <a:lumMod val="50000"/>
                            </a:schemeClr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C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accent4">
                              <a:lumMod val="50000"/>
                            </a:schemeClr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6906074"/>
                  </a:ext>
                </a:extLst>
              </a:tr>
              <a:tr h="145238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수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</a:b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리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</a:b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인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</a:b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입</a:t>
                      </a:r>
                      <a:b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</a:b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일</a:t>
                      </a:r>
                    </a:p>
                  </a:txBody>
                  <a:tcPr marL="116590" marR="116590" marT="58295" marB="58295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FCE4D6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98464"/>
                  </a:ext>
                </a:extLst>
              </a:tr>
              <a:tr h="1452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FCE4D6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734911"/>
                  </a:ext>
                </a:extLst>
              </a:tr>
              <a:tr h="1452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FCE4D6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603075"/>
                  </a:ext>
                </a:extLst>
              </a:tr>
              <a:tr h="1452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FCE4D6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233093"/>
                  </a:ext>
                </a:extLst>
              </a:tr>
              <a:tr h="1452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FCE4D6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Arial Narrow" panose="020B0606020202030204"/>
                          <a:ea typeface="LG스마트체 Regular" panose="020B0600000101010101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227086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A66A8307-6570-FB1F-D3BC-708EE7461683}"/>
              </a:ext>
            </a:extLst>
          </p:cNvPr>
          <p:cNvGrpSpPr/>
          <p:nvPr/>
        </p:nvGrpSpPr>
        <p:grpSpPr>
          <a:xfrm>
            <a:off x="7597924" y="4822508"/>
            <a:ext cx="669425" cy="585806"/>
            <a:chOff x="7597924" y="5230993"/>
            <a:chExt cx="669425" cy="58580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BA9D801-2FA4-6266-6878-380A172C4D2D}"/>
                </a:ext>
              </a:extLst>
            </p:cNvPr>
            <p:cNvSpPr txBox="1"/>
            <p:nvPr/>
          </p:nvSpPr>
          <p:spPr>
            <a:xfrm>
              <a:off x="7597924" y="5230993"/>
              <a:ext cx="52290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Font typeface="Wingdings" panose="05000000000000000000" pitchFamily="2" charset="2"/>
                <a:buChar char="ü"/>
              </a:pPr>
              <a:r>
                <a:rPr lang="en-US" altLang="ko-KR" sz="1100">
                  <a:solidFill>
                    <a:srgbClr val="FF0000"/>
                  </a:solidFill>
                </a:rPr>
                <a:t> </a:t>
              </a:r>
              <a:endParaRPr lang="ko-KR" altLang="en-US" sz="1100">
                <a:solidFill>
                  <a:srgbClr val="FF0000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1052B7A-F2F5-3441-4AD5-A5EA57ECF115}"/>
                </a:ext>
              </a:extLst>
            </p:cNvPr>
            <p:cNvSpPr txBox="1"/>
            <p:nvPr/>
          </p:nvSpPr>
          <p:spPr>
            <a:xfrm>
              <a:off x="7597924" y="5393091"/>
              <a:ext cx="52290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Font typeface="Wingdings" panose="05000000000000000000" pitchFamily="2" charset="2"/>
                <a:buChar char="ü"/>
              </a:pPr>
              <a:r>
                <a:rPr lang="en-US" altLang="ko-KR" sz="1100">
                  <a:solidFill>
                    <a:srgbClr val="FF0000"/>
                  </a:solidFill>
                </a:rPr>
                <a:t> </a:t>
              </a:r>
              <a:endParaRPr lang="ko-KR" altLang="en-US" sz="1100">
                <a:solidFill>
                  <a:srgbClr val="FF0000"/>
                </a:solidFill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075D7DA-1906-F26D-E79C-EDE00A0AE2DC}"/>
                </a:ext>
              </a:extLst>
            </p:cNvPr>
            <p:cNvSpPr txBox="1"/>
            <p:nvPr/>
          </p:nvSpPr>
          <p:spPr>
            <a:xfrm>
              <a:off x="7744449" y="5393091"/>
              <a:ext cx="52290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Font typeface="Wingdings" panose="05000000000000000000" pitchFamily="2" charset="2"/>
                <a:buChar char="ü"/>
              </a:pPr>
              <a:r>
                <a:rPr lang="en-US" altLang="ko-KR" sz="1100">
                  <a:solidFill>
                    <a:srgbClr val="FF0000"/>
                  </a:solidFill>
                </a:rPr>
                <a:t> </a:t>
              </a:r>
              <a:endParaRPr lang="ko-KR" altLang="en-US" sz="1100">
                <a:solidFill>
                  <a:srgbClr val="FF0000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1B6661E-0C2E-754A-2F46-EFE807D0734C}"/>
                </a:ext>
              </a:extLst>
            </p:cNvPr>
            <p:cNvSpPr txBox="1"/>
            <p:nvPr/>
          </p:nvSpPr>
          <p:spPr>
            <a:xfrm>
              <a:off x="7597924" y="5555189"/>
              <a:ext cx="52290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Font typeface="Wingdings" panose="05000000000000000000" pitchFamily="2" charset="2"/>
                <a:buChar char="ü"/>
              </a:pPr>
              <a:r>
                <a:rPr lang="en-US" altLang="ko-KR" sz="1100">
                  <a:solidFill>
                    <a:srgbClr val="FF0000"/>
                  </a:solidFill>
                </a:rPr>
                <a:t> </a:t>
              </a:r>
              <a:endParaRPr lang="ko-KR" altLang="en-US" sz="1100">
                <a:solidFill>
                  <a:srgbClr val="FF0000"/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D3D0773-FD61-2502-3E2D-3448C45AC4D2}"/>
                </a:ext>
              </a:extLst>
            </p:cNvPr>
            <p:cNvSpPr txBox="1"/>
            <p:nvPr/>
          </p:nvSpPr>
          <p:spPr>
            <a:xfrm>
              <a:off x="7744449" y="5555189"/>
              <a:ext cx="52290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Font typeface="Wingdings" panose="05000000000000000000" pitchFamily="2" charset="2"/>
                <a:buChar char="ü"/>
              </a:pPr>
              <a:r>
                <a:rPr lang="en-US" altLang="ko-KR" sz="1100">
                  <a:solidFill>
                    <a:srgbClr val="FF0000"/>
                  </a:solidFill>
                </a:rPr>
                <a:t> </a:t>
              </a:r>
              <a:endParaRPr lang="ko-KR" altLang="en-US" sz="1100">
                <a:solidFill>
                  <a:srgbClr val="FF0000"/>
                </a:solidFill>
              </a:endParaRPr>
            </a:p>
          </p:txBody>
        </p:sp>
      </p:grp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D79E8F2-8F6A-1F79-FC29-9F4F9CDA6124}"/>
              </a:ext>
            </a:extLst>
          </p:cNvPr>
          <p:cNvSpPr/>
          <p:nvPr/>
        </p:nvSpPr>
        <p:spPr>
          <a:xfrm>
            <a:off x="9018500" y="4502475"/>
            <a:ext cx="158751" cy="15875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873F82-52D5-6FFD-5464-D89B467C0F11}"/>
              </a:ext>
            </a:extLst>
          </p:cNvPr>
          <p:cNvSpPr txBox="1"/>
          <p:nvPr/>
        </p:nvSpPr>
        <p:spPr>
          <a:xfrm>
            <a:off x="8966585" y="4750007"/>
            <a:ext cx="52290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en-US" altLang="ko-KR" sz="1100">
                <a:solidFill>
                  <a:srgbClr val="FF0000"/>
                </a:solidFill>
              </a:rPr>
              <a:t> </a:t>
            </a:r>
            <a:endParaRPr lang="ko-KR" altLang="en-US" sz="1100">
              <a:solidFill>
                <a:srgbClr val="FF0000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3460757-C27C-B8A8-645C-08F2A61ADCE3}"/>
              </a:ext>
            </a:extLst>
          </p:cNvPr>
          <p:cNvSpPr txBox="1"/>
          <p:nvPr/>
        </p:nvSpPr>
        <p:spPr>
          <a:xfrm>
            <a:off x="9112018" y="4466434"/>
            <a:ext cx="175560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latin typeface="Arial Narrow" panose="020B0606020202030204"/>
                <a:ea typeface="LG스마트체 Regular" panose="020B0600000101010101"/>
              </a:rPr>
              <a:t>: 1</a:t>
            </a:r>
            <a:r>
              <a:rPr lang="ko-KR" altLang="en-US" sz="900">
                <a:latin typeface="Arial Narrow" panose="020B0606020202030204"/>
                <a:ea typeface="LG스마트체 Regular" panose="020B0600000101010101"/>
              </a:rPr>
              <a:t>차 상담원 </a:t>
            </a:r>
            <a:r>
              <a:rPr lang="en-US" altLang="ko-KR" sz="900">
                <a:latin typeface="Arial Narrow" panose="020B0606020202030204"/>
                <a:ea typeface="LG스마트체 Regular" panose="020B0600000101010101"/>
              </a:rPr>
              <a:t>DMS </a:t>
            </a:r>
            <a:r>
              <a:rPr lang="ko-KR" altLang="en-US" sz="900">
                <a:latin typeface="Arial Narrow" panose="020B0606020202030204"/>
                <a:ea typeface="LG스마트체 Regular" panose="020B0600000101010101"/>
              </a:rPr>
              <a:t>고객 약속 가능일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711189B-475D-6DA8-287C-84D2213C5D7D}"/>
              </a:ext>
            </a:extLst>
          </p:cNvPr>
          <p:cNvSpPr txBox="1"/>
          <p:nvPr/>
        </p:nvSpPr>
        <p:spPr>
          <a:xfrm>
            <a:off x="9112018" y="4761297"/>
            <a:ext cx="113845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latin typeface="Arial Narrow" panose="020B0606020202030204"/>
                <a:ea typeface="LG스마트체 Regular" panose="020B0600000101010101"/>
              </a:rPr>
              <a:t>: DMS </a:t>
            </a:r>
            <a:r>
              <a:rPr lang="ko-KR" altLang="en-US" sz="900">
                <a:latin typeface="Arial Narrow" panose="020B0606020202030204"/>
                <a:ea typeface="LG스마트체 Regular" panose="020B0600000101010101"/>
              </a:rPr>
              <a:t>이관 실기 영역</a:t>
            </a:r>
          </a:p>
        </p:txBody>
      </p:sp>
      <p:sp>
        <p:nvSpPr>
          <p:cNvPr id="31" name="Text Box 3">
            <a:extLst>
              <a:ext uri="{FF2B5EF4-FFF2-40B4-BE49-F238E27FC236}">
                <a16:creationId xmlns:a16="http://schemas.microsoft.com/office/drawing/2014/main" id="{695F15D0-D9A2-04C4-B64E-BF0CF963D2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6510" y="5748687"/>
            <a:ext cx="5790195" cy="535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lnSpc>
                <a:spcPct val="130000"/>
              </a:lnSpc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Pilot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기간 초반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ATL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의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15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명 기사 중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3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명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(20%)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이 지속 휴가로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12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명의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DMS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만 운영</a:t>
            </a:r>
            <a:b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직영기사 근태관리 및 </a:t>
            </a:r>
            <a:r>
              <a:rPr lang="en-US" altLang="ko-KR" sz="1100" err="1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Capa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운영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최적안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 도출필요</a:t>
            </a:r>
            <a:endParaRPr lang="en-US" altLang="ko-KR" sz="1100">
              <a:solidFill>
                <a:srgbClr val="000000"/>
              </a:solidFill>
              <a:latin typeface="Arial Narrow" panose="020B0606020202030204"/>
              <a:ea typeface="LG스마트체 Regular" panose="020B0600000101010101"/>
              <a:cs typeface="Arial" panose="020B0604020202020204" pitchFamily="34" charset="0"/>
            </a:endParaRPr>
          </a:p>
        </p:txBody>
      </p:sp>
      <p:sp>
        <p:nvSpPr>
          <p:cNvPr id="32" name="Text Box 3">
            <a:extLst>
              <a:ext uri="{FF2B5EF4-FFF2-40B4-BE49-F238E27FC236}">
                <a16:creationId xmlns:a16="http://schemas.microsoft.com/office/drawing/2014/main" id="{27D941D8-7333-F008-BE53-E4F9FEA9ED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8105" y="5563145"/>
            <a:ext cx="4380698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1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Capa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운영 관점의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근태 운영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관리체계 점검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97DD9C0-915E-08A7-328C-B69CCF5E33CB}"/>
              </a:ext>
            </a:extLst>
          </p:cNvPr>
          <p:cNvSpPr/>
          <p:nvPr/>
        </p:nvSpPr>
        <p:spPr>
          <a:xfrm>
            <a:off x="7973428" y="4872141"/>
            <a:ext cx="303414" cy="44809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6AE84AD-65F1-00FC-C444-C86F75394496}"/>
              </a:ext>
            </a:extLst>
          </p:cNvPr>
          <p:cNvSpPr/>
          <p:nvPr/>
        </p:nvSpPr>
        <p:spPr>
          <a:xfrm>
            <a:off x="9013309" y="5068844"/>
            <a:ext cx="158400" cy="1584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E4AE2AC-440D-388B-0A8D-874025D6ABD5}"/>
              </a:ext>
            </a:extLst>
          </p:cNvPr>
          <p:cNvSpPr txBox="1"/>
          <p:nvPr/>
        </p:nvSpPr>
        <p:spPr>
          <a:xfrm>
            <a:off x="9112018" y="5031288"/>
            <a:ext cx="126669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latin typeface="Arial Narrow" panose="020B0606020202030204"/>
                <a:ea typeface="LG스마트체 Regular" panose="020B0600000101010101"/>
              </a:rPr>
              <a:t>: DMS </a:t>
            </a:r>
            <a:r>
              <a:rPr lang="ko-KR" altLang="en-US" sz="900">
                <a:latin typeface="Arial Narrow" panose="020B0606020202030204"/>
                <a:ea typeface="LG스마트체 Regular" panose="020B0600000101010101"/>
              </a:rPr>
              <a:t>이관 건 과소 발생</a:t>
            </a:r>
            <a:endParaRPr lang="en-US" altLang="ko-KR" sz="900">
              <a:latin typeface="Arial Narrow" panose="020B0606020202030204"/>
              <a:ea typeface="LG스마트체 Regular" panose="020B0600000101010101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DDAD3D0-BA6B-F679-9FAE-18D7D40E12F3}"/>
              </a:ext>
            </a:extLst>
          </p:cNvPr>
          <p:cNvSpPr txBox="1"/>
          <p:nvPr/>
        </p:nvSpPr>
        <p:spPr>
          <a:xfrm>
            <a:off x="6379539" y="6195577"/>
            <a:ext cx="493917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해외의 경우 국가 별 노동법 및 세무이슈로 별도의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 HR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시스템을 사용하고 있어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GSFS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와 연결되어 있지 않음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8FB927D-3D33-B65D-577C-F3284E6A514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0BE64E5F-F6A2-EFA3-93D3-E1A1A2D0B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5082" y="4353564"/>
            <a:ext cx="2351524" cy="8463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※ 5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월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close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결과</a:t>
            </a:r>
            <a:endParaRPr lang="en-US" altLang="ko-KR" sz="1000">
              <a:solidFill>
                <a:srgbClr val="000000"/>
              </a:solidFill>
              <a:latin typeface="Arial Narrow" panose="020B0606020202030204"/>
              <a:ea typeface="LG스마트체 Regular" panose="020B0600000101010101"/>
              <a:cs typeface="Arial" panose="020B0604020202020204" pitchFamily="34" charset="0"/>
            </a:endParaRPr>
          </a:p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-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총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55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건의 이관 건 중</a:t>
            </a:r>
            <a:b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 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고객 약속 변경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3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부품 주문실패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5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 제외</a:t>
            </a:r>
            <a:b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  47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 중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36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 완료</a:t>
            </a:r>
            <a:b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</a:b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 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ATL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평균 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FRFT 77%,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생산성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3.0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/>
                <a:ea typeface="LG스마트체 Regular" panose="020B0600000101010101"/>
                <a:cs typeface="Arial" panose="020B0604020202020204" pitchFamily="34" charset="0"/>
              </a:rPr>
              <a:t>건</a:t>
            </a:r>
            <a:endParaRPr lang="en-US" altLang="ko-KR" sz="1000">
              <a:solidFill>
                <a:srgbClr val="000000"/>
              </a:solidFill>
              <a:latin typeface="Arial Narrow" panose="020B0606020202030204"/>
              <a:ea typeface="LG스마트체 Regular" panose="020B0600000101010101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2D9D507-B8F7-6483-8A34-E24F637688FB}"/>
              </a:ext>
            </a:extLst>
          </p:cNvPr>
          <p:cNvSpPr txBox="1"/>
          <p:nvPr/>
        </p:nvSpPr>
        <p:spPr>
          <a:xfrm>
            <a:off x="4995245" y="5157790"/>
            <a:ext cx="64953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기존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2.8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/>
                <a:ea typeface="LG스마트체 Regular" panose="020B0600000101010101"/>
              </a:rPr>
              <a:t>건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745B30B-D866-FE40-7126-B150901D39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571186"/>
              </p:ext>
            </p:extLst>
          </p:nvPr>
        </p:nvGraphicFramePr>
        <p:xfrm>
          <a:off x="6627949" y="2405086"/>
          <a:ext cx="1377950" cy="1163955"/>
        </p:xfrm>
        <a:graphic>
          <a:graphicData uri="http://schemas.openxmlformats.org/drawingml/2006/table">
            <a:tbl>
              <a:tblPr/>
              <a:tblGrid>
                <a:gridCol w="374650">
                  <a:extLst>
                    <a:ext uri="{9D8B030D-6E8A-4147-A177-3AD203B41FA5}">
                      <a16:colId xmlns:a16="http://schemas.microsoft.com/office/drawing/2014/main" val="936531753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3358722851"/>
                    </a:ext>
                  </a:extLst>
                </a:gridCol>
                <a:gridCol w="584200">
                  <a:extLst>
                    <a:ext uri="{9D8B030D-6E8A-4147-A177-3AD203B41FA5}">
                      <a16:colId xmlns:a16="http://schemas.microsoft.com/office/drawing/2014/main" val="2346891886"/>
                    </a:ext>
                  </a:extLst>
                </a:gridCol>
              </a:tblGrid>
              <a:tr h="9760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Slots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소요시간</a:t>
                      </a:r>
                      <a:b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(Slot X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건수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045167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671232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277755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5611156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6613515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369829"/>
                  </a:ext>
                </a:extLst>
              </a:tr>
              <a:tr h="488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기사 당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726228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DD37514B-18A2-AB06-2F0B-E4C3B66716C9}"/>
              </a:ext>
            </a:extLst>
          </p:cNvPr>
          <p:cNvSpPr/>
          <p:nvPr/>
        </p:nvSpPr>
        <p:spPr>
          <a:xfrm>
            <a:off x="6627949" y="2984500"/>
            <a:ext cx="1379401" cy="279400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68021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EDA969A7-93AA-45D5-969B-D8A025029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06BF9347-BB15-91C0-EA48-99D4DED165DC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89BF83C-E484-F3FE-C252-64AA0F566E11}"/>
              </a:ext>
            </a:extLst>
          </p:cNvPr>
          <p:cNvSpPr txBox="1"/>
          <p:nvPr/>
        </p:nvSpPr>
        <p:spPr>
          <a:xfrm>
            <a:off x="67622" y="48141"/>
            <a:ext cx="50921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kumimoji="1" lang="ko-KR" altLang="en-US" sz="2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글로벌</a:t>
            </a:r>
            <a:r>
              <a:rPr kumimoji="1" lang="en-US" altLang="ko-KR" sz="2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ko-KR" altLang="en-US" sz="2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이관 프로세스개선 시스템 개발 </a:t>
            </a:r>
            <a:r>
              <a:rPr kumimoji="1" lang="en-US" altLang="ko-KR" sz="2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Task</a:t>
            </a:r>
            <a:endParaRPr lang="ko-KR" altLang="en-US" sz="2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55" name="모서리가 둥근 직사각형 37">
            <a:extLst>
              <a:ext uri="{FF2B5EF4-FFF2-40B4-BE49-F238E27FC236}">
                <a16:creationId xmlns:a16="http://schemas.microsoft.com/office/drawing/2014/main" id="{8273485E-EF9D-DADB-4885-462E30EB4DAE}"/>
              </a:ext>
            </a:extLst>
          </p:cNvPr>
          <p:cNvSpPr/>
          <p:nvPr/>
        </p:nvSpPr>
        <p:spPr>
          <a:xfrm>
            <a:off x="5356332" y="1340086"/>
            <a:ext cx="1525530" cy="438750"/>
          </a:xfrm>
          <a:prstGeom prst="roundRect">
            <a:avLst>
              <a:gd name="adj" fmla="val 6240"/>
            </a:avLst>
          </a:prstGeom>
          <a:noFill/>
          <a:ln w="635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</a:ln>
          <a:effectLst/>
        </p:spPr>
        <p:txBody>
          <a:bodyPr lIns="29250" rIns="0" rtlCol="0" anchor="ctr"/>
          <a:lstStyle/>
          <a:p>
            <a:pPr algn="ctr" defTabSz="742950" latinLnBrk="0">
              <a:defRPr/>
            </a:pPr>
            <a:r>
              <a:rPr lang="ko-KR" altLang="en-US" sz="1100" b="1" kern="0" err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박영은</a:t>
            </a:r>
            <a:r>
              <a:rPr lang="ko-KR" altLang="en-US" sz="11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상무</a:t>
            </a:r>
            <a:endParaRPr lang="en-US" altLang="ko-KR" sz="1100" b="1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742950" latinLnBrk="0">
              <a:defRPr/>
            </a:pPr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</a:t>
            </a:r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</a:t>
            </a:r>
            <a:r>
              <a:rPr lang="ko-KR" altLang="en-US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담당</a:t>
            </a:r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90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56" name="직사각형 1055">
            <a:extLst>
              <a:ext uri="{FF2B5EF4-FFF2-40B4-BE49-F238E27FC236}">
                <a16:creationId xmlns:a16="http://schemas.microsoft.com/office/drawing/2014/main" id="{E1939DF6-89E5-1404-666A-DA87982FD317}"/>
              </a:ext>
            </a:extLst>
          </p:cNvPr>
          <p:cNvSpPr/>
          <p:nvPr/>
        </p:nvSpPr>
        <p:spPr>
          <a:xfrm>
            <a:off x="5358727" y="1123216"/>
            <a:ext cx="563358" cy="130704"/>
          </a:xfrm>
          <a:prstGeom prst="rect">
            <a:avLst/>
          </a:prstGeom>
          <a:solidFill>
            <a:srgbClr val="A5A5A5">
              <a:lumMod val="20000"/>
              <a:lumOff val="8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74295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Owner</a:t>
            </a:r>
            <a:endParaRPr kumimoji="0" lang="ko-KR" altLang="en-US" sz="95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57" name="모서리가 둥근 직사각형 39">
            <a:extLst>
              <a:ext uri="{FF2B5EF4-FFF2-40B4-BE49-F238E27FC236}">
                <a16:creationId xmlns:a16="http://schemas.microsoft.com/office/drawing/2014/main" id="{A0A32C4C-8879-E066-5727-C895BA01F703}"/>
              </a:ext>
            </a:extLst>
          </p:cNvPr>
          <p:cNvSpPr/>
          <p:nvPr/>
        </p:nvSpPr>
        <p:spPr>
          <a:xfrm>
            <a:off x="5356332" y="2120459"/>
            <a:ext cx="1525530" cy="438750"/>
          </a:xfrm>
          <a:prstGeom prst="roundRect">
            <a:avLst>
              <a:gd name="adj" fmla="val 6240"/>
            </a:avLst>
          </a:prstGeom>
          <a:noFill/>
          <a:ln w="635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</a:ln>
          <a:effectLst/>
        </p:spPr>
        <p:txBody>
          <a:bodyPr lIns="29250" rIns="0" rtlCol="0" anchor="ctr"/>
          <a:lstStyle/>
          <a:p>
            <a:pPr algn="ctr" defTabSz="742950" latinLnBrk="0"/>
            <a:r>
              <a:rPr lang="ko-KR" altLang="en-US" sz="11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박지훈 책임</a:t>
            </a:r>
            <a:endParaRPr lang="en-US" altLang="ko-KR" sz="1100" b="1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742950" latinLnBrk="0"/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</a:t>
            </a:r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</a:t>
            </a:r>
            <a:r>
              <a:rPr lang="ko-KR" altLang="en-US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네트워크운영팀장</a:t>
            </a:r>
            <a:r>
              <a:rPr lang="en-US" altLang="ko-KR" sz="900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900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58" name="모서리가 둥근 직사각형 41">
            <a:extLst>
              <a:ext uri="{FF2B5EF4-FFF2-40B4-BE49-F238E27FC236}">
                <a16:creationId xmlns:a16="http://schemas.microsoft.com/office/drawing/2014/main" id="{E8FB39D8-9FA2-C5F6-51B2-AB7D18778BD5}"/>
              </a:ext>
            </a:extLst>
          </p:cNvPr>
          <p:cNvSpPr/>
          <p:nvPr/>
        </p:nvSpPr>
        <p:spPr>
          <a:xfrm>
            <a:off x="5356332" y="3379488"/>
            <a:ext cx="1525532" cy="324141"/>
          </a:xfrm>
          <a:prstGeom prst="roundRect">
            <a:avLst>
              <a:gd name="adj" fmla="val 13183"/>
            </a:avLst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rgbClr val="000000">
                <a:lumMod val="50000"/>
                <a:lumOff val="50000"/>
              </a:srgbClr>
            </a:solidFill>
            <a:prstDash val="dash"/>
          </a:ln>
          <a:effectLst/>
        </p:spPr>
        <p:txBody>
          <a:bodyPr lIns="0" rIns="0" rtlCol="0" anchor="ctr"/>
          <a:lstStyle/>
          <a:p>
            <a:pPr algn="ctr" latinLnBrk="0">
              <a:lnSpc>
                <a:spcPct val="120000"/>
              </a:lnSpc>
            </a:pPr>
            <a:r>
              <a:rPr lang="en-US" altLang="ko-KR" sz="1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</a:t>
            </a:r>
            <a:r>
              <a:rPr lang="ko-KR" altLang="en-US" sz="1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Data Analytics</a:t>
            </a:r>
            <a:r>
              <a:rPr lang="ko-KR" altLang="en-US" sz="1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</a:p>
        </p:txBody>
      </p:sp>
      <p:cxnSp>
        <p:nvCxnSpPr>
          <p:cNvPr id="1059" name="직선 연결선 1058">
            <a:extLst>
              <a:ext uri="{FF2B5EF4-FFF2-40B4-BE49-F238E27FC236}">
                <a16:creationId xmlns:a16="http://schemas.microsoft.com/office/drawing/2014/main" id="{41602436-ABD6-2681-EA9A-6297E3DC6239}"/>
              </a:ext>
            </a:extLst>
          </p:cNvPr>
          <p:cNvCxnSpPr>
            <a:cxnSpLocks/>
            <a:stCxn id="1055" idx="2"/>
            <a:endCxn id="1057" idx="0"/>
          </p:cNvCxnSpPr>
          <p:nvPr/>
        </p:nvCxnSpPr>
        <p:spPr>
          <a:xfrm>
            <a:off x="6119097" y="1778836"/>
            <a:ext cx="0" cy="341623"/>
          </a:xfrm>
          <a:prstGeom prst="line">
            <a:avLst/>
          </a:prstGeom>
          <a:noFill/>
          <a:ln w="635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</a:ln>
          <a:effectLst/>
        </p:spPr>
      </p:cxnSp>
      <p:cxnSp>
        <p:nvCxnSpPr>
          <p:cNvPr id="1060" name="꺾인 연결선 44">
            <a:extLst>
              <a:ext uri="{FF2B5EF4-FFF2-40B4-BE49-F238E27FC236}">
                <a16:creationId xmlns:a16="http://schemas.microsoft.com/office/drawing/2014/main" id="{F5A63C59-79DC-2785-046B-8C7ED56451F9}"/>
              </a:ext>
            </a:extLst>
          </p:cNvPr>
          <p:cNvCxnSpPr>
            <a:cxnSpLocks/>
            <a:stCxn id="1057" idx="2"/>
            <a:endCxn id="1062" idx="0"/>
          </p:cNvCxnSpPr>
          <p:nvPr/>
        </p:nvCxnSpPr>
        <p:spPr>
          <a:xfrm rot="5400000">
            <a:off x="4799867" y="2060257"/>
            <a:ext cx="820279" cy="1818183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</a:ln>
          <a:effectLst/>
        </p:spPr>
      </p:cxnSp>
      <p:cxnSp>
        <p:nvCxnSpPr>
          <p:cNvPr id="1061" name="꺾인 연결선 45">
            <a:extLst>
              <a:ext uri="{FF2B5EF4-FFF2-40B4-BE49-F238E27FC236}">
                <a16:creationId xmlns:a16="http://schemas.microsoft.com/office/drawing/2014/main" id="{80D34B6C-AB3F-1DD2-DD6A-052B94A1207E}"/>
              </a:ext>
            </a:extLst>
          </p:cNvPr>
          <p:cNvCxnSpPr>
            <a:cxnSpLocks/>
            <a:stCxn id="1057" idx="2"/>
            <a:endCxn id="1058" idx="0"/>
          </p:cNvCxnSpPr>
          <p:nvPr/>
        </p:nvCxnSpPr>
        <p:spPr>
          <a:xfrm rot="16200000" flipH="1">
            <a:off x="5708958" y="2969347"/>
            <a:ext cx="820279" cy="1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50000"/>
                <a:lumOff val="50000"/>
              </a:srgbClr>
            </a:solidFill>
            <a:prstDash val="dash"/>
          </a:ln>
          <a:effectLst/>
        </p:spPr>
      </p:cxnSp>
      <p:sp>
        <p:nvSpPr>
          <p:cNvPr id="1062" name="모서리가 둥근 직사각형 48">
            <a:extLst>
              <a:ext uri="{FF2B5EF4-FFF2-40B4-BE49-F238E27FC236}">
                <a16:creationId xmlns:a16="http://schemas.microsoft.com/office/drawing/2014/main" id="{AF72029F-06E7-A828-9165-58CB2E3AB5B6}"/>
              </a:ext>
            </a:extLst>
          </p:cNvPr>
          <p:cNvSpPr/>
          <p:nvPr/>
        </p:nvSpPr>
        <p:spPr>
          <a:xfrm>
            <a:off x="3538148" y="3379488"/>
            <a:ext cx="1525532" cy="324141"/>
          </a:xfrm>
          <a:prstGeom prst="roundRect">
            <a:avLst>
              <a:gd name="adj" fmla="val 11441"/>
            </a:avLst>
          </a:prstGeom>
          <a:solidFill>
            <a:srgbClr val="FFFFFF">
              <a:lumMod val="85000"/>
            </a:srgbClr>
          </a:solidFill>
          <a:ln w="3175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</a:ln>
          <a:effectLst/>
        </p:spPr>
        <p:txBody>
          <a:bodyPr lIns="0" rIns="0" rtlCol="0" anchor="ctr"/>
          <a:lstStyle/>
          <a:p>
            <a:pPr algn="ctr" defTabSz="742950" latinLnBrk="0">
              <a:defRPr/>
            </a:pPr>
            <a:r>
              <a:rPr lang="ko-KR" altLang="en-US" sz="10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</a:t>
            </a:r>
            <a:r>
              <a:rPr lang="en-US" altLang="ko-KR" sz="10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</a:t>
            </a:r>
            <a:r>
              <a:rPr lang="ko-KR" altLang="en-US" sz="1000" b="1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네트워크운영팀</a:t>
            </a:r>
          </a:p>
        </p:txBody>
      </p:sp>
      <p:sp>
        <p:nvSpPr>
          <p:cNvPr id="1065" name="직사각형 1064">
            <a:extLst>
              <a:ext uri="{FF2B5EF4-FFF2-40B4-BE49-F238E27FC236}">
                <a16:creationId xmlns:a16="http://schemas.microsoft.com/office/drawing/2014/main" id="{187DC200-EF41-9C65-0D89-4FB6C142A2A5}"/>
              </a:ext>
            </a:extLst>
          </p:cNvPr>
          <p:cNvSpPr/>
          <p:nvPr/>
        </p:nvSpPr>
        <p:spPr>
          <a:xfrm>
            <a:off x="5358727" y="1922477"/>
            <a:ext cx="563358" cy="130704"/>
          </a:xfrm>
          <a:prstGeom prst="rect">
            <a:avLst/>
          </a:prstGeom>
          <a:solidFill>
            <a:srgbClr val="A5A5A5">
              <a:lumMod val="20000"/>
              <a:lumOff val="8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74295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Task </a:t>
            </a:r>
            <a:r>
              <a:rPr kumimoji="0" lang="ko-KR" altLang="en-US" sz="95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리더</a:t>
            </a:r>
          </a:p>
        </p:txBody>
      </p:sp>
      <p:sp>
        <p:nvSpPr>
          <p:cNvPr id="1066" name="모서리가 둥근 직사각형 41">
            <a:extLst>
              <a:ext uri="{FF2B5EF4-FFF2-40B4-BE49-F238E27FC236}">
                <a16:creationId xmlns:a16="http://schemas.microsoft.com/office/drawing/2014/main" id="{79B129E7-530B-348A-EF1D-81B5D9075CBE}"/>
              </a:ext>
            </a:extLst>
          </p:cNvPr>
          <p:cNvSpPr/>
          <p:nvPr/>
        </p:nvSpPr>
        <p:spPr>
          <a:xfrm>
            <a:off x="7218325" y="3379488"/>
            <a:ext cx="1525532" cy="324141"/>
          </a:xfrm>
          <a:prstGeom prst="roundRect">
            <a:avLst>
              <a:gd name="adj" fmla="val 13183"/>
            </a:avLst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rgbClr val="000000">
                <a:lumMod val="50000"/>
                <a:lumOff val="50000"/>
              </a:srgbClr>
            </a:solidFill>
            <a:prstDash val="dash"/>
          </a:ln>
          <a:effectLst/>
        </p:spPr>
        <p:txBody>
          <a:bodyPr lIns="0" rIns="0" rtlCol="0" anchor="ctr"/>
          <a:lstStyle/>
          <a:p>
            <a:pPr algn="ctr" latinLnBrk="0">
              <a:lnSpc>
                <a:spcPct val="120000"/>
              </a:lnSpc>
            </a:pPr>
            <a:r>
              <a:rPr lang="ko-KR" altLang="en-US" sz="1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업무혁신팀</a:t>
            </a:r>
          </a:p>
        </p:txBody>
      </p:sp>
      <p:cxnSp>
        <p:nvCxnSpPr>
          <p:cNvPr id="1067" name="꺾인 연결선 45">
            <a:extLst>
              <a:ext uri="{FF2B5EF4-FFF2-40B4-BE49-F238E27FC236}">
                <a16:creationId xmlns:a16="http://schemas.microsoft.com/office/drawing/2014/main" id="{86A665B5-004A-301F-B566-FB709FF8B8BE}"/>
              </a:ext>
            </a:extLst>
          </p:cNvPr>
          <p:cNvCxnSpPr>
            <a:cxnSpLocks/>
            <a:stCxn id="1057" idx="2"/>
            <a:endCxn id="1066" idx="0"/>
          </p:cNvCxnSpPr>
          <p:nvPr/>
        </p:nvCxnSpPr>
        <p:spPr>
          <a:xfrm rot="16200000" flipH="1">
            <a:off x="6639955" y="2038351"/>
            <a:ext cx="820279" cy="1861994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50000"/>
                <a:lumOff val="50000"/>
              </a:srgbClr>
            </a:solidFill>
            <a:prstDash val="dash"/>
          </a:ln>
          <a:effectLst/>
        </p:spPr>
      </p:cxnSp>
      <p:graphicFrame>
        <p:nvGraphicFramePr>
          <p:cNvPr id="1069" name="표 49">
            <a:extLst>
              <a:ext uri="{FF2B5EF4-FFF2-40B4-BE49-F238E27FC236}">
                <a16:creationId xmlns:a16="http://schemas.microsoft.com/office/drawing/2014/main" id="{0C21A717-B1CA-DEE0-C277-1BCAF1112B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689131"/>
              </p:ext>
            </p:extLst>
          </p:nvPr>
        </p:nvGraphicFramePr>
        <p:xfrm>
          <a:off x="3538148" y="3934423"/>
          <a:ext cx="1376317" cy="1695910"/>
        </p:xfrm>
        <a:graphic>
          <a:graphicData uri="http://schemas.openxmlformats.org/drawingml/2006/table">
            <a:tbl>
              <a:tblPr/>
              <a:tblGrid>
                <a:gridCol w="3971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9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386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인원</a:t>
                      </a: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rtl="0" fontAlgn="ctr">
                        <a:lnSpc>
                          <a:spcPct val="120000"/>
                        </a:lnSpc>
                      </a:pPr>
                      <a:r>
                        <a:rPr lang="ko-KR" altLang="en-US" sz="1000" b="0" kern="12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황기연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책임</a:t>
                      </a:r>
                      <a:endParaRPr lang="en-US" altLang="ko-KR" sz="1000" b="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rtl="0" fontAlgn="ctr">
                        <a:lnSpc>
                          <a:spcPct val="120000"/>
                        </a:lnSpc>
                      </a:pP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김보경 선임</a:t>
                      </a:r>
                      <a:endParaRPr lang="en-US" altLang="ko-KR" sz="1000" b="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R&amp;R</a:t>
                      </a:r>
                      <a:endParaRPr lang="ko-KR" altLang="en-US" sz="1000" b="1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114300" marR="0" indent="-11430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해외법인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프로세스 확인 및 적용</a:t>
                      </a: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확산</a:t>
                      </a:r>
                      <a:endParaRPr lang="en-US" altLang="ko-KR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114300" marR="0" indent="-11430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로드맵 구현</a:t>
                      </a: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72" name="TextBox 1071">
            <a:extLst>
              <a:ext uri="{FF2B5EF4-FFF2-40B4-BE49-F238E27FC236}">
                <a16:creationId xmlns:a16="http://schemas.microsoft.com/office/drawing/2014/main" id="{0B5B5E59-E1A5-041F-EE7A-B3D294F14285}"/>
              </a:ext>
            </a:extLst>
          </p:cNvPr>
          <p:cNvSpPr txBox="1"/>
          <p:nvPr/>
        </p:nvSpPr>
        <p:spPr>
          <a:xfrm>
            <a:off x="6300345" y="2588662"/>
            <a:ext cx="2502687" cy="20492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spAutoFit/>
          </a:bodyPr>
          <a:lstStyle>
            <a:defPPr>
              <a:defRPr lang="ko-KR"/>
            </a:defPPr>
            <a:lvl1pPr marL="177800" indent="-177800">
              <a:lnSpc>
                <a:spcPct val="120000"/>
              </a:lnSpc>
              <a:spcBef>
                <a:spcPct val="10000"/>
              </a:spcBef>
              <a:buFont typeface="Wingdings" pitchFamily="2" charset="2"/>
              <a:buChar char="q"/>
              <a:defRPr kumimoji="1" sz="115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 kumimoji="1">
                <a:latin typeface="굴림" charset="-127"/>
                <a:ea typeface="굴림" charset="-127"/>
              </a:defRPr>
            </a:lvl2pPr>
            <a:lvl3pPr marL="1143000" indent="-228600" eaLnBrk="0" hangingPunct="0">
              <a:defRPr kumimoji="1">
                <a:latin typeface="굴림" charset="-127"/>
                <a:ea typeface="굴림" charset="-127"/>
              </a:defRPr>
            </a:lvl3pPr>
            <a:lvl4pPr marL="1600200" indent="-228600" eaLnBrk="0" hangingPunct="0">
              <a:defRPr kumimoji="1">
                <a:latin typeface="굴림" charset="-127"/>
                <a:ea typeface="굴림" charset="-127"/>
              </a:defRPr>
            </a:lvl4pPr>
            <a:lvl5pPr marL="2057400" indent="-228600" eaLnBrk="0" hangingPunct="0">
              <a:defRPr kumimoji="1"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charset="-127"/>
                <a:ea typeface="굴림" charset="-127"/>
              </a:defRPr>
            </a:lvl9pPr>
          </a:lstStyle>
          <a:p>
            <a:pPr marL="120648" marR="0" lvl="0" indent="-120648" defTabSz="914377" eaLnBrk="1" fontAlgn="base" latinLnBrk="0" hangingPunct="1">
              <a:lnSpc>
                <a:spcPct val="15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장소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: 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마곡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W9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동 </a:t>
            </a:r>
            <a:r>
              <a:rPr lang="en-US" altLang="ko-KR" sz="1000" b="0" kern="0">
                <a:sym typeface="Wingdings" pitchFamily="2" charset="2"/>
              </a:rPr>
              <a:t>3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층 회의실</a:t>
            </a: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  <a:sym typeface="Wingdings" pitchFamily="2" charset="2"/>
            </a:endParaRPr>
          </a:p>
        </p:txBody>
      </p:sp>
      <p:sp>
        <p:nvSpPr>
          <p:cNvPr id="1073" name="직사각형 1072">
            <a:extLst>
              <a:ext uri="{FF2B5EF4-FFF2-40B4-BE49-F238E27FC236}">
                <a16:creationId xmlns:a16="http://schemas.microsoft.com/office/drawing/2014/main" id="{58C7D872-2A1D-DEB1-D598-E2C8AEF33E09}"/>
              </a:ext>
            </a:extLst>
          </p:cNvPr>
          <p:cNvSpPr/>
          <p:nvPr/>
        </p:nvSpPr>
        <p:spPr>
          <a:xfrm>
            <a:off x="6528321" y="2197835"/>
            <a:ext cx="262811" cy="130704"/>
          </a:xfrm>
          <a:prstGeom prst="rect">
            <a:avLst/>
          </a:prstGeom>
          <a:solidFill>
            <a:srgbClr val="70AD47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74295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5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상근</a:t>
            </a:r>
          </a:p>
        </p:txBody>
      </p:sp>
      <p:sp>
        <p:nvSpPr>
          <p:cNvPr id="1074" name="직사각형 1073">
            <a:extLst>
              <a:ext uri="{FF2B5EF4-FFF2-40B4-BE49-F238E27FC236}">
                <a16:creationId xmlns:a16="http://schemas.microsoft.com/office/drawing/2014/main" id="{4B784C01-B212-3D50-82B5-B9DC63F19F63}"/>
              </a:ext>
            </a:extLst>
          </p:cNvPr>
          <p:cNvSpPr/>
          <p:nvPr/>
        </p:nvSpPr>
        <p:spPr>
          <a:xfrm>
            <a:off x="4797570" y="4002442"/>
            <a:ext cx="262811" cy="130704"/>
          </a:xfrm>
          <a:prstGeom prst="rect">
            <a:avLst/>
          </a:prstGeom>
          <a:solidFill>
            <a:srgbClr val="70AD47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74295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5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상근</a:t>
            </a:r>
          </a:p>
        </p:txBody>
      </p:sp>
      <p:sp>
        <p:nvSpPr>
          <p:cNvPr id="1075" name="직사각형 1074">
            <a:extLst>
              <a:ext uri="{FF2B5EF4-FFF2-40B4-BE49-F238E27FC236}">
                <a16:creationId xmlns:a16="http://schemas.microsoft.com/office/drawing/2014/main" id="{4012DFE4-CCF7-CE95-896C-B8F746AF448A}"/>
              </a:ext>
            </a:extLst>
          </p:cNvPr>
          <p:cNvSpPr/>
          <p:nvPr/>
        </p:nvSpPr>
        <p:spPr>
          <a:xfrm>
            <a:off x="4797570" y="4185159"/>
            <a:ext cx="262811" cy="130704"/>
          </a:xfrm>
          <a:prstGeom prst="rect">
            <a:avLst/>
          </a:prstGeom>
          <a:solidFill>
            <a:srgbClr val="70AD47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74295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5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rPr>
              <a:t>상근</a:t>
            </a:r>
          </a:p>
        </p:txBody>
      </p:sp>
      <p:graphicFrame>
        <p:nvGraphicFramePr>
          <p:cNvPr id="1077" name="표 49">
            <a:extLst>
              <a:ext uri="{FF2B5EF4-FFF2-40B4-BE49-F238E27FC236}">
                <a16:creationId xmlns:a16="http://schemas.microsoft.com/office/drawing/2014/main" id="{9D995DD7-FC94-992F-0CFF-E86707F9BA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8932428"/>
              </p:ext>
            </p:extLst>
          </p:nvPr>
        </p:nvGraphicFramePr>
        <p:xfrm>
          <a:off x="5356332" y="3934423"/>
          <a:ext cx="1376317" cy="1700144"/>
        </p:xfrm>
        <a:graphic>
          <a:graphicData uri="http://schemas.openxmlformats.org/drawingml/2006/table">
            <a:tbl>
              <a:tblPr/>
              <a:tblGrid>
                <a:gridCol w="3971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9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386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인원</a:t>
                      </a: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rtl="0" fontAlgn="ctr">
                        <a:lnSpc>
                          <a:spcPct val="120000"/>
                        </a:lnSpc>
                      </a:pPr>
                      <a:r>
                        <a:rPr lang="ko-KR" altLang="en-US" sz="1000" b="0" kern="120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박용배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책임</a:t>
                      </a:r>
                      <a:endParaRPr lang="en-US" altLang="ko-KR" sz="1000" b="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62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R&amp;R</a:t>
                      </a:r>
                      <a:endParaRPr lang="ko-KR" altLang="en-US" sz="1000" b="1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114300" marR="0" indent="-11430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이동 최적화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개발</a:t>
                      </a:r>
                      <a:endParaRPr lang="en-US" altLang="ko-KR" sz="10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078" name="표 49">
            <a:extLst>
              <a:ext uri="{FF2B5EF4-FFF2-40B4-BE49-F238E27FC236}">
                <a16:creationId xmlns:a16="http://schemas.microsoft.com/office/drawing/2014/main" id="{785DC15A-1AF5-A5B4-BC29-A96C520A5F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6304464"/>
              </p:ext>
            </p:extLst>
          </p:nvPr>
        </p:nvGraphicFramePr>
        <p:xfrm>
          <a:off x="7218325" y="3934423"/>
          <a:ext cx="1376317" cy="1725544"/>
        </p:xfrm>
        <a:graphic>
          <a:graphicData uri="http://schemas.openxmlformats.org/drawingml/2006/table">
            <a:tbl>
              <a:tblPr/>
              <a:tblGrid>
                <a:gridCol w="3971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9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386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ko-KR" altLang="en-US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인원</a:t>
                      </a: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rtl="0" fontAlgn="ctr">
                        <a:lnSpc>
                          <a:spcPct val="120000"/>
                        </a:lnSpc>
                      </a:pP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백승찬 책임</a:t>
                      </a:r>
                      <a:endParaRPr lang="en-US" altLang="ko-KR" sz="1000" b="0" kern="12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168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>
                        <a:lnSpc>
                          <a:spcPct val="120000"/>
                        </a:lnSpc>
                      </a:pPr>
                      <a:r>
                        <a:rPr lang="en-US" altLang="ko-KR" sz="10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R&amp;R</a:t>
                      </a:r>
                      <a:endParaRPr lang="ko-KR" altLang="en-US" sz="1000" b="1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29250" marR="29250" marT="35100" marB="35100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114300" marR="0" indent="-11430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GSFS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</a:t>
                      </a:r>
                      <a:endParaRPr kumimoji="1" lang="en-US" altLang="ko-KR" sz="1000">
                        <a:solidFill>
                          <a:srgbClr val="000000"/>
                        </a:solidFill>
                        <a:latin typeface="Arial Narrow" pitchFamily="34" charset="0"/>
                        <a:ea typeface="LG스마트체 Regular" pitchFamily="50" charset="-127"/>
                      </a:endParaRPr>
                    </a:p>
                  </a:txBody>
                  <a:tcPr marL="29250" marR="29250" marT="35100" marB="3510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80" name="직사각형 1079">
            <a:extLst>
              <a:ext uri="{FF2B5EF4-FFF2-40B4-BE49-F238E27FC236}">
                <a16:creationId xmlns:a16="http://schemas.microsoft.com/office/drawing/2014/main" id="{675D40C1-53F4-CA8B-F8D0-898CF204BE7B}"/>
              </a:ext>
            </a:extLst>
          </p:cNvPr>
          <p:cNvSpPr/>
          <p:nvPr/>
        </p:nvSpPr>
        <p:spPr>
          <a:xfrm>
            <a:off x="6579901" y="4002442"/>
            <a:ext cx="349801" cy="130704"/>
          </a:xfrm>
          <a:prstGeom prst="rect">
            <a:avLst/>
          </a:prstGeom>
          <a:solidFill>
            <a:srgbClr val="FFC000"/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algn="ctr" defTabSz="742950" latinLnBrk="0">
              <a:defRPr/>
            </a:pPr>
            <a:r>
              <a:rPr lang="ko-KR" altLang="en-US" sz="95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비상근</a:t>
            </a:r>
          </a:p>
        </p:txBody>
      </p:sp>
      <p:sp>
        <p:nvSpPr>
          <p:cNvPr id="1101" name="직사각형 1100">
            <a:extLst>
              <a:ext uri="{FF2B5EF4-FFF2-40B4-BE49-F238E27FC236}">
                <a16:creationId xmlns:a16="http://schemas.microsoft.com/office/drawing/2014/main" id="{ADA50FF2-5C5A-96EB-EC57-E3D4D8F9FE47}"/>
              </a:ext>
            </a:extLst>
          </p:cNvPr>
          <p:cNvSpPr/>
          <p:nvPr/>
        </p:nvSpPr>
        <p:spPr>
          <a:xfrm>
            <a:off x="8441894" y="4002442"/>
            <a:ext cx="349801" cy="130704"/>
          </a:xfrm>
          <a:prstGeom prst="rect">
            <a:avLst/>
          </a:prstGeom>
          <a:solidFill>
            <a:srgbClr val="FFC000"/>
          </a:solidFill>
          <a:ln w="25400" cap="flat" cmpd="sng" algn="ctr">
            <a:noFill/>
            <a:prstDash val="solid"/>
          </a:ln>
          <a:effectLst/>
        </p:spPr>
        <p:txBody>
          <a:bodyPr wrap="none" rtlCol="0" anchor="ctr"/>
          <a:lstStyle/>
          <a:p>
            <a:pPr algn="ctr" defTabSz="742950" latinLnBrk="0">
              <a:defRPr/>
            </a:pPr>
            <a:r>
              <a:rPr lang="ko-KR" altLang="en-US" sz="95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비상근</a:t>
            </a:r>
          </a:p>
        </p:txBody>
      </p:sp>
      <p:sp>
        <p:nvSpPr>
          <p:cNvPr id="1117" name="모서리가 둥근 직사각형 54">
            <a:extLst>
              <a:ext uri="{FF2B5EF4-FFF2-40B4-BE49-F238E27FC236}">
                <a16:creationId xmlns:a16="http://schemas.microsoft.com/office/drawing/2014/main" id="{672400AD-0208-FE1F-C70A-47B4BBAA548D}"/>
              </a:ext>
            </a:extLst>
          </p:cNvPr>
          <p:cNvSpPr/>
          <p:nvPr/>
        </p:nvSpPr>
        <p:spPr>
          <a:xfrm>
            <a:off x="7982713" y="1296644"/>
            <a:ext cx="2750243" cy="890058"/>
          </a:xfrm>
          <a:prstGeom prst="roundRect">
            <a:avLst>
              <a:gd name="adj" fmla="val 6240"/>
            </a:avLst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ysDash"/>
            <a:miter lim="800000"/>
          </a:ln>
          <a:effectLst/>
        </p:spPr>
        <p:txBody>
          <a:bodyPr rIns="0" rtlCol="0" anchor="ctr" anchorCtr="0"/>
          <a:lstStyle/>
          <a:p>
            <a:pPr marL="76101" indent="-76101" defTabSz="742950" latinLnBrk="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 네트워크 경쟁력 강화 활동 보고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 1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회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활동 내용 상세 보고</a:t>
            </a:r>
            <a:endParaRPr lang="en-US" altLang="ko-KR" sz="1000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76101" indent="-76101" defTabSz="742950" latinLnBrk="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1000" b="1" kern="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고가혁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AX committee(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회</a:t>
            </a:r>
            <a:r>
              <a:rPr lang="en-US" altLang="ko-KR" sz="1000" b="1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kern="0">
                <a:latin typeface="Arial Narrow" panose="020B0606020202030204" pitchFamily="34" charset="0"/>
                <a:ea typeface="LG스마트체 Regular" panose="020B0600000101010101" pitchFamily="50" charset="-127"/>
              </a:rPr>
              <a:t>해외서비스 미래비전 과제 진척 간략 보고</a:t>
            </a:r>
            <a:endParaRPr lang="en-US" altLang="ko-KR" sz="1000" kern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18" name="직사각형 59">
            <a:extLst>
              <a:ext uri="{FF2B5EF4-FFF2-40B4-BE49-F238E27FC236}">
                <a16:creationId xmlns:a16="http://schemas.microsoft.com/office/drawing/2014/main" id="{F2B675B4-4B88-084C-1ADF-09C06909A928}"/>
              </a:ext>
            </a:extLst>
          </p:cNvPr>
          <p:cNvSpPr/>
          <p:nvPr/>
        </p:nvSpPr>
        <p:spPr>
          <a:xfrm>
            <a:off x="7937279" y="1111678"/>
            <a:ext cx="1613168" cy="11694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742950" latinLnBrk="0">
              <a:defRPr/>
            </a:pPr>
            <a:r>
              <a:rPr lang="en-US" altLang="ko-KR" sz="11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[Steering committee]</a:t>
            </a:r>
            <a:endParaRPr lang="ko-KR" altLang="en-US" sz="1100" b="1" kern="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20" name="실행 단추: 뒤로 또는 앞으로 이동 1119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5E3C274-0ECC-8B45-11A1-6B00700B8C6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421B6F1-25B8-C309-5E98-DBBCB124AAD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89783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403F9AD-CC06-5CEE-10B1-9D866914A1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 Box 41">
            <a:extLst>
              <a:ext uri="{FF2B5EF4-FFF2-40B4-BE49-F238E27FC236}">
                <a16:creationId xmlns:a16="http://schemas.microsoft.com/office/drawing/2014/main" id="{E8F89B89-B1C6-4604-9F0B-17B547872E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025" y="537731"/>
            <a:ext cx="10727675" cy="491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설문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각 영역에서 고객이 선택한 불만족 사유에 대한 주관식 </a:t>
            </a:r>
            <a:r>
              <a:rPr kumimoji="1" lang="en-US" altLang="ko-KR" sz="130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(</a:t>
            </a:r>
            <a:r>
              <a:rPr kumimoji="1" lang="ko-KR" altLang="en-US" sz="130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서술형</a:t>
            </a:r>
            <a:r>
              <a:rPr kumimoji="1" lang="en-US" altLang="ko-KR" sz="130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)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응답을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AI </a:t>
            </a:r>
            <a:r>
              <a:rPr lang="en-US" altLang="ko-KR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Too</a:t>
            </a:r>
            <a:r>
              <a:rPr lang="ko-KR" altLang="en-US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을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활용하여 분류한 결과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, ‘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서비스 일정 및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Lead Time’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과</a:t>
            </a:r>
            <a:b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</a:b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‘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고객 커뮤니케이션</a:t>
            </a:r>
            <a:r>
              <a:rPr lang="en-US" altLang="ko-KR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’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이 큰 비중을 차지함 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A70DED-6683-E0F4-1001-758B951828F0}"/>
              </a:ext>
            </a:extLst>
          </p:cNvPr>
          <p:cNvGraphicFramePr>
            <a:graphicFrameLocks noGrp="1"/>
          </p:cNvGraphicFramePr>
          <p:nvPr/>
        </p:nvGraphicFramePr>
        <p:xfrm>
          <a:off x="334025" y="2586660"/>
          <a:ext cx="4110183" cy="39776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45125">
                  <a:extLst>
                    <a:ext uri="{9D8B030D-6E8A-4147-A177-3AD203B41FA5}">
                      <a16:colId xmlns:a16="http://schemas.microsoft.com/office/drawing/2014/main" val="484279868"/>
                    </a:ext>
                  </a:extLst>
                </a:gridCol>
                <a:gridCol w="2670738">
                  <a:extLst>
                    <a:ext uri="{9D8B030D-6E8A-4147-A177-3AD203B41FA5}">
                      <a16:colId xmlns:a16="http://schemas.microsoft.com/office/drawing/2014/main" val="550586891"/>
                    </a:ext>
                  </a:extLst>
                </a:gridCol>
                <a:gridCol w="494320">
                  <a:extLst>
                    <a:ext uri="{9D8B030D-6E8A-4147-A177-3AD203B41FA5}">
                      <a16:colId xmlns:a16="http://schemas.microsoft.com/office/drawing/2014/main" val="3371638424"/>
                    </a:ext>
                  </a:extLst>
                </a:gridCol>
              </a:tblGrid>
              <a:tr h="131859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Section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Answer Desc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Weigh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045195"/>
                  </a:ext>
                </a:extLst>
              </a:tr>
              <a:tr h="131859">
                <a:tc rowSpan="11"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Scheduling</a:t>
                      </a:r>
                      <a:b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</a:b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&amp;</a:t>
                      </a:r>
                      <a:b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</a:b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Visit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Others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47.4%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980034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Connecting to the agent &amp; waiting times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28.4%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478966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Difficult to set/adjust the appointment time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9.3%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7457459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Changing or canceling the appointment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4.9%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013678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Arriving late or early to the appointment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2.8%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4443384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Waiting times after registering the 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4851954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Visiting without prior contact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2.1%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018855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The appointment has been re-scheduled without asking me.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1.5%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7398512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Accessibility of the service center (collection point)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0.8%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7647686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Registering the service was too complicated.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0.3%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993663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Facility and atmosphere in the service center (collection point)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0.3%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1048392"/>
                  </a:ext>
                </a:extLst>
              </a:tr>
              <a:tr h="131859">
                <a:tc rowSpan="9"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Repair</a:t>
                      </a:r>
                      <a:b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</a:b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Process &amp; Results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Others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25.5%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321000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Repair time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22.8%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0300500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Failure to repair the product in one go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13.9%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861558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Unable to repair the 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12.1%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490874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Exchange and refund policy (service policy)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8.8%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0760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The quality of the repaired 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6.4%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6753513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Warranty period (service policy)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5.6%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1750129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Repair cost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4.3%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6594424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Delayed repair time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0.5%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6095204"/>
                  </a:ext>
                </a:extLst>
              </a:tr>
              <a:tr h="131859">
                <a:tc rowSpan="8"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Service Technician</a:t>
                      </a:r>
                      <a:b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</a:b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Satisfaction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Others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27.9%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295657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The product wasn't repaired.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26.3%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3289873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Unable to provide appropriate answers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14.0%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1235938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No explanation about the service process and repair result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12.3%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096062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Unfriendly attitude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8.4%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6542751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Wrap 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5.0%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1220462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No prior explanation about the estimated repair cost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4.5%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2394210"/>
                  </a:ext>
                </a:extLst>
              </a:tr>
              <a:tr h="131859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Attire and personal hygiene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1.7%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423547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FEFC312-85AF-16D0-ECA7-F2C15D7E3E56}"/>
              </a:ext>
            </a:extLst>
          </p:cNvPr>
          <p:cNvGraphicFramePr>
            <a:graphicFrameLocks noGrp="1"/>
          </p:cNvGraphicFramePr>
          <p:nvPr/>
        </p:nvGraphicFramePr>
        <p:xfrm>
          <a:off x="5540649" y="2586660"/>
          <a:ext cx="6317326" cy="1508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4275">
                  <a:extLst>
                    <a:ext uri="{9D8B030D-6E8A-4147-A177-3AD203B41FA5}">
                      <a16:colId xmlns:a16="http://schemas.microsoft.com/office/drawing/2014/main" val="2132189785"/>
                    </a:ext>
                  </a:extLst>
                </a:gridCol>
                <a:gridCol w="2124638">
                  <a:extLst>
                    <a:ext uri="{9D8B030D-6E8A-4147-A177-3AD203B41FA5}">
                      <a16:colId xmlns:a16="http://schemas.microsoft.com/office/drawing/2014/main" val="3595974257"/>
                    </a:ext>
                  </a:extLst>
                </a:gridCol>
                <a:gridCol w="1929375">
                  <a:extLst>
                    <a:ext uri="{9D8B030D-6E8A-4147-A177-3AD203B41FA5}">
                      <a16:colId xmlns:a16="http://schemas.microsoft.com/office/drawing/2014/main" val="2478275751"/>
                    </a:ext>
                  </a:extLst>
                </a:gridCol>
                <a:gridCol w="499038">
                  <a:extLst>
                    <a:ext uri="{9D8B030D-6E8A-4147-A177-3AD203B41FA5}">
                      <a16:colId xmlns:a16="http://schemas.microsoft.com/office/drawing/2014/main" val="301596819"/>
                    </a:ext>
                  </a:extLst>
                </a:gridCol>
              </a:tblGrid>
              <a:tr h="80666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Large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Middle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Small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Weigh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(%)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272073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Service Scheduling &amp; Lead Time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Service Request Processing Delay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Excessive Waiting Time for 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44.3%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50364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Customer Communication Management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Call Centre Follow-up Process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Callback Failure or Delayed Response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34.0%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0242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End-to-End Service Experience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Service Process Transparency &amp; Control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Unclear Ownership or Process Gaps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7.2%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5141980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Repair Quality &amp; Effectiveness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Post-repair Performance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Recurring Issue After Repair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5.2%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770437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Digital Service Platform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Online Service Registration Process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System or Website Usability Issue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3.1%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410945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Warranty &amp; Service Policy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Charges, Warranty, and Compensation Handling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Unexpected Charges or Warranty Dispute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2.1%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7093294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Customer Interaction Quality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Agent Communication &amp; Conduct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Language Barrier or Unprofessional Attitude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400677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Spare Parts Supply Chain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Parts Ordering &amp; Availability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Delay Due to Parts Unavailability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704107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Field Service Execution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On-site Technician Performance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Technician Capability or Conduct Issue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925975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Field Service Appointment Management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Appointment Scheduling &amp; Changes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Unannounced Cancellation or No-show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1.0%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30227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5502AF4-1D4E-2A4C-CB3E-87CAFC348CB0}"/>
              </a:ext>
            </a:extLst>
          </p:cNvPr>
          <p:cNvGraphicFramePr>
            <a:graphicFrameLocks noGrp="1"/>
          </p:cNvGraphicFramePr>
          <p:nvPr/>
        </p:nvGraphicFramePr>
        <p:xfrm>
          <a:off x="5540649" y="4369740"/>
          <a:ext cx="6317326" cy="9601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4275">
                  <a:extLst>
                    <a:ext uri="{9D8B030D-6E8A-4147-A177-3AD203B41FA5}">
                      <a16:colId xmlns:a16="http://schemas.microsoft.com/office/drawing/2014/main" val="2132189785"/>
                    </a:ext>
                  </a:extLst>
                </a:gridCol>
                <a:gridCol w="2124638">
                  <a:extLst>
                    <a:ext uri="{9D8B030D-6E8A-4147-A177-3AD203B41FA5}">
                      <a16:colId xmlns:a16="http://schemas.microsoft.com/office/drawing/2014/main" val="3595974257"/>
                    </a:ext>
                  </a:extLst>
                </a:gridCol>
                <a:gridCol w="1929375">
                  <a:extLst>
                    <a:ext uri="{9D8B030D-6E8A-4147-A177-3AD203B41FA5}">
                      <a16:colId xmlns:a16="http://schemas.microsoft.com/office/drawing/2014/main" val="2478275751"/>
                    </a:ext>
                  </a:extLst>
                </a:gridCol>
                <a:gridCol w="499038">
                  <a:extLst>
                    <a:ext uri="{9D8B030D-6E8A-4147-A177-3AD203B41FA5}">
                      <a16:colId xmlns:a16="http://schemas.microsoft.com/office/drawing/2014/main" val="301596819"/>
                    </a:ext>
                  </a:extLst>
                </a:gridCol>
              </a:tblGrid>
              <a:tr h="80666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Large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Middle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Small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Weigh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(%)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272073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&amp; Lead Time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Request Processing Delay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Waiting Time for 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50364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End-to-End Service Experience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Process Transparency &amp; Control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Unclear Ownership or Process Gaps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31.6%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0242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Communication Management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Call Centre Follow-up Process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Callback Failure or Delayed Response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5141980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&amp; Effectiveness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Post-repair Performance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Recurring Issue After Repair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770437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&amp; Service Policy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Charges, Warranty, and Compensation Handling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Unexpected Charges or Warranty Dispute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410945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Spare Parts Supply Chain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Parts Ordering &amp; Availability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Delay Due to Parts Unavailability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7093294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173E723-9BFC-3D38-41AD-FBC3C7241FA2}"/>
              </a:ext>
            </a:extLst>
          </p:cNvPr>
          <p:cNvGraphicFramePr>
            <a:graphicFrameLocks noGrp="1"/>
          </p:cNvGraphicFramePr>
          <p:nvPr/>
        </p:nvGraphicFramePr>
        <p:xfrm>
          <a:off x="5540649" y="5604180"/>
          <a:ext cx="6317326" cy="9601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64275">
                  <a:extLst>
                    <a:ext uri="{9D8B030D-6E8A-4147-A177-3AD203B41FA5}">
                      <a16:colId xmlns:a16="http://schemas.microsoft.com/office/drawing/2014/main" val="2132189785"/>
                    </a:ext>
                  </a:extLst>
                </a:gridCol>
                <a:gridCol w="2124638">
                  <a:extLst>
                    <a:ext uri="{9D8B030D-6E8A-4147-A177-3AD203B41FA5}">
                      <a16:colId xmlns:a16="http://schemas.microsoft.com/office/drawing/2014/main" val="3595974257"/>
                    </a:ext>
                  </a:extLst>
                </a:gridCol>
                <a:gridCol w="1929375">
                  <a:extLst>
                    <a:ext uri="{9D8B030D-6E8A-4147-A177-3AD203B41FA5}">
                      <a16:colId xmlns:a16="http://schemas.microsoft.com/office/drawing/2014/main" val="2478275751"/>
                    </a:ext>
                  </a:extLst>
                </a:gridCol>
                <a:gridCol w="499038">
                  <a:extLst>
                    <a:ext uri="{9D8B030D-6E8A-4147-A177-3AD203B41FA5}">
                      <a16:colId xmlns:a16="http://schemas.microsoft.com/office/drawing/2014/main" val="301596819"/>
                    </a:ext>
                  </a:extLst>
                </a:gridCol>
              </a:tblGrid>
              <a:tr h="80666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Large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Middle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Small Category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Weigh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/>
                        </a:rPr>
                        <a:t>(%)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272073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End-to-End Service Experience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Process Transparency &amp; Control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Unclear Ownership or Process Gaps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50364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Communication Management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Call Centre Follow-up Process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Callback Failure or Delayed Response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02429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&amp; Effectiveness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Post-repair Performance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Recurring Issue After Repair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5141980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&amp; Lead Time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Request Processing Delay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Waiting Time for 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770437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Field Service Execution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On-site Technician Performance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Technician Capability or Conduct Issue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410945"/>
                  </a:ext>
                </a:extLst>
              </a:tr>
              <a:tr h="80666"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Digital Service Platform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Online Service Registration Process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System or Website Usability Issue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7093294"/>
                  </a:ext>
                </a:extLst>
              </a:tr>
            </a:tbl>
          </a:graphicData>
        </a:graphic>
      </p:graphicFrame>
      <p:cxnSp>
        <p:nvCxnSpPr>
          <p:cNvPr id="14" name="연결선: 꺾임 13">
            <a:extLst>
              <a:ext uri="{FF2B5EF4-FFF2-40B4-BE49-F238E27FC236}">
                <a16:creationId xmlns:a16="http://schemas.microsoft.com/office/drawing/2014/main" id="{632A7E44-342F-DC9F-9D50-56120E5BE6FA}"/>
              </a:ext>
            </a:extLst>
          </p:cNvPr>
          <p:cNvCxnSpPr>
            <a:cxnSpLocks/>
          </p:cNvCxnSpPr>
          <p:nvPr/>
        </p:nvCxnSpPr>
        <p:spPr>
          <a:xfrm>
            <a:off x="4456547" y="2925889"/>
            <a:ext cx="1080000" cy="415151"/>
          </a:xfrm>
          <a:prstGeom prst="bentConnector3">
            <a:avLst>
              <a:gd name="adj1" fmla="val 50000"/>
            </a:avLst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연결선: 꺾임 19">
            <a:extLst>
              <a:ext uri="{FF2B5EF4-FFF2-40B4-BE49-F238E27FC236}">
                <a16:creationId xmlns:a16="http://schemas.microsoft.com/office/drawing/2014/main" id="{7CEA7A8B-1AF7-45D6-4995-C60AD172A9FF}"/>
              </a:ext>
            </a:extLst>
          </p:cNvPr>
          <p:cNvCxnSpPr>
            <a:cxnSpLocks/>
          </p:cNvCxnSpPr>
          <p:nvPr/>
        </p:nvCxnSpPr>
        <p:spPr>
          <a:xfrm>
            <a:off x="4456547" y="4434649"/>
            <a:ext cx="1080000" cy="415151"/>
          </a:xfrm>
          <a:prstGeom prst="bentConnector3">
            <a:avLst>
              <a:gd name="adj1" fmla="val 50000"/>
            </a:avLst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연결선: 꺾임 22">
            <a:extLst>
              <a:ext uri="{FF2B5EF4-FFF2-40B4-BE49-F238E27FC236}">
                <a16:creationId xmlns:a16="http://schemas.microsoft.com/office/drawing/2014/main" id="{12816E3C-8B93-DE54-7680-DBB3A3DCCAC8}"/>
              </a:ext>
            </a:extLst>
          </p:cNvPr>
          <p:cNvCxnSpPr>
            <a:cxnSpLocks/>
          </p:cNvCxnSpPr>
          <p:nvPr/>
        </p:nvCxnSpPr>
        <p:spPr>
          <a:xfrm>
            <a:off x="4456547" y="5669234"/>
            <a:ext cx="1080000" cy="415006"/>
          </a:xfrm>
          <a:prstGeom prst="bentConnector3">
            <a:avLst>
              <a:gd name="adj1" fmla="val 50000"/>
            </a:avLst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 Box 118">
            <a:extLst>
              <a:ext uri="{FF2B5EF4-FFF2-40B4-BE49-F238E27FC236}">
                <a16:creationId xmlns:a16="http://schemas.microsoft.com/office/drawing/2014/main" id="{50DE2050-7FFC-08DE-A905-EF2BE6818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2934" y="2370592"/>
            <a:ext cx="1912383" cy="17023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</a:t>
            </a:r>
            <a:r>
              <a:rPr kumimoji="1" lang="ko-KR" altLang="en-US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설문 </a:t>
            </a:r>
            <a:r>
              <a:rPr lang="ko-KR" altLang="en-US" sz="1000" b="1" spc="-30"/>
              <a:t>영역 별 고객이 선택한 불만 사유 </a:t>
            </a: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0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6" name="Text Box 118">
            <a:extLst>
              <a:ext uri="{FF2B5EF4-FFF2-40B4-BE49-F238E27FC236}">
                <a16:creationId xmlns:a16="http://schemas.microsoft.com/office/drawing/2014/main" id="{3DC61D50-F907-FD82-62FD-9F9737E3B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070" y="2370592"/>
            <a:ext cx="2312493" cy="17023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AI Tool</a:t>
            </a:r>
            <a:r>
              <a:rPr kumimoji="1" lang="ko-KR" altLang="en-US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을 활용하여 분류한 주요 불만 </a:t>
            </a: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Category</a:t>
            </a:r>
            <a:r>
              <a:rPr kumimoji="1" lang="ko-KR" altLang="en-US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0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458EB89-8B79-C53E-D3BA-5F5A8FE52F93}"/>
              </a:ext>
            </a:extLst>
          </p:cNvPr>
          <p:cNvSpPr txBox="1"/>
          <p:nvPr/>
        </p:nvSpPr>
        <p:spPr>
          <a:xfrm>
            <a:off x="6013445" y="6670680"/>
            <a:ext cx="165110" cy="13413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4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이등변 삼각형 4">
            <a:extLst>
              <a:ext uri="{FF2B5EF4-FFF2-40B4-BE49-F238E27FC236}">
                <a16:creationId xmlns:a16="http://schemas.microsoft.com/office/drawing/2014/main" id="{A2FBBFB6-A8DA-21EC-33C8-A4EFD64CC12B}"/>
              </a:ext>
            </a:extLst>
          </p:cNvPr>
          <p:cNvSpPr/>
          <p:nvPr/>
        </p:nvSpPr>
        <p:spPr>
          <a:xfrm rot="5400000">
            <a:off x="4434429" y="4503480"/>
            <a:ext cx="1080000" cy="144000"/>
          </a:xfrm>
          <a:prstGeom prst="triangle">
            <a:avLst/>
          </a:prstGeom>
          <a:solidFill>
            <a:schemeClr val="bg1">
              <a:lumMod val="50000"/>
            </a:schemeClr>
          </a:solidFill>
          <a:ln w="3175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3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6A5CC74-4480-81E0-7A60-FF7D824FB766}"/>
              </a:ext>
            </a:extLst>
          </p:cNvPr>
          <p:cNvSpPr txBox="1"/>
          <p:nvPr/>
        </p:nvSpPr>
        <p:spPr>
          <a:xfrm>
            <a:off x="4200429" y="5125858"/>
            <a:ext cx="1548000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AI-based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(copilot)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Category</a:t>
            </a:r>
            <a:b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Reclassification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EDEE2D7C-5485-30B9-C0F5-07F45D338067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C1E7284E-E067-AE2D-6788-97E305865B96}"/>
              </a:ext>
            </a:extLst>
          </p:cNvPr>
          <p:cNvSpPr txBox="1"/>
          <p:nvPr/>
        </p:nvSpPr>
        <p:spPr>
          <a:xfrm>
            <a:off x="67622" y="48141"/>
            <a:ext cx="54001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호주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분석 사례 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글로벌 </a:t>
            </a:r>
            <a:r>
              <a:rPr lang="en-US" altLang="ko-KR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N/W </a:t>
            </a:r>
            <a:r>
              <a:rPr lang="ko-KR" altLang="en-US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컨퍼런스 시 공유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11" name="모서리가 둥근 직사각형 104">
            <a:extLst>
              <a:ext uri="{FF2B5EF4-FFF2-40B4-BE49-F238E27FC236}">
                <a16:creationId xmlns:a16="http://schemas.microsoft.com/office/drawing/2014/main" id="{EE9023F8-CD98-3541-040D-D303C1D07E47}"/>
              </a:ext>
            </a:extLst>
          </p:cNvPr>
          <p:cNvSpPr/>
          <p:nvPr/>
        </p:nvSpPr>
        <p:spPr bwMode="auto">
          <a:xfrm>
            <a:off x="334025" y="1272707"/>
            <a:ext cx="828000" cy="100773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T-NPS</a:t>
            </a:r>
          </a:p>
        </p:txBody>
      </p:sp>
      <p:sp>
        <p:nvSpPr>
          <p:cNvPr id="12" name="Text Box 118">
            <a:extLst>
              <a:ext uri="{FF2B5EF4-FFF2-40B4-BE49-F238E27FC236}">
                <a16:creationId xmlns:a16="http://schemas.microsoft.com/office/drawing/2014/main" id="{845AF563-AE14-B1A1-775D-2ADF4271EE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7148" y="1369241"/>
            <a:ext cx="648000" cy="1362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‘26 Weight (%)</a:t>
            </a:r>
          </a:p>
        </p:txBody>
      </p:sp>
      <p:sp>
        <p:nvSpPr>
          <p:cNvPr id="13" name="Text Box 118">
            <a:extLst>
              <a:ext uri="{FF2B5EF4-FFF2-40B4-BE49-F238E27FC236}">
                <a16:creationId xmlns:a16="http://schemas.microsoft.com/office/drawing/2014/main" id="{DCDA17F2-CF79-7752-05D7-99FE6AE53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7148" y="1557743"/>
            <a:ext cx="180000" cy="1362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-3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78%</a:t>
            </a:r>
          </a:p>
        </p:txBody>
      </p:sp>
      <p:sp>
        <p:nvSpPr>
          <p:cNvPr id="18" name="Text Box 118">
            <a:extLst>
              <a:ext uri="{FF2B5EF4-FFF2-40B4-BE49-F238E27FC236}">
                <a16:creationId xmlns:a16="http://schemas.microsoft.com/office/drawing/2014/main" id="{D2EF0E21-E9DD-BD62-1127-09BC00893E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7148" y="1702101"/>
            <a:ext cx="180000" cy="1362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11%</a:t>
            </a:r>
          </a:p>
        </p:txBody>
      </p:sp>
      <p:sp>
        <p:nvSpPr>
          <p:cNvPr id="19" name="Text Box 118">
            <a:extLst>
              <a:ext uri="{FF2B5EF4-FFF2-40B4-BE49-F238E27FC236}">
                <a16:creationId xmlns:a16="http://schemas.microsoft.com/office/drawing/2014/main" id="{CF7B547E-D1E1-C86E-BE28-7EC0D7F7F9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7148" y="1846459"/>
            <a:ext cx="180000" cy="1362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8%</a:t>
            </a:r>
          </a:p>
        </p:txBody>
      </p:sp>
      <p:sp>
        <p:nvSpPr>
          <p:cNvPr id="21" name="Text Box 118">
            <a:extLst>
              <a:ext uri="{FF2B5EF4-FFF2-40B4-BE49-F238E27FC236}">
                <a16:creationId xmlns:a16="http://schemas.microsoft.com/office/drawing/2014/main" id="{4BC4FA92-51ED-AE2F-90DA-16A542C45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7148" y="1990817"/>
            <a:ext cx="180000" cy="13625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2%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C567CD2D-DFE2-1D96-ACF3-513CC645E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4841649"/>
              </p:ext>
            </p:extLst>
          </p:nvPr>
        </p:nvGraphicFramePr>
        <p:xfrm>
          <a:off x="1314894" y="1272706"/>
          <a:ext cx="6500803" cy="1007733"/>
        </p:xfrm>
        <a:graphic>
          <a:graphicData uri="http://schemas.openxmlformats.org/drawingml/2006/table">
            <a:tbl>
              <a:tblPr/>
              <a:tblGrid>
                <a:gridCol w="720701">
                  <a:extLst>
                    <a:ext uri="{9D8B030D-6E8A-4147-A177-3AD203B41FA5}">
                      <a16:colId xmlns:a16="http://schemas.microsoft.com/office/drawing/2014/main" val="3345869321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423571554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384488841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2981997688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094653543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761658960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729193590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759328059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3782206882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2930401798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3618548790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4097215852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2975756529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526650731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4094152440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855658447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846587147"/>
                    </a:ext>
                  </a:extLst>
                </a:gridCol>
                <a:gridCol w="340006">
                  <a:extLst>
                    <a:ext uri="{9D8B030D-6E8A-4147-A177-3AD203B41FA5}">
                      <a16:colId xmlns:a16="http://schemas.microsoft.com/office/drawing/2014/main" val="1839272939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Center Type</a:t>
                      </a: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2025</a:t>
                      </a:r>
                    </a:p>
                  </a:txBody>
                  <a:tcPr marL="6338" marR="6338" marT="633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2025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6338" marR="6338" marT="633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2026</a:t>
                      </a:r>
                    </a:p>
                  </a:txBody>
                  <a:tcPr marL="6338" marR="6338" marT="633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2026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6338" marR="6338" marT="633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41168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Jan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Feb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May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Jun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Jul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Aug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Sep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Oct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Nov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Dec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Jan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Feb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Mar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5528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General ASC</a:t>
                      </a: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19656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DMS</a:t>
                      </a: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81.5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80.8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78.6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74763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Exclusive ASC</a:t>
                      </a: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55780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Elite ASC</a:t>
                      </a:r>
                    </a:p>
                  </a:txBody>
                  <a:tcPr marL="6350" marR="6350" marT="635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42.9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-66.7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42.2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66.7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5769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altLang="en-US" sz="9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62.4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51.1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52.6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58.8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48.2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44.0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49.3</a:t>
                      </a:r>
                    </a:p>
                  </a:txBody>
                  <a:tcPr marL="6350" marR="6350" marT="635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0445947"/>
                  </a:ext>
                </a:extLst>
              </a:tr>
            </a:tbl>
          </a:graphicData>
        </a:graphic>
      </p:graphicFrame>
      <p:sp>
        <p:nvSpPr>
          <p:cNvPr id="28" name="실행 단추: 뒤로 또는 앞으로 이동 27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443FD62A-E77C-4730-A613-DFEAC0FAFEFA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Text Box 118">
            <a:extLst>
              <a:ext uri="{FF2B5EF4-FFF2-40B4-BE49-F238E27FC236}">
                <a16:creationId xmlns:a16="http://schemas.microsoft.com/office/drawing/2014/main" id="{12E18F9C-A517-1472-4D58-2B8047D7A7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5916" y="1062974"/>
            <a:ext cx="1558760" cy="17023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</a:t>
            </a:r>
            <a:r>
              <a:rPr kumimoji="1" lang="ko-KR" altLang="en-US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호주 채널 별 </a:t>
            </a:r>
            <a:r>
              <a:rPr lang="ko-KR" altLang="en-US" sz="1000" b="1" spc="-30"/>
              <a:t>수리 </a:t>
            </a:r>
            <a:r>
              <a:rPr lang="en-US" altLang="ko-KR" sz="1000" b="1" spc="-30"/>
              <a:t>T-NPS </a:t>
            </a:r>
            <a:r>
              <a:rPr lang="ko-KR" altLang="en-US" sz="1000" b="1" spc="-30"/>
              <a:t>현황 </a:t>
            </a: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0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68270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9652D82-B135-3C90-AECE-8C611A0FC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ext Box 118">
            <a:extLst>
              <a:ext uri="{FF2B5EF4-FFF2-40B4-BE49-F238E27FC236}">
                <a16:creationId xmlns:a16="http://schemas.microsoft.com/office/drawing/2014/main" id="{2EEAE588-9077-BED8-76B8-1DF9070006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7304" y="650711"/>
            <a:ext cx="1264770" cy="1872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1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</a:t>
            </a:r>
            <a:r>
              <a:rPr kumimoji="1" lang="ko-KR" altLang="en-US" sz="1100" b="1" i="0" u="none" strike="noStrike" kern="0" cap="none" spc="-3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비중 </a:t>
            </a:r>
            <a:r>
              <a:rPr kumimoji="1" lang="en-US" altLang="ko-KR" sz="1100" b="1" i="0" u="none" strike="noStrike" kern="0" cap="none" spc="-3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Top 5 </a:t>
            </a:r>
            <a:r>
              <a:rPr kumimoji="1" lang="en-US" altLang="ko-KR" sz="11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ASC </a:t>
            </a:r>
            <a:r>
              <a:rPr lang="ko-KR" altLang="en-US" sz="1100" b="1" spc="-30"/>
              <a:t>분석 </a:t>
            </a:r>
            <a:r>
              <a:rPr kumimoji="1" lang="en-US" altLang="ko-KR" sz="11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1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FC8F59ED-0CFF-A3A8-2ED9-75EE98A32B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278201"/>
              </p:ext>
            </p:extLst>
          </p:nvPr>
        </p:nvGraphicFramePr>
        <p:xfrm>
          <a:off x="332988" y="952870"/>
          <a:ext cx="5139401" cy="5242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5075">
                  <a:extLst>
                    <a:ext uri="{9D8B030D-6E8A-4147-A177-3AD203B41FA5}">
                      <a16:colId xmlns:a16="http://schemas.microsoft.com/office/drawing/2014/main" val="3610922892"/>
                    </a:ext>
                  </a:extLst>
                </a:gridCol>
                <a:gridCol w="1684900">
                  <a:extLst>
                    <a:ext uri="{9D8B030D-6E8A-4147-A177-3AD203B41FA5}">
                      <a16:colId xmlns:a16="http://schemas.microsoft.com/office/drawing/2014/main" val="1504775439"/>
                    </a:ext>
                  </a:extLst>
                </a:gridCol>
                <a:gridCol w="2410388">
                  <a:extLst>
                    <a:ext uri="{9D8B030D-6E8A-4147-A177-3AD203B41FA5}">
                      <a16:colId xmlns:a16="http://schemas.microsoft.com/office/drawing/2014/main" val="1506143989"/>
                    </a:ext>
                  </a:extLst>
                </a:gridCol>
                <a:gridCol w="499038">
                  <a:extLst>
                    <a:ext uri="{9D8B030D-6E8A-4147-A177-3AD203B41FA5}">
                      <a16:colId xmlns:a16="http://schemas.microsoft.com/office/drawing/2014/main" val="1808598505"/>
                    </a:ext>
                  </a:extLst>
                </a:gridCol>
              </a:tblGrid>
              <a:tr h="81247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Section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1" lang="ko-KR" altLang="en-US" sz="800" b="1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charset="0"/>
                        </a:rPr>
                        <a:t>비중 </a:t>
                      </a:r>
                      <a:r>
                        <a:rPr kumimoji="1" lang="en-US" altLang="ko-KR" sz="800" b="1" i="0" u="none" strike="noStrike" kern="0" cap="none" spc="-3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charset="0"/>
                        </a:rPr>
                        <a:t>Top 5 ASC</a:t>
                      </a:r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Weigh</a:t>
                      </a:r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(%)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7931444"/>
                  </a:ext>
                </a:extLst>
              </a:tr>
              <a:tr h="81247">
                <a:tc rowSpan="42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Scheduling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&amp;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Visit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WOOLLEY APPLIANCE SERV. P/L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and availability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189773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 and system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21.1%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6088616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 and communication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10.5%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10801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Cost, warranty, and compensation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924231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and technician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170120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impact and daily-life inconvenience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982196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Overall evaluation and brand perception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8072090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Parts and supply chain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5004268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Product quality and defects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2717250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Accessibility issues for elderly or digitally vulnerable customers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437062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ALL GENERAL WHITEGOODS SERVICE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 and system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804807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and technician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6522865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 and communication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665786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and availability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2124283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Overall evaluation and brand perception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033312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Product quality and defects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1357108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Parts and supply chain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5140338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Cost, warranty, and compensation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706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APS ELECTRICAL SERVICES WA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and availability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39.1%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796444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Overall evaluation and brand perception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015213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and technician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4316438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Cost, warranty, and compensation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2052835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Parts and supply chain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8.7%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709949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Accessibility issues for elderly or digitally vulnerable customers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5020913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 and communication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0968722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impact and daily-life inconvenience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403373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Product quality and defects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943552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CASH SALE (CMSVC)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 and communication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187639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and availability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405566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Overall evaluation and brand perception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065124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 and system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0645582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impact and daily-life inconvenience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124663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Cost, warranty, and compensation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1245007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and technician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204321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OTWO PTY LTD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 and communication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29.4%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9718622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Accessibility issues for elderly or digitally vulnerable customers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23.5%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0819176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 and availability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17.6%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0041191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 and technician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021550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Overall evaluation and brand perception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719095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impact and daily-life inconvenience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9472468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Cost, warranty, and compensation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6612685"/>
                  </a:ext>
                </a:extLst>
              </a:tr>
              <a:tr h="81247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 and system issues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5.9%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5399725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DCA1EE0-C2FC-ACA6-AE48-F5E5ABDC72C7}"/>
              </a:ext>
            </a:extLst>
          </p:cNvPr>
          <p:cNvGraphicFramePr>
            <a:graphicFrameLocks noGrp="1"/>
          </p:cNvGraphicFramePr>
          <p:nvPr/>
        </p:nvGraphicFramePr>
        <p:xfrm>
          <a:off x="6207139" y="952870"/>
          <a:ext cx="3474000" cy="2682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963">
                  <a:extLst>
                    <a:ext uri="{9D8B030D-6E8A-4147-A177-3AD203B41FA5}">
                      <a16:colId xmlns:a16="http://schemas.microsoft.com/office/drawing/2014/main" val="1972222950"/>
                    </a:ext>
                  </a:extLst>
                </a:gridCol>
                <a:gridCol w="2466037">
                  <a:extLst>
                    <a:ext uri="{9D8B030D-6E8A-4147-A177-3AD203B41FA5}">
                      <a16:colId xmlns:a16="http://schemas.microsoft.com/office/drawing/2014/main" val="2625784130"/>
                    </a:ext>
                  </a:extLst>
                </a:gridCol>
              </a:tblGrid>
              <a:tr h="61912"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Narrative Summary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9908652"/>
                  </a:ext>
                </a:extLst>
              </a:tr>
              <a:tr h="61912">
                <a:tc rowSpan="9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Service scheduling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availability issues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delayed over one week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372852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Limited service provider availability causing losses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085431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Circular and repetitive booking experience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99459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Delay in technician dispatch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29391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 four weeks from request to visit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068362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delay from booking to visit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37817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Technician arrived significantly later than promised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2561886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Excessively long service booking process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223340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Extremely limited technician availability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41513"/>
                  </a:ext>
                </a:extLst>
              </a:tr>
              <a:tr h="61912">
                <a:tc rowSpan="8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system issues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Unnecessary and inefficient procedures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779531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Overcomplicated process (duplicate phone and text reporting)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444688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Follow-up required to confirm service request receipt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97130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Duplicate document requests and incorrect parts order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449400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Repeated document requests and repair failure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0093703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coordination time with LG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76915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Complex and unsatisfactory repair system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9104014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verification steps and waiting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754296"/>
                  </a:ext>
                </a:extLst>
              </a:tr>
              <a:tr h="93971">
                <a:tc rowSpan="4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communication issues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Stress caused by advisor’s lack of understanding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1282255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Need to re-explain the issue every time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6391116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requirements not met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271823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call center wait time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4228254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FFFFB75-2907-D284-74EF-788EC2ACFC69}"/>
              </a:ext>
            </a:extLst>
          </p:cNvPr>
          <p:cNvGraphicFramePr>
            <a:graphicFrameLocks noGrp="1"/>
          </p:cNvGraphicFramePr>
          <p:nvPr/>
        </p:nvGraphicFramePr>
        <p:xfrm>
          <a:off x="6207139" y="3772227"/>
          <a:ext cx="3472988" cy="1828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94338">
                  <a:extLst>
                    <a:ext uri="{9D8B030D-6E8A-4147-A177-3AD203B41FA5}">
                      <a16:colId xmlns:a16="http://schemas.microsoft.com/office/drawing/2014/main" val="1972222950"/>
                    </a:ext>
                  </a:extLst>
                </a:gridCol>
                <a:gridCol w="2478650">
                  <a:extLst>
                    <a:ext uri="{9D8B030D-6E8A-4147-A177-3AD203B41FA5}">
                      <a16:colId xmlns:a16="http://schemas.microsoft.com/office/drawing/2014/main" val="2625784130"/>
                    </a:ext>
                  </a:extLst>
                </a:gridCol>
              </a:tblGrid>
              <a:tr h="61912"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Narrative Summary</a:t>
                      </a: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9908652"/>
                  </a:ext>
                </a:extLst>
              </a:tr>
              <a:tr h="61912">
                <a:tc rowSpan="6">
                  <a:txBody>
                    <a:bodyPr/>
                    <a:lstStyle/>
                    <a:p>
                      <a:pPr algn="ctr" fontAlgn="b"/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</a:t>
                      </a:r>
                      <a:b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system issues</a:t>
                      </a:r>
                      <a:endParaRPr lang="en-US" altLang="ko-KR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Repeated requests for the same information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372852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System errors (document upload failure)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085431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Requests for additional materials despite existing documentation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99459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 follow-up after replacement recommendation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29391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Internal process confusion (responsibility shifting for scheduling)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068362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Poor information sharing between retailer and LG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378171"/>
                  </a:ext>
                </a:extLst>
              </a:tr>
              <a:tr h="61912">
                <a:tc rowSpan="4">
                  <a:txBody>
                    <a:bodyPr/>
                    <a:lstStyle/>
                    <a:p>
                      <a:pPr algn="ctr" fontAlgn="b"/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quality</a:t>
                      </a:r>
                      <a:b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technician issues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Unsafe repair practices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7795319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Proposed solution was unreasonable or unrealistic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444688"/>
                  </a:ext>
                </a:extLst>
              </a:tr>
              <a:tr h="60043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Appliance failed again immediately after repair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971301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remains unresolved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449400"/>
                  </a:ext>
                </a:extLst>
              </a:tr>
              <a:tr h="61912">
                <a:tc rowSpan="4">
                  <a:txBody>
                    <a:bodyPr/>
                    <a:lstStyle/>
                    <a:p>
                      <a:pPr algn="ctr" fontAlgn="b"/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service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and</a:t>
                      </a:r>
                      <a:b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communication issues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Poor attitude from agents and technicians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1282255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Excessive time spent booking through call center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6391116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Burden of repeatedly explaining the same issue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2718232"/>
                  </a:ext>
                </a:extLst>
              </a:tr>
              <a:tr h="61912">
                <a:tc vMerge="1">
                  <a:txBody>
                    <a:bodyPr/>
                    <a:lstStyle/>
                    <a:p>
                      <a:pPr algn="l" fontAlgn="b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Communication difficulties with overseas call center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b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4228254"/>
                  </a:ext>
                </a:extLst>
              </a:tr>
            </a:tbl>
          </a:graphicData>
        </a:graphic>
      </p:graphicFrame>
      <p:cxnSp>
        <p:nvCxnSpPr>
          <p:cNvPr id="7" name="연결선: 꺾임 6">
            <a:extLst>
              <a:ext uri="{FF2B5EF4-FFF2-40B4-BE49-F238E27FC236}">
                <a16:creationId xmlns:a16="http://schemas.microsoft.com/office/drawing/2014/main" id="{50FB00BD-4FDA-B7F7-AFBC-72293F07C791}"/>
              </a:ext>
            </a:extLst>
          </p:cNvPr>
          <p:cNvCxnSpPr>
            <a:cxnSpLocks/>
          </p:cNvCxnSpPr>
          <p:nvPr/>
        </p:nvCxnSpPr>
        <p:spPr>
          <a:xfrm>
            <a:off x="5487139" y="1255108"/>
            <a:ext cx="720000" cy="1038882"/>
          </a:xfrm>
          <a:prstGeom prst="bentConnector3">
            <a:avLst>
              <a:gd name="adj1" fmla="val 50000"/>
            </a:avLst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연결선: 꺾임 8">
            <a:extLst>
              <a:ext uri="{FF2B5EF4-FFF2-40B4-BE49-F238E27FC236}">
                <a16:creationId xmlns:a16="http://schemas.microsoft.com/office/drawing/2014/main" id="{91D1A7EF-0727-D3A7-DBD7-A4A4154061B5}"/>
              </a:ext>
            </a:extLst>
          </p:cNvPr>
          <p:cNvCxnSpPr>
            <a:cxnSpLocks/>
          </p:cNvCxnSpPr>
          <p:nvPr/>
        </p:nvCxnSpPr>
        <p:spPr>
          <a:xfrm>
            <a:off x="5487639" y="2485363"/>
            <a:ext cx="720000" cy="2201264"/>
          </a:xfrm>
          <a:prstGeom prst="bentConnector3">
            <a:avLst>
              <a:gd name="adj1" fmla="val 50000"/>
            </a:avLst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C837C162-30E6-EBA8-78C0-342340F33CE4}"/>
              </a:ext>
            </a:extLst>
          </p:cNvPr>
          <p:cNvSpPr txBox="1"/>
          <p:nvPr/>
        </p:nvSpPr>
        <p:spPr>
          <a:xfrm>
            <a:off x="6013445" y="6670680"/>
            <a:ext cx="165110" cy="13413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4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27" name="그림 26">
            <a:hlinkClick r:id="" action="ppaction://noaction"/>
            <a:extLst>
              <a:ext uri="{FF2B5EF4-FFF2-40B4-BE49-F238E27FC236}">
                <a16:creationId xmlns:a16="http://schemas.microsoft.com/office/drawing/2014/main" id="{41B29D86-6CFF-AB5E-0001-8F7CFBD179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5990" y="4046332"/>
            <a:ext cx="181670" cy="181670"/>
          </a:xfrm>
          <a:prstGeom prst="rect">
            <a:avLst/>
          </a:prstGeom>
        </p:spPr>
      </p:pic>
      <p:sp>
        <p:nvSpPr>
          <p:cNvPr id="28" name="Text Box 41">
            <a:extLst>
              <a:ext uri="{FF2B5EF4-FFF2-40B4-BE49-F238E27FC236}">
                <a16:creationId xmlns:a16="http://schemas.microsoft.com/office/drawing/2014/main" id="{5795BD9C-3A2A-DF8C-200B-5A5AD52DB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53523" y="3772227"/>
            <a:ext cx="1605489" cy="729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1" u="none" strike="noStrike" kern="1200" cap="none" spc="0" normalizeH="0" baseline="0" noProof="0">
                <a:ln>
                  <a:noFill/>
                </a:ln>
                <a:solidFill>
                  <a:srgbClr val="353A60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Identified and resolved the root causes of </a:t>
            </a:r>
            <a:r>
              <a:rPr kumimoji="1" lang="en-US" altLang="ko-KR" sz="1100" b="1" i="1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internal processes</a:t>
            </a:r>
            <a:br>
              <a:rPr kumimoji="1" lang="en-US" altLang="ko-KR" sz="1100" b="0" i="1" u="none" strike="noStrike" kern="1200" cap="none" spc="0" normalizeH="0" baseline="0" noProof="0">
                <a:ln>
                  <a:noFill/>
                </a:ln>
                <a:solidFill>
                  <a:srgbClr val="353A60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1" lang="en-US" altLang="ko-KR" sz="1100" b="0" i="1" u="none" strike="noStrike" kern="1200" cap="none" spc="0" normalizeH="0" baseline="0" noProof="0">
                <a:ln>
                  <a:noFill/>
                </a:ln>
                <a:solidFill>
                  <a:srgbClr val="353A60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of WOOLEY &amp; ALL GENERAL causing customer pain points</a:t>
            </a:r>
            <a:endParaRPr kumimoji="1" lang="en-US" altLang="ko-KR" sz="1100" b="1" i="1" u="none" strike="noStrike" kern="1200" cap="none" spc="-1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1" name="Text Box 118">
            <a:extLst>
              <a:ext uri="{FF2B5EF4-FFF2-40B4-BE49-F238E27FC236}">
                <a16:creationId xmlns:a16="http://schemas.microsoft.com/office/drawing/2014/main" id="{C9B23928-2A23-539A-1CFF-A5A97584A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7139" y="5700870"/>
            <a:ext cx="2702022" cy="17023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0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(HQ) Customer Narrative Analysis Report Development 】</a:t>
            </a:r>
            <a:endParaRPr kumimoji="1" lang="en-US" altLang="ko-KR" sz="10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923A977-6613-C5DB-1BCC-9BE5C7BF6C53}"/>
              </a:ext>
            </a:extLst>
          </p:cNvPr>
          <p:cNvSpPr txBox="1"/>
          <p:nvPr/>
        </p:nvSpPr>
        <p:spPr>
          <a:xfrm>
            <a:off x="6125395" y="5871109"/>
            <a:ext cx="610308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Our team, in collaboration with related departments at HQ, is currently developing a report where AI analyzes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customer verbatim feedback from the repair T-NPS survey and feeds the text data into the CS DataMart.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36" name="그림 35">
            <a:hlinkClick r:id="" action="ppaction://noaction"/>
            <a:extLst>
              <a:ext uri="{FF2B5EF4-FFF2-40B4-BE49-F238E27FC236}">
                <a16:creationId xmlns:a16="http://schemas.microsoft.com/office/drawing/2014/main" id="{912203A9-B925-FB1A-DF0D-36CBE751CF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5990" y="2445746"/>
            <a:ext cx="181670" cy="181670"/>
          </a:xfrm>
          <a:prstGeom prst="rect">
            <a:avLst/>
          </a:prstGeom>
        </p:spPr>
      </p:pic>
      <p:sp>
        <p:nvSpPr>
          <p:cNvPr id="37" name="Text Box 41">
            <a:extLst>
              <a:ext uri="{FF2B5EF4-FFF2-40B4-BE49-F238E27FC236}">
                <a16:creationId xmlns:a16="http://schemas.microsoft.com/office/drawing/2014/main" id="{6A3596F7-DE10-051E-B360-17F2191EF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53522" y="1985437"/>
            <a:ext cx="1605489" cy="110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1" u="none" strike="noStrike" kern="1200" cap="none" spc="0" normalizeH="0" baseline="0" noProof="0">
                <a:ln>
                  <a:noFill/>
                </a:ln>
                <a:solidFill>
                  <a:srgbClr val="353A60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Clarification of the causes for </a:t>
            </a:r>
            <a:r>
              <a:rPr kumimoji="1" lang="en-US" altLang="ko-KR" sz="1100" b="1" i="1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service request and on-site visit delays</a:t>
            </a:r>
            <a:r>
              <a:rPr kumimoji="1" lang="en-US" altLang="ko-KR" sz="1100" b="0" i="1" u="none" strike="noStrike" kern="1200" cap="none" spc="0" normalizeH="0" baseline="0" noProof="0">
                <a:ln>
                  <a:noFill/>
                </a:ln>
                <a:solidFill>
                  <a:srgbClr val="353A60"/>
                </a:solidFill>
                <a:effectLst/>
                <a:highlight>
                  <a:srgbClr val="FFFFFF"/>
                </a:highlight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(contact center vs. engineer) and priority improvement of engineer-related issues</a:t>
            </a:r>
            <a:endParaRPr kumimoji="1" lang="en-US" altLang="ko-KR" sz="1100" b="1" i="1" u="none" strike="noStrike" kern="1200" cap="none" spc="-1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9" name="모서리가 둥근 직사각형 104">
            <a:extLst>
              <a:ext uri="{FF2B5EF4-FFF2-40B4-BE49-F238E27FC236}">
                <a16:creationId xmlns:a16="http://schemas.microsoft.com/office/drawing/2014/main" id="{3EB6A8E0-B80B-E63A-898E-5E5C7E30C68D}"/>
              </a:ext>
            </a:extLst>
          </p:cNvPr>
          <p:cNvSpPr/>
          <p:nvPr/>
        </p:nvSpPr>
        <p:spPr bwMode="auto">
          <a:xfrm>
            <a:off x="6207139" y="6313005"/>
            <a:ext cx="1080000" cy="178327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Customer Feedback</a:t>
            </a:r>
          </a:p>
        </p:txBody>
      </p:sp>
      <p:sp>
        <p:nvSpPr>
          <p:cNvPr id="40" name="모서리가 둥근 직사각형 104">
            <a:extLst>
              <a:ext uri="{FF2B5EF4-FFF2-40B4-BE49-F238E27FC236}">
                <a16:creationId xmlns:a16="http://schemas.microsoft.com/office/drawing/2014/main" id="{E9642F10-8F64-F750-9F7A-420706672AB3}"/>
              </a:ext>
            </a:extLst>
          </p:cNvPr>
          <p:cNvSpPr/>
          <p:nvPr/>
        </p:nvSpPr>
        <p:spPr bwMode="auto">
          <a:xfrm>
            <a:off x="7753752" y="6313005"/>
            <a:ext cx="1080000" cy="178327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AI Analysis</a:t>
            </a:r>
          </a:p>
        </p:txBody>
      </p:sp>
      <p:sp>
        <p:nvSpPr>
          <p:cNvPr id="41" name="모서리가 둥근 직사각형 104">
            <a:extLst>
              <a:ext uri="{FF2B5EF4-FFF2-40B4-BE49-F238E27FC236}">
                <a16:creationId xmlns:a16="http://schemas.microsoft.com/office/drawing/2014/main" id="{0B0D9E9A-6969-DA27-2CC3-8D1E3AAC3379}"/>
              </a:ext>
            </a:extLst>
          </p:cNvPr>
          <p:cNvSpPr/>
          <p:nvPr/>
        </p:nvSpPr>
        <p:spPr bwMode="auto">
          <a:xfrm>
            <a:off x="9300365" y="6313005"/>
            <a:ext cx="1080000" cy="178327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Analysis Results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C79D027E-912B-0E83-DB63-44FBD9552BF9}"/>
              </a:ext>
            </a:extLst>
          </p:cNvPr>
          <p:cNvCxnSpPr>
            <a:cxnSpLocks/>
            <a:stCxn id="39" idx="3"/>
            <a:endCxn id="40" idx="1"/>
          </p:cNvCxnSpPr>
          <p:nvPr/>
        </p:nvCxnSpPr>
        <p:spPr>
          <a:xfrm>
            <a:off x="7287139" y="6402169"/>
            <a:ext cx="466613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D4FD054C-7468-B9E4-F2AD-ED608667CFBD}"/>
              </a:ext>
            </a:extLst>
          </p:cNvPr>
          <p:cNvCxnSpPr>
            <a:cxnSpLocks/>
            <a:stCxn id="40" idx="3"/>
            <a:endCxn id="41" idx="1"/>
          </p:cNvCxnSpPr>
          <p:nvPr/>
        </p:nvCxnSpPr>
        <p:spPr>
          <a:xfrm>
            <a:off x="8833752" y="6402169"/>
            <a:ext cx="466613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Text Box 118">
            <a:extLst>
              <a:ext uri="{FF2B5EF4-FFF2-40B4-BE49-F238E27FC236}">
                <a16:creationId xmlns:a16="http://schemas.microsoft.com/office/drawing/2014/main" id="{94E20FFE-F59F-F5CA-BC4B-FE10CC5A9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1752" y="6533118"/>
            <a:ext cx="684000" cy="28123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1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AI Virtual Machine</a:t>
            </a:r>
          </a:p>
        </p:txBody>
      </p:sp>
      <p:sp>
        <p:nvSpPr>
          <p:cNvPr id="49" name="Text Box 118">
            <a:extLst>
              <a:ext uri="{FF2B5EF4-FFF2-40B4-BE49-F238E27FC236}">
                <a16:creationId xmlns:a16="http://schemas.microsoft.com/office/drawing/2014/main" id="{BB46EA6B-8FB1-5B04-96F2-0980CE826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8365" y="6533118"/>
            <a:ext cx="684000" cy="1361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800" b="1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CS</a:t>
            </a:r>
            <a:r>
              <a:rPr kumimoji="1" lang="ko-KR" altLang="en-US" sz="800" b="1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800" b="1" i="0" u="none" strike="noStrike" kern="0" cap="none" spc="-3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DataMart</a:t>
            </a: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F2FAA98C-B3A0-A751-01DD-1B7C73FB044B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E39DB6A-64EA-FBD2-9027-9D1D4EAFB9C9}"/>
              </a:ext>
            </a:extLst>
          </p:cNvPr>
          <p:cNvSpPr txBox="1"/>
          <p:nvPr/>
        </p:nvSpPr>
        <p:spPr>
          <a:xfrm>
            <a:off x="67622" y="48141"/>
            <a:ext cx="54001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호주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분석 사례 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lang="ko-KR" altLang="en-US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글로벌 </a:t>
            </a:r>
            <a:r>
              <a:rPr lang="en-US" altLang="ko-KR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N/W </a:t>
            </a:r>
            <a:r>
              <a:rPr lang="ko-KR" altLang="en-US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컨퍼런스 시 공유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8" name="실행 단추: 뒤로 또는 앞으로 이동 7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83A9BA8-CDC6-34DA-9956-BE2A46E9E229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33446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94CC804-D3AD-5884-9C20-42A715DD92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61F407A3-5378-FEC5-44CD-4E1602C5BA8A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03AB32F7-A9FE-E7B8-5173-BFC50ED3A1ED}"/>
              </a:ext>
            </a:extLst>
          </p:cNvPr>
          <p:cNvSpPr txBox="1"/>
          <p:nvPr/>
        </p:nvSpPr>
        <p:spPr>
          <a:xfrm>
            <a:off x="5912296" y="6440656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4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실행 단추: 뒤로 또는 앞으로 이동 5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56BCB849-B0A4-BA85-BE2E-482CD1B5D723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Text Box 41">
            <a:extLst>
              <a:ext uri="{FF2B5EF4-FFF2-40B4-BE49-F238E27FC236}">
                <a16:creationId xmlns:a16="http://schemas.microsoft.com/office/drawing/2014/main" id="{2500F784-DE98-C5BF-C347-FA32480B4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026" y="702981"/>
            <a:ext cx="11639868" cy="2380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D Group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국가들의 경우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TV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의 수리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T-NPS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가 지속 높은 추이이며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,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냉장고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/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세탁기에 집중한 개선 필요</a:t>
            </a:r>
          </a:p>
        </p:txBody>
      </p:sp>
      <p:sp>
        <p:nvSpPr>
          <p:cNvPr id="4" name="Text Box 118">
            <a:extLst>
              <a:ext uri="{FF2B5EF4-FFF2-40B4-BE49-F238E27FC236}">
                <a16:creationId xmlns:a16="http://schemas.microsoft.com/office/drawing/2014/main" id="{91C976D2-B591-DB50-6E2E-31E5F9D63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8193" y="1287195"/>
            <a:ext cx="2255617" cy="22127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 Group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ko-KR" altLang="en-US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제품 별 수리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T-NPS</a:t>
            </a:r>
            <a:r>
              <a:rPr kumimoji="0" lang="ko-KR" altLang="en-US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현황</a:t>
            </a:r>
            <a:r>
              <a:rPr kumimoji="1" lang="ko-KR" altLang="en-US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3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79EC7D-59B9-35E0-1FD8-9486858417C8}"/>
              </a:ext>
            </a:extLst>
          </p:cNvPr>
          <p:cNvSpPr txBox="1"/>
          <p:nvPr/>
        </p:nvSpPr>
        <p:spPr>
          <a:xfrm>
            <a:off x="67622" y="48141"/>
            <a:ext cx="54001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D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Group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주요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데이터 분석 지원 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제품 별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B716EB7-B4D7-6B7E-1D82-FE30C9B2D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259084"/>
              </p:ext>
            </p:extLst>
          </p:nvPr>
        </p:nvGraphicFramePr>
        <p:xfrm>
          <a:off x="1092412" y="1806704"/>
          <a:ext cx="4637665" cy="4502160"/>
        </p:xfrm>
        <a:graphic>
          <a:graphicData uri="http://schemas.openxmlformats.org/drawingml/2006/table">
            <a:tbl>
              <a:tblPr/>
              <a:tblGrid>
                <a:gridCol w="826582">
                  <a:extLst>
                    <a:ext uri="{9D8B030D-6E8A-4147-A177-3AD203B41FA5}">
                      <a16:colId xmlns:a16="http://schemas.microsoft.com/office/drawing/2014/main" val="4169612210"/>
                    </a:ext>
                  </a:extLst>
                </a:gridCol>
                <a:gridCol w="887975">
                  <a:extLst>
                    <a:ext uri="{9D8B030D-6E8A-4147-A177-3AD203B41FA5}">
                      <a16:colId xmlns:a16="http://schemas.microsoft.com/office/drawing/2014/main" val="572760620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190680475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400886071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1719356282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2304848846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1261641257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2420307611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3923491336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93581702"/>
                    </a:ext>
                  </a:extLst>
                </a:gridCol>
              </a:tblGrid>
              <a:tr h="91888"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659213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5146875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호주</a:t>
                      </a:r>
                      <a:endParaRPr sz="900" b="1" i="0" u="none" strike="noStrike" kern="1200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3509141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7115246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43.3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242946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1420657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스페인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627833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387116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43.0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6567662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920354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프랑스</a:t>
                      </a:r>
                      <a:endParaRPr lang="en-US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994829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76.2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589725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9334244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  <a:endParaRPr lang="en-US" sz="9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878957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이탈리아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6656748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84.0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76.2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80.6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92.5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78.7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008728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4767750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610752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영국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-7.1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9238957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0332474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28.0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6836874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9721518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독일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76.0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9912626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82.4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841316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68.3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972998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74.8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73.7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74351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BC05BD8-8159-AA7F-2460-88BACA26CB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641498"/>
              </p:ext>
            </p:extLst>
          </p:nvPr>
        </p:nvGraphicFramePr>
        <p:xfrm>
          <a:off x="6461925" y="1806704"/>
          <a:ext cx="4651220" cy="2251080"/>
        </p:xfrm>
        <a:graphic>
          <a:graphicData uri="http://schemas.openxmlformats.org/drawingml/2006/table">
            <a:tbl>
              <a:tblPr/>
              <a:tblGrid>
                <a:gridCol w="826582">
                  <a:extLst>
                    <a:ext uri="{9D8B030D-6E8A-4147-A177-3AD203B41FA5}">
                      <a16:colId xmlns:a16="http://schemas.microsoft.com/office/drawing/2014/main" val="4169612210"/>
                    </a:ext>
                  </a:extLst>
                </a:gridCol>
                <a:gridCol w="887975">
                  <a:extLst>
                    <a:ext uri="{9D8B030D-6E8A-4147-A177-3AD203B41FA5}">
                      <a16:colId xmlns:a16="http://schemas.microsoft.com/office/drawing/2014/main" val="572760620"/>
                    </a:ext>
                  </a:extLst>
                </a:gridCol>
                <a:gridCol w="360566">
                  <a:extLst>
                    <a:ext uri="{9D8B030D-6E8A-4147-A177-3AD203B41FA5}">
                      <a16:colId xmlns:a16="http://schemas.microsoft.com/office/drawing/2014/main" val="190680475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400886071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1719356282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2304848846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1261641257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2420307611"/>
                    </a:ext>
                  </a:extLst>
                </a:gridCol>
                <a:gridCol w="383766">
                  <a:extLst>
                    <a:ext uri="{9D8B030D-6E8A-4147-A177-3AD203B41FA5}">
                      <a16:colId xmlns:a16="http://schemas.microsoft.com/office/drawing/2014/main" val="3923491336"/>
                    </a:ext>
                  </a:extLst>
                </a:gridCol>
                <a:gridCol w="347011">
                  <a:extLst>
                    <a:ext uri="{9D8B030D-6E8A-4147-A177-3AD203B41FA5}">
                      <a16:colId xmlns:a16="http://schemas.microsoft.com/office/drawing/2014/main" val="93581702"/>
                    </a:ext>
                  </a:extLst>
                </a:gridCol>
              </a:tblGrid>
              <a:tr h="91888"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제품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‘23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‘24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b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18000" marB="1800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659213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900" b="1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15146875"/>
                  </a:ext>
                </a:extLst>
              </a:tr>
              <a:tr h="9188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일본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211572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65919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9378813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멕시코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2628100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36.2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6668169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49.7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883404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234072"/>
                  </a:ext>
                </a:extLst>
              </a:tr>
              <a:tr h="91888">
                <a:tc rowSpan="3"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ko-KR" altLang="en-US" sz="900" b="1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콜롬비아</a:t>
                      </a:r>
                    </a:p>
                  </a:txBody>
                  <a:tcPr marL="4177" marR="4177" marT="4177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Refrigerator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1093576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63.4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70.4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62.8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76.6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144138"/>
                  </a:ext>
                </a:extLst>
              </a:tr>
              <a:tr h="918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4177" marR="4177" marT="417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Washing Machine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55.9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597313"/>
                  </a:ext>
                </a:extLst>
              </a:tr>
              <a:tr h="91888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 Total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65.3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56651"/>
                  </a:ext>
                </a:extLst>
              </a:tr>
            </a:tbl>
          </a:graphicData>
        </a:graphic>
      </p:graphicFrame>
      <p:sp>
        <p:nvSpPr>
          <p:cNvPr id="3" name="Text Box 41">
            <a:extLst>
              <a:ext uri="{FF2B5EF4-FFF2-40B4-BE49-F238E27FC236}">
                <a16:creationId xmlns:a16="http://schemas.microsoft.com/office/drawing/2014/main" id="{4B0EA5BF-FABF-D798-A3B4-5BF63B365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6267" y="1530631"/>
            <a:ext cx="1080000" cy="126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+ </a:t>
            </a:r>
            <a:r>
              <a:rPr kumimoji="1" lang="ko-KR" altLang="en-US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유럽 </a:t>
            </a:r>
            <a:r>
              <a:rPr kumimoji="1" lang="en-US" altLang="ko-KR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</a:t>
            </a:r>
            <a:r>
              <a:rPr kumimoji="1" lang="ko-KR" altLang="en-US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대 법인</a:t>
            </a:r>
          </a:p>
        </p:txBody>
      </p:sp>
    </p:spTree>
    <p:extLst>
      <p:ext uri="{BB962C8B-B14F-4D97-AF65-F5344CB8AC3E}">
        <p14:creationId xmlns:p14="http://schemas.microsoft.com/office/powerpoint/2010/main" val="236939430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928BE04-A213-1D30-60CA-B652E83204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7DB16E1-81DF-EC8D-B8C0-942FA6504C7B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3BDD7A79-FDD5-E662-55C9-0A4EAE6A228B}"/>
              </a:ext>
            </a:extLst>
          </p:cNvPr>
          <p:cNvSpPr txBox="1"/>
          <p:nvPr/>
        </p:nvSpPr>
        <p:spPr>
          <a:xfrm>
            <a:off x="67622" y="48141"/>
            <a:ext cx="59426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D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Group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주요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데이터 분석 지원 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고객 서술</a:t>
            </a:r>
            <a:r>
              <a:rPr kumimoji="0" lang="en-US" altLang="ko-K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81E0556-7D14-657C-F4D3-632DB4634A6E}"/>
              </a:ext>
            </a:extLst>
          </p:cNvPr>
          <p:cNvSpPr txBox="1"/>
          <p:nvPr/>
        </p:nvSpPr>
        <p:spPr>
          <a:xfrm>
            <a:off x="5912296" y="6440656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 / 4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실행 단추: 뒤로 또는 앞으로 이동 5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B40FDE99-4CFB-A7E5-D26D-FFB38E3D5109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Text Box 41">
            <a:extLst>
              <a:ext uri="{FF2B5EF4-FFF2-40B4-BE49-F238E27FC236}">
                <a16:creationId xmlns:a16="http://schemas.microsoft.com/office/drawing/2014/main" id="{80C337B5-5146-AA09-53B8-E59EFFA87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026" y="702981"/>
            <a:ext cx="9272490" cy="4919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AI Tool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을 활용하여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 D Group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국가의 고객들이 남긴 불만 서술을 분석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,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국가 별 최우선 개선 영역 발굴</a:t>
            </a:r>
            <a:b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</a:b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 </a:t>
            </a:r>
            <a:r>
              <a:rPr kumimoji="1" lang="en-US" altLang="ko-KR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- </a:t>
            </a:r>
            <a:r>
              <a:rPr kumimoji="1" lang="ko-KR" altLang="en-US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국가 별 결과가 상이하며</a:t>
            </a:r>
            <a:r>
              <a:rPr kumimoji="1" lang="en-US" altLang="ko-KR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, Top 5 </a:t>
            </a:r>
            <a:r>
              <a:rPr kumimoji="1" lang="ko-KR" altLang="en-US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항목이 전체 중 평균 </a:t>
            </a:r>
            <a:r>
              <a:rPr kumimoji="1" lang="en-US" altLang="ko-KR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57% </a:t>
            </a:r>
            <a:r>
              <a:rPr kumimoji="1" lang="ko-KR" altLang="en-US" sz="1500" b="0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차지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    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DC8BAC8-A95D-14D6-E8C6-6B6F28229D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124089"/>
              </p:ext>
            </p:extLst>
          </p:nvPr>
        </p:nvGraphicFramePr>
        <p:xfrm>
          <a:off x="1622950" y="1824788"/>
          <a:ext cx="3324000" cy="4502160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val="3479162305"/>
                    </a:ext>
                  </a:extLst>
                </a:gridCol>
                <a:gridCol w="2221475">
                  <a:extLst>
                    <a:ext uri="{9D8B030D-6E8A-4147-A177-3AD203B41FA5}">
                      <a16:colId xmlns:a16="http://schemas.microsoft.com/office/drawing/2014/main" val="3897458457"/>
                    </a:ext>
                  </a:extLst>
                </a:gridCol>
                <a:gridCol w="382525">
                  <a:extLst>
                    <a:ext uri="{9D8B030D-6E8A-4147-A177-3AD203B41FA5}">
                      <a16:colId xmlns:a16="http://schemas.microsoft.com/office/drawing/2014/main" val="3992346629"/>
                    </a:ext>
                  </a:extLst>
                </a:gridCol>
              </a:tblGrid>
              <a:tr h="1259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Small Category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비중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2672207"/>
                  </a:ext>
                </a:extLst>
              </a:tr>
              <a:tr h="12593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11.8%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720421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8.7%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8779437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8.7%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8821228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8.4%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2336804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8.2%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9148745"/>
                  </a:ext>
                </a:extLst>
              </a:tr>
              <a:tr h="12593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스페인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6731401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0269571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9.6%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4826860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6.5%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3166156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 status update or callback provided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5.1%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592232"/>
                  </a:ext>
                </a:extLst>
              </a:tr>
              <a:tr h="12593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독일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24.1%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706046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1884984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2187559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517747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Problem completely fixed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578096"/>
                  </a:ext>
                </a:extLst>
              </a:tr>
              <a:tr h="12593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프랑스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17.5%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8180501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384464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problem appeared after service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6770911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7.5%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949656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7.5%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6164562"/>
                  </a:ext>
                </a:extLst>
              </a:tr>
              <a:tr h="12593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영국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14.7%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40385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006683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10.5%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9631380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1151189"/>
                  </a:ext>
                </a:extLst>
              </a:tr>
              <a:tr h="1259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6.8%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473364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AE2DF59-B165-BDC1-E384-D14CF18CA25E}"/>
              </a:ext>
            </a:extLst>
          </p:cNvPr>
          <p:cNvGraphicFramePr>
            <a:graphicFrameLocks noGrp="1"/>
          </p:cNvGraphicFramePr>
          <p:nvPr/>
        </p:nvGraphicFramePr>
        <p:xfrm>
          <a:off x="6673552" y="1824194"/>
          <a:ext cx="3324000" cy="3636360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val="3479162305"/>
                    </a:ext>
                  </a:extLst>
                </a:gridCol>
                <a:gridCol w="2221475">
                  <a:extLst>
                    <a:ext uri="{9D8B030D-6E8A-4147-A177-3AD203B41FA5}">
                      <a16:colId xmlns:a16="http://schemas.microsoft.com/office/drawing/2014/main" val="3897458457"/>
                    </a:ext>
                  </a:extLst>
                </a:gridCol>
                <a:gridCol w="382525">
                  <a:extLst>
                    <a:ext uri="{9D8B030D-6E8A-4147-A177-3AD203B41FA5}">
                      <a16:colId xmlns:a16="http://schemas.microsoft.com/office/drawing/2014/main" val="399234662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Small Category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비중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2672207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이탈리아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53632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16.7%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8839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Technician was rude or dismissive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374270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processing took too long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903804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843319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멕시코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21.8%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59749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13.4%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654043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477461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denied despite valid coverage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8.9%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8416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Repair cost excessively high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7.6%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93516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콜롬비아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Issue still present after repair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299919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Appointment delayed more than X days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83967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9.4%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94623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Warranty denied despite valid coverage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7.2%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40480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Spare part delivery delayed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6.8%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8489709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일본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18000" marB="18000" anchor="ctr">
                    <a:lnL>
                      <a:noFill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WhatsApp bot failed to connect to human agent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22.0%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78477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Different agents provided conflicting information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12.2%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217062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Customer had to contact repeatedly for same issue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12.2%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88676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No status update or callback provided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9.8%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721627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654" marR="4654" marT="465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Unable to reach call center after multiple attempts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7.3%</a:t>
                      </a:r>
                    </a:p>
                  </a:txBody>
                  <a:tcPr marL="36000" marR="36000" marT="18000" marB="1800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9630773"/>
                  </a:ext>
                </a:extLst>
              </a:tr>
            </a:tbl>
          </a:graphicData>
        </a:graphic>
      </p:graphicFrame>
      <p:sp>
        <p:nvSpPr>
          <p:cNvPr id="7" name="Text Box 118">
            <a:extLst>
              <a:ext uri="{FF2B5EF4-FFF2-40B4-BE49-F238E27FC236}">
                <a16:creationId xmlns:a16="http://schemas.microsoft.com/office/drawing/2014/main" id="{651ECFFF-FDC7-4CAD-D479-95F15A99E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425" y="1370305"/>
            <a:ext cx="4619150" cy="22127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en-US"/>
            </a:defPPr>
            <a:lvl1pPr marL="92075" lvl="0" indent="-92075" defTabSz="914400" fontAlgn="base" latinLnBrk="1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Font typeface="Arial Narrow" panose="020B0606020202030204" pitchFamily="34" charset="0"/>
              <a:buChar char="-"/>
              <a:defRPr kumimoji="1" sz="1200" kern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defRPr>
            </a:lvl1pPr>
            <a:lvl2pPr marL="742950" indent="-285750" eaLnBrk="0" hangingPunct="0">
              <a:defRPr>
                <a:latin typeface="굴림" charset="-127"/>
                <a:ea typeface="굴림" charset="-127"/>
              </a:defRPr>
            </a:lvl2pPr>
            <a:lvl3pPr marL="1143000" indent="-228600" eaLnBrk="0" hangingPunct="0">
              <a:defRPr>
                <a:latin typeface="굴림" charset="-127"/>
                <a:ea typeface="굴림" charset="-127"/>
              </a:defRPr>
            </a:lvl3pPr>
            <a:lvl4pPr marL="1600200" indent="-228600" eaLnBrk="0" hangingPunct="0">
              <a:defRPr>
                <a:latin typeface="굴림" charset="-127"/>
                <a:ea typeface="굴림" charset="-127"/>
              </a:defRPr>
            </a:lvl4pPr>
            <a:lvl5pPr marL="2057400" indent="-228600" eaLnBrk="0" hangingPunct="0">
              <a:defRPr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굴림" charset="-127"/>
                <a:ea typeface="굴림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 Narrow" panose="020B0606020202030204" pitchFamily="34" charset="0"/>
              <a:buNone/>
              <a:tabLst/>
              <a:defRPr/>
            </a:pPr>
            <a:r>
              <a:rPr kumimoji="1" lang="en-US" altLang="ko-KR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【 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D Group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0" lang="ko-KR" altLang="en-US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고객이 남긴 서술 기반 법인 별 </a:t>
            </a:r>
            <a:r>
              <a:rPr kumimoji="0" lang="en-US" altLang="ko-KR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Top 5 </a:t>
            </a:r>
            <a:r>
              <a:rPr kumimoji="0" lang="ko-KR" altLang="en-US" sz="1300" b="1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불만 항목 </a:t>
            </a:r>
            <a:r>
              <a:rPr kumimoji="0" lang="en-US" altLang="ko-KR" sz="1300" b="0" i="0" u="none" strike="noStrike" kern="1200" cap="none" spc="-3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(Small Category)</a:t>
            </a:r>
            <a:r>
              <a:rPr kumimoji="1" lang="ko-KR" altLang="en-US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kumimoji="1" lang="en-US" altLang="ko-KR" sz="1300" b="1" i="0" u="none" strike="noStrike" kern="0" cap="none" spc="-3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】</a:t>
            </a:r>
            <a:endParaRPr kumimoji="1" lang="en-US" altLang="ko-KR" sz="1300" b="0" i="0" u="none" strike="noStrike" kern="0" cap="none" spc="-3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" name="Text Box 41">
            <a:extLst>
              <a:ext uri="{FF2B5EF4-FFF2-40B4-BE49-F238E27FC236}">
                <a16:creationId xmlns:a16="http://schemas.microsoft.com/office/drawing/2014/main" id="{DF21C808-E63E-4AB5-B746-FBADB993AA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204" y="2341281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46%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0" name="Text Box 41">
            <a:extLst>
              <a:ext uri="{FF2B5EF4-FFF2-40B4-BE49-F238E27FC236}">
                <a16:creationId xmlns:a16="http://schemas.microsoft.com/office/drawing/2014/main" id="{5B089A3A-0E3A-2C64-A90D-9CF3C3C335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204" y="5807926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52%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1" name="Text Box 41">
            <a:extLst>
              <a:ext uri="{FF2B5EF4-FFF2-40B4-BE49-F238E27FC236}">
                <a16:creationId xmlns:a16="http://schemas.microsoft.com/office/drawing/2014/main" id="{89207C19-46F9-2E52-28CB-0CA032077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204" y="3207942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 b="1" spc="-10">
                <a:solidFill>
                  <a:srgbClr val="006600"/>
                </a:solidFill>
                <a:latin typeface="Arial Narrow"/>
                <a:ea typeface="LG스마트체 Regular"/>
                <a:cs typeface="Arial" charset="0"/>
              </a:rPr>
              <a:t>54</a:t>
            </a: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2" name="Text Box 41">
            <a:extLst>
              <a:ext uri="{FF2B5EF4-FFF2-40B4-BE49-F238E27FC236}">
                <a16:creationId xmlns:a16="http://schemas.microsoft.com/office/drawing/2014/main" id="{9B2B621E-8C94-E194-88FC-F5F53617F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204" y="4074603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55%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3" name="Text Box 41">
            <a:extLst>
              <a:ext uri="{FF2B5EF4-FFF2-40B4-BE49-F238E27FC236}">
                <a16:creationId xmlns:a16="http://schemas.microsoft.com/office/drawing/2014/main" id="{9B88D221-BA9D-061F-AA8E-A7F100BE7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204" y="4941264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53%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4" name="Text Box 41">
            <a:extLst>
              <a:ext uri="{FF2B5EF4-FFF2-40B4-BE49-F238E27FC236}">
                <a16:creationId xmlns:a16="http://schemas.microsoft.com/office/drawing/2014/main" id="{C30D2A9F-45E8-EA72-BAED-9B1D98135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9500" y="2341281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63%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5" name="Text Box 41">
            <a:extLst>
              <a:ext uri="{FF2B5EF4-FFF2-40B4-BE49-F238E27FC236}">
                <a16:creationId xmlns:a16="http://schemas.microsoft.com/office/drawing/2014/main" id="{A5D8A58D-8214-72ED-7E4B-F1775E006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9500" y="3206243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62%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6" name="Text Box 41">
            <a:extLst>
              <a:ext uri="{FF2B5EF4-FFF2-40B4-BE49-F238E27FC236}">
                <a16:creationId xmlns:a16="http://schemas.microsoft.com/office/drawing/2014/main" id="{DEF4DE66-3BF6-CC3B-5AA3-EAE60ADB4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9500" y="4071205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65%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17" name="Text Box 41">
            <a:extLst>
              <a:ext uri="{FF2B5EF4-FFF2-40B4-BE49-F238E27FC236}">
                <a16:creationId xmlns:a16="http://schemas.microsoft.com/office/drawing/2014/main" id="{B408113E-D540-5B51-9DA2-1DB6E59C8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9500" y="4936168"/>
            <a:ext cx="720000" cy="170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63%</a:t>
            </a:r>
            <a:endParaRPr kumimoji="1" lang="ko-KR" altLang="en-US" sz="1100" b="1" i="0" u="none" strike="noStrike" kern="1200" cap="none" spc="-1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5" name="Text Box 41">
            <a:extLst>
              <a:ext uri="{FF2B5EF4-FFF2-40B4-BE49-F238E27FC236}">
                <a16:creationId xmlns:a16="http://schemas.microsoft.com/office/drawing/2014/main" id="{9A3D0DCA-ADFB-1C91-452B-0E8E4FC7A0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6054" y="1615649"/>
            <a:ext cx="1080000" cy="126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1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+ </a:t>
            </a:r>
            <a:r>
              <a:rPr kumimoji="1" lang="ko-KR" altLang="en-US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유럽 </a:t>
            </a:r>
            <a:r>
              <a:rPr kumimoji="1" lang="en-US" altLang="ko-KR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5</a:t>
            </a:r>
            <a:r>
              <a:rPr kumimoji="1" lang="ko-KR" altLang="en-US" sz="800" b="1" i="0" u="none" strike="noStrike" kern="1200" cap="none" spc="-1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대 법인</a:t>
            </a:r>
          </a:p>
        </p:txBody>
      </p:sp>
    </p:spTree>
    <p:extLst>
      <p:ext uri="{BB962C8B-B14F-4D97-AF65-F5344CB8AC3E}">
        <p14:creationId xmlns:p14="http://schemas.microsoft.com/office/powerpoint/2010/main" val="379661051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01F933C-DB34-4ED8-76EC-DA8AE963A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E097A01-9DCA-1C52-426D-DC3580D2EF21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EF0458F9-9C52-2578-641F-45BEA34A06BB}"/>
              </a:ext>
            </a:extLst>
          </p:cNvPr>
          <p:cNvSpPr txBox="1"/>
          <p:nvPr/>
        </p:nvSpPr>
        <p:spPr>
          <a:xfrm>
            <a:off x="67622" y="48141"/>
            <a:ext cx="54001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수리 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T-NPS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설문지 개선 진척 현황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E9DAF18-F34C-4114-784B-0ED7B6AA43EB}"/>
              </a:ext>
            </a:extLst>
          </p:cNvPr>
          <p:cNvSpPr txBox="1"/>
          <p:nvPr/>
        </p:nvSpPr>
        <p:spPr>
          <a:xfrm>
            <a:off x="5912296" y="6440656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 / 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" name="Text Box 41">
            <a:extLst>
              <a:ext uri="{FF2B5EF4-FFF2-40B4-BE49-F238E27FC236}">
                <a16:creationId xmlns:a16="http://schemas.microsoft.com/office/drawing/2014/main" id="{00C97151-DC4D-F950-8635-7593534199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44" y="678099"/>
            <a:ext cx="9039314" cy="500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수리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T-NPS 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설문지는 고객 관점 응답 편의성과 명확한 개선 영역 도출을 위한 재구성 진행 중으로 </a:t>
            </a:r>
            <a:endParaRPr kumimoji="1" lang="en-US" altLang="ko-KR" sz="1500" b="1" i="0" u="none" strike="noStrike" kern="1200" cap="none" spc="-1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NPS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랩 및 유관부서와의 협의를 통해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7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월 </a:t>
            </a:r>
            <a:r>
              <a:rPr kumimoji="1" lang="en-US" altLang="ko-KR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2</a:t>
            </a: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주차 내 변경 완료 하고자 함</a:t>
            </a:r>
          </a:p>
        </p:txBody>
      </p:sp>
      <p:sp>
        <p:nvSpPr>
          <p:cNvPr id="4" name="모서리가 둥근 직사각형 263">
            <a:extLst>
              <a:ext uri="{FF2B5EF4-FFF2-40B4-BE49-F238E27FC236}">
                <a16:creationId xmlns:a16="http://schemas.microsoft.com/office/drawing/2014/main" id="{79CAAF08-C063-0F5C-9181-5905DA54BDB5}"/>
              </a:ext>
            </a:extLst>
          </p:cNvPr>
          <p:cNvSpPr/>
          <p:nvPr/>
        </p:nvSpPr>
        <p:spPr>
          <a:xfrm>
            <a:off x="699126" y="1511623"/>
            <a:ext cx="615902" cy="2099318"/>
          </a:xfrm>
          <a:prstGeom prst="roundRect">
            <a:avLst>
              <a:gd name="adj" fmla="val 7144"/>
            </a:avLst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63500" dist="38100" dir="2400000" sx="98000" sy="98000" algn="tl" rotWithShape="0">
              <a:prstClr val="black">
                <a:alpha val="38000"/>
              </a:prstClr>
            </a:outerShdw>
          </a:effectLst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구조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모서리가 둥근 직사각형 261">
            <a:extLst>
              <a:ext uri="{FF2B5EF4-FFF2-40B4-BE49-F238E27FC236}">
                <a16:creationId xmlns:a16="http://schemas.microsoft.com/office/drawing/2014/main" id="{F0A7AB45-E117-EA21-1314-8485A049CEC9}"/>
              </a:ext>
            </a:extLst>
          </p:cNvPr>
          <p:cNvSpPr/>
          <p:nvPr/>
        </p:nvSpPr>
        <p:spPr>
          <a:xfrm>
            <a:off x="1548038" y="1681821"/>
            <a:ext cx="3061940" cy="222177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선택지 다중선택 → 단일선택 변경</a:t>
            </a:r>
          </a:p>
        </p:txBody>
      </p:sp>
      <p:sp>
        <p:nvSpPr>
          <p:cNvPr id="7" name="텍스트 개체 틀 2">
            <a:extLst>
              <a:ext uri="{FF2B5EF4-FFF2-40B4-BE49-F238E27FC236}">
                <a16:creationId xmlns:a16="http://schemas.microsoft.com/office/drawing/2014/main" id="{006BC9E9-87F8-C562-B26B-3999190EAA8A}"/>
              </a:ext>
            </a:extLst>
          </p:cNvPr>
          <p:cNvSpPr txBox="1">
            <a:spLocks/>
          </p:cNvSpPr>
          <p:nvPr/>
        </p:nvSpPr>
        <p:spPr>
          <a:xfrm>
            <a:off x="1680819" y="1894367"/>
            <a:ext cx="3460348" cy="243737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데이터 분석 용이성 확보를 통한 핵심 개선 영역 발굴</a:t>
            </a:r>
          </a:p>
        </p:txBody>
      </p:sp>
      <p:sp>
        <p:nvSpPr>
          <p:cNvPr id="11" name="모서리가 둥근 직사각형 261">
            <a:extLst>
              <a:ext uri="{FF2B5EF4-FFF2-40B4-BE49-F238E27FC236}">
                <a16:creationId xmlns:a16="http://schemas.microsoft.com/office/drawing/2014/main" id="{D1290B5D-EBC3-7DD7-1961-80E06FFDE650}"/>
              </a:ext>
            </a:extLst>
          </p:cNvPr>
          <p:cNvSpPr/>
          <p:nvPr/>
        </p:nvSpPr>
        <p:spPr>
          <a:xfrm>
            <a:off x="1548038" y="2353334"/>
            <a:ext cx="3061940" cy="222177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항목별 주관식 질문 → 통합 주관식 적용</a:t>
            </a:r>
          </a:p>
        </p:txBody>
      </p:sp>
      <p:sp>
        <p:nvSpPr>
          <p:cNvPr id="14" name="텍스트 개체 틀 2">
            <a:extLst>
              <a:ext uri="{FF2B5EF4-FFF2-40B4-BE49-F238E27FC236}">
                <a16:creationId xmlns:a16="http://schemas.microsoft.com/office/drawing/2014/main" id="{DF81015E-AB66-446A-33CB-D22A5A79BE4A}"/>
              </a:ext>
            </a:extLst>
          </p:cNvPr>
          <p:cNvSpPr txBox="1">
            <a:spLocks/>
          </p:cNvSpPr>
          <p:nvPr/>
        </p:nvSpPr>
        <p:spPr>
          <a:xfrm>
            <a:off x="1680818" y="2575405"/>
            <a:ext cx="3124447" cy="243737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결정적 원인 도출 및 고객 응답 피로도 감소</a:t>
            </a:r>
          </a:p>
        </p:txBody>
      </p:sp>
      <p:sp>
        <p:nvSpPr>
          <p:cNvPr id="24" name="모서리가 둥근 직사각형 261">
            <a:extLst>
              <a:ext uri="{FF2B5EF4-FFF2-40B4-BE49-F238E27FC236}">
                <a16:creationId xmlns:a16="http://schemas.microsoft.com/office/drawing/2014/main" id="{F1F34CD4-B9B9-7DB0-88E0-D3AE875C3245}"/>
              </a:ext>
            </a:extLst>
          </p:cNvPr>
          <p:cNvSpPr/>
          <p:nvPr/>
        </p:nvSpPr>
        <p:spPr>
          <a:xfrm>
            <a:off x="1548038" y="3024846"/>
            <a:ext cx="3061940" cy="222177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수리 </a:t>
            </a: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NPS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설문지 내 상담 영역 구분</a:t>
            </a:r>
          </a:p>
        </p:txBody>
      </p:sp>
      <p:sp>
        <p:nvSpPr>
          <p:cNvPr id="25" name="텍스트 개체 틀 2">
            <a:extLst>
              <a:ext uri="{FF2B5EF4-FFF2-40B4-BE49-F238E27FC236}">
                <a16:creationId xmlns:a16="http://schemas.microsoft.com/office/drawing/2014/main" id="{203B9EE1-36ED-E1CE-7C9E-18EA9D3A5842}"/>
              </a:ext>
            </a:extLst>
          </p:cNvPr>
          <p:cNvSpPr txBox="1">
            <a:spLocks/>
          </p:cNvSpPr>
          <p:nvPr/>
        </p:nvSpPr>
        <p:spPr>
          <a:xfrm>
            <a:off x="1680819" y="3256442"/>
            <a:ext cx="2986432" cy="243737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이관 고객 상담 경험 수집 및 개선 추진  </a:t>
            </a:r>
          </a:p>
        </p:txBody>
      </p:sp>
      <p:sp>
        <p:nvSpPr>
          <p:cNvPr id="26" name="모서리가 둥근 직사각형 263">
            <a:extLst>
              <a:ext uri="{FF2B5EF4-FFF2-40B4-BE49-F238E27FC236}">
                <a16:creationId xmlns:a16="http://schemas.microsoft.com/office/drawing/2014/main" id="{8C49E587-6111-2860-0900-88CCD62983DF}"/>
              </a:ext>
            </a:extLst>
          </p:cNvPr>
          <p:cNvSpPr/>
          <p:nvPr/>
        </p:nvSpPr>
        <p:spPr>
          <a:xfrm>
            <a:off x="698548" y="3856054"/>
            <a:ext cx="615902" cy="1303768"/>
          </a:xfrm>
          <a:prstGeom prst="roundRect">
            <a:avLst>
              <a:gd name="adj" fmla="val 7144"/>
            </a:avLst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63500" dist="38100" dir="2400000" sx="98000" sy="98000" algn="tl" rotWithShape="0">
              <a:prstClr val="black">
                <a:alpha val="38000"/>
              </a:prstClr>
            </a:outerShdw>
          </a:effectLst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문항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모서리가 둥근 직사각형 261">
            <a:extLst>
              <a:ext uri="{FF2B5EF4-FFF2-40B4-BE49-F238E27FC236}">
                <a16:creationId xmlns:a16="http://schemas.microsoft.com/office/drawing/2014/main" id="{0A755259-59CB-6687-B382-00E6F08C0F1F}"/>
              </a:ext>
            </a:extLst>
          </p:cNvPr>
          <p:cNvSpPr/>
          <p:nvPr/>
        </p:nvSpPr>
        <p:spPr>
          <a:xfrm>
            <a:off x="1566510" y="3904373"/>
            <a:ext cx="3061940" cy="222177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 R-NPS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연계 보기 항목 통폐합</a:t>
            </a:r>
          </a:p>
        </p:txBody>
      </p:sp>
      <p:sp>
        <p:nvSpPr>
          <p:cNvPr id="28" name="모서리가 둥근 직사각형 261">
            <a:extLst>
              <a:ext uri="{FF2B5EF4-FFF2-40B4-BE49-F238E27FC236}">
                <a16:creationId xmlns:a16="http://schemas.microsoft.com/office/drawing/2014/main" id="{E05E4215-5078-5E45-14F2-2144D2F690DD}"/>
              </a:ext>
            </a:extLst>
          </p:cNvPr>
          <p:cNvSpPr/>
          <p:nvPr/>
        </p:nvSpPr>
        <p:spPr>
          <a:xfrm>
            <a:off x="1566510" y="4688145"/>
            <a:ext cx="5062312" cy="222177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 </a:t>
            </a:r>
            <a:r>
              <a:rPr kumimoji="1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  <a:sym typeface="Wingdings" pitchFamily="2" charset="2"/>
              </a:rPr>
              <a:t>고객 관점 쉬운 응답을 위한 선택지 구체화</a:t>
            </a:r>
          </a:p>
        </p:txBody>
      </p:sp>
      <p:sp>
        <p:nvSpPr>
          <p:cNvPr id="29" name="모서리가 둥근 직사각형 344">
            <a:extLst>
              <a:ext uri="{FF2B5EF4-FFF2-40B4-BE49-F238E27FC236}">
                <a16:creationId xmlns:a16="http://schemas.microsoft.com/office/drawing/2014/main" id="{762A60E7-9A33-D6B1-9660-2B429ECD0CB1}"/>
              </a:ext>
            </a:extLst>
          </p:cNvPr>
          <p:cNvSpPr/>
          <p:nvPr/>
        </p:nvSpPr>
        <p:spPr>
          <a:xfrm>
            <a:off x="1680885" y="5670175"/>
            <a:ext cx="4428000" cy="16023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3382DD08-23BF-8969-2DA4-40BC6D921933}"/>
              </a:ext>
            </a:extLst>
          </p:cNvPr>
          <p:cNvSpPr/>
          <p:nvPr/>
        </p:nvSpPr>
        <p:spPr>
          <a:xfrm rot="16200000">
            <a:off x="1888352" y="5681537"/>
            <a:ext cx="144000" cy="1440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95C99E3-6760-FBD1-1196-F374971B1C35}"/>
              </a:ext>
            </a:extLst>
          </p:cNvPr>
          <p:cNvSpPr/>
          <p:nvPr/>
        </p:nvSpPr>
        <p:spPr>
          <a:xfrm>
            <a:off x="693745" y="5403194"/>
            <a:ext cx="652456" cy="192453"/>
          </a:xfrm>
          <a:prstGeom prst="rect">
            <a:avLst/>
          </a:prstGeom>
          <a:solidFill>
            <a:sysClr val="windowText" lastClr="000000"/>
          </a:solidFill>
          <a:ln w="3175" cap="flat" cmpd="sng" algn="ctr">
            <a:noFill/>
            <a:prstDash val="solid"/>
            <a:headEnd type="none" w="med" len="med"/>
            <a:tailEnd type="triangle"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 Smart_H Regular" panose="020B0600000101010101" pitchFamily="50" charset="-127"/>
                <a:cs typeface="+mn-cs"/>
              </a:rPr>
              <a:t>일정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095A121-CB2E-8159-01DD-4350A061A6FB}"/>
              </a:ext>
            </a:extLst>
          </p:cNvPr>
          <p:cNvSpPr txBox="1"/>
          <p:nvPr/>
        </p:nvSpPr>
        <p:spPr>
          <a:xfrm>
            <a:off x="4001966" y="5866713"/>
            <a:ext cx="883575" cy="3847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GSFS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기능 개발 완료</a:t>
            </a:r>
            <a:endParaRPr kumimoji="1" lang="ko-KR" altLang="en-US" sz="95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9679F52-72F4-4605-D168-6DC8B93BD302}"/>
              </a:ext>
            </a:extLst>
          </p:cNvPr>
          <p:cNvSpPr txBox="1"/>
          <p:nvPr/>
        </p:nvSpPr>
        <p:spPr>
          <a:xfrm>
            <a:off x="1678112" y="5391653"/>
            <a:ext cx="5421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4</a:t>
            </a:r>
            <a:r>
              <a:rPr kumimoji="1" lang="ko-KR" altLang="en-US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W3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41693C0B-A2AC-CC5B-FAE9-38DF5DCD57A6}"/>
              </a:ext>
            </a:extLst>
          </p:cNvPr>
          <p:cNvSpPr/>
          <p:nvPr/>
        </p:nvSpPr>
        <p:spPr>
          <a:xfrm rot="16200000">
            <a:off x="2719625" y="5681537"/>
            <a:ext cx="144000" cy="1440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1" name="텍스트 개체 틀 2">
            <a:extLst>
              <a:ext uri="{FF2B5EF4-FFF2-40B4-BE49-F238E27FC236}">
                <a16:creationId xmlns:a16="http://schemas.microsoft.com/office/drawing/2014/main" id="{2FBF6032-83FB-48FB-BD35-18495E797B5B}"/>
              </a:ext>
            </a:extLst>
          </p:cNvPr>
          <p:cNvSpPr txBox="1">
            <a:spLocks/>
          </p:cNvSpPr>
          <p:nvPr/>
        </p:nvSpPr>
        <p:spPr>
          <a:xfrm>
            <a:off x="1680819" y="4919835"/>
            <a:ext cx="5802332" cy="243737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선택지</a:t>
            </a:r>
            <a:r>
              <a:rPr kumimoji="1" lang="en-US" altLang="ko-KR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예</a:t>
            </a:r>
            <a:r>
              <a:rPr kumimoji="1" lang="en-US" altLang="ko-KR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 : </a:t>
            </a: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적절하지 않은 대답 제공 → 고장 원인 및 해결방법에 대한 설명 미흡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68FD910-39F9-E5E8-1341-CCD7C6510BA4}"/>
              </a:ext>
            </a:extLst>
          </p:cNvPr>
          <p:cNvSpPr txBox="1"/>
          <p:nvPr/>
        </p:nvSpPr>
        <p:spPr>
          <a:xfrm>
            <a:off x="1496251" y="2869709"/>
            <a:ext cx="5453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marR="0" lvl="0" indent="-2857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  <p:sp>
        <p:nvSpPr>
          <p:cNvPr id="56" name="텍스트 개체 틀 2">
            <a:extLst>
              <a:ext uri="{FF2B5EF4-FFF2-40B4-BE49-F238E27FC236}">
                <a16:creationId xmlns:a16="http://schemas.microsoft.com/office/drawing/2014/main" id="{FDE30190-BE0A-AED1-66ED-32D21E38D1AC}"/>
              </a:ext>
            </a:extLst>
          </p:cNvPr>
          <p:cNvSpPr txBox="1">
            <a:spLocks/>
          </p:cNvSpPr>
          <p:nvPr/>
        </p:nvSpPr>
        <p:spPr>
          <a:xfrm>
            <a:off x="7887361" y="1916203"/>
            <a:ext cx="2986432" cy="228348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Contact</a:t>
            </a: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실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한국서비스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/NPS</a:t>
            </a: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랩 협의중</a:t>
            </a:r>
          </a:p>
        </p:txBody>
      </p:sp>
      <p:sp>
        <p:nvSpPr>
          <p:cNvPr id="57" name="텍스트 개체 틀 2">
            <a:extLst>
              <a:ext uri="{FF2B5EF4-FFF2-40B4-BE49-F238E27FC236}">
                <a16:creationId xmlns:a16="http://schemas.microsoft.com/office/drawing/2014/main" id="{0FC8937B-8F33-F67E-45FF-CA6E619C11E9}"/>
              </a:ext>
            </a:extLst>
          </p:cNvPr>
          <p:cNvSpPr txBox="1">
            <a:spLocks/>
          </p:cNvSpPr>
          <p:nvPr/>
        </p:nvSpPr>
        <p:spPr>
          <a:xfrm>
            <a:off x="1680819" y="4114858"/>
            <a:ext cx="4608014" cy="243737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수리기사의 </a:t>
            </a:r>
            <a:r>
              <a:rPr kumimoji="1" lang="en-US" altLang="ko-KR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“</a:t>
            </a: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전문성</a:t>
            </a:r>
            <a:r>
              <a:rPr kumimoji="1" lang="en-US" altLang="ko-KR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” </a:t>
            </a: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관련 선택지 → 설명력 </a:t>
            </a:r>
            <a:r>
              <a:rPr kumimoji="1" lang="en-US" altLang="ko-KR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 </a:t>
            </a:r>
            <a:r>
              <a:rPr kumimoji="1" lang="ko-KR" altLang="en-US" sz="1200" b="0" i="0" u="none" strike="noStrike" kern="0" cap="none" spc="0" normalizeH="0" baseline="0" noProof="0" err="1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완결력으로</a:t>
            </a:r>
            <a:r>
              <a:rPr kumimoji="1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세분화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21F48BF-3D3C-EC43-9869-E50ED2BC912D}"/>
              </a:ext>
            </a:extLst>
          </p:cNvPr>
          <p:cNvSpPr txBox="1"/>
          <p:nvPr/>
        </p:nvSpPr>
        <p:spPr>
          <a:xfrm>
            <a:off x="1660848" y="4342134"/>
            <a:ext cx="6102220" cy="228348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defPPr>
              <a:defRPr lang="ko-KR"/>
            </a:defPPr>
            <a:lvl1pPr indent="0" defTabSz="742950" fontAlgn="base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kumimoji="1" sz="11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685818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29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41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4pPr>
            <a:lvl5pPr marL="2057452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5pPr>
            <a:lvl6pPr marL="2514663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6pPr>
            <a:lvl7pPr marL="2971875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7pPr>
            <a:lvl8pPr marL="3429086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8pPr>
            <a:lvl9pPr marL="3886298" indent="-228606" defTabSz="91442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/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고장 원인 및 해결방법에 대한 설명 미흡 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설명력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 / </a:t>
            </a: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수리 후 정상 작동 미확인 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kumimoji="1" lang="ko-KR" altLang="en-US" sz="1100" b="0" i="0" u="none" strike="noStrike" kern="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완결력</a:t>
            </a:r>
            <a:r>
              <a:rPr kumimoji="1" lang="en-US" altLang="ko-KR" sz="11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endParaRPr kumimoji="1" lang="ko-KR" altLang="en-US" sz="1100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ADA79E7-9D9D-EC4A-D7FE-14FD1652E458}"/>
              </a:ext>
            </a:extLst>
          </p:cNvPr>
          <p:cNvSpPr txBox="1"/>
          <p:nvPr/>
        </p:nvSpPr>
        <p:spPr>
          <a:xfrm>
            <a:off x="2489875" y="5391653"/>
            <a:ext cx="5421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4</a:t>
            </a:r>
            <a:r>
              <a:rPr kumimoji="1" lang="ko-KR" altLang="en-US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W5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DD988BC6-AEA5-937B-AB30-108BAB6A0536}"/>
              </a:ext>
            </a:extLst>
          </p:cNvPr>
          <p:cNvSpPr/>
          <p:nvPr/>
        </p:nvSpPr>
        <p:spPr>
          <a:xfrm rot="16200000">
            <a:off x="4371143" y="5681537"/>
            <a:ext cx="144000" cy="144000"/>
          </a:xfrm>
          <a:prstGeom prst="ellipse">
            <a:avLst/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2A46CF5B-6EF6-936C-24F8-40C59F1AC32C}"/>
              </a:ext>
            </a:extLst>
          </p:cNvPr>
          <p:cNvSpPr/>
          <p:nvPr/>
        </p:nvSpPr>
        <p:spPr>
          <a:xfrm rot="16200000">
            <a:off x="5182908" y="5681537"/>
            <a:ext cx="144000" cy="144000"/>
          </a:xfrm>
          <a:prstGeom prst="ellipse">
            <a:avLst/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1584912B-B5DB-2E84-22D8-A138C7696879}"/>
              </a:ext>
            </a:extLst>
          </p:cNvPr>
          <p:cNvSpPr/>
          <p:nvPr/>
        </p:nvSpPr>
        <p:spPr>
          <a:xfrm rot="16200000">
            <a:off x="5854713" y="5681537"/>
            <a:ext cx="144000" cy="144000"/>
          </a:xfrm>
          <a:prstGeom prst="ellipse">
            <a:avLst/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09FC95B-B377-0918-3248-07BB862946D2}"/>
              </a:ext>
            </a:extLst>
          </p:cNvPr>
          <p:cNvSpPr txBox="1"/>
          <p:nvPr/>
        </p:nvSpPr>
        <p:spPr>
          <a:xfrm>
            <a:off x="2307303" y="5866713"/>
            <a:ext cx="1077539" cy="3847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유관부서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</a:t>
            </a: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TO-BE(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안</a:t>
            </a: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 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논의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1FCBF77-ABBE-AF1A-7EF7-9DC73163E3C9}"/>
              </a:ext>
            </a:extLst>
          </p:cNvPr>
          <p:cNvSpPr txBox="1"/>
          <p:nvPr/>
        </p:nvSpPr>
        <p:spPr>
          <a:xfrm>
            <a:off x="4178716" y="5391653"/>
            <a:ext cx="527709" cy="23852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6</a:t>
            </a:r>
            <a:r>
              <a:rPr kumimoji="1" lang="ko-KR" altLang="en-US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W3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98F87E3-E91B-3C71-95C3-8C3BC6CD402A}"/>
              </a:ext>
            </a:extLst>
          </p:cNvPr>
          <p:cNvSpPr txBox="1"/>
          <p:nvPr/>
        </p:nvSpPr>
        <p:spPr>
          <a:xfrm>
            <a:off x="4953157" y="5391653"/>
            <a:ext cx="527709" cy="23852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6</a:t>
            </a:r>
            <a:r>
              <a:rPr kumimoji="1" lang="ko-KR" altLang="en-US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W5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A34479C-773E-6AFA-22AD-CE76A28A45D5}"/>
              </a:ext>
            </a:extLst>
          </p:cNvPr>
          <p:cNvSpPr txBox="1"/>
          <p:nvPr/>
        </p:nvSpPr>
        <p:spPr>
          <a:xfrm>
            <a:off x="4734548" y="5890039"/>
            <a:ext cx="1043952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법인</a:t>
            </a:r>
            <a:r>
              <a:rPr kumimoji="1" lang="en-US" altLang="ko-KR" sz="950" b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Pilot </a:t>
            </a:r>
            <a:r>
              <a:rPr kumimoji="1" lang="ko-KR" altLang="en-US" sz="950" b="1"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</a:t>
            </a:r>
            <a:endParaRPr kumimoji="1" lang="en-US" altLang="ko-KR" sz="950" b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및 결과 반영</a:t>
            </a:r>
            <a:endParaRPr kumimoji="1" lang="en-US" altLang="ko-KR" sz="950" b="1"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C3F592C-8ED0-4556-1DC6-0CD4F349385E}"/>
              </a:ext>
            </a:extLst>
          </p:cNvPr>
          <p:cNvSpPr txBox="1"/>
          <p:nvPr/>
        </p:nvSpPr>
        <p:spPr>
          <a:xfrm>
            <a:off x="1556291" y="5866713"/>
            <a:ext cx="862737" cy="3847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1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차 </a:t>
            </a: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TO-BE(</a:t>
            </a: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안</a:t>
            </a:r>
            <a:r>
              <a:rPr kumimoji="1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)</a:t>
            </a: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확정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2" name="텍스트 개체 틀 2">
            <a:extLst>
              <a:ext uri="{FF2B5EF4-FFF2-40B4-BE49-F238E27FC236}">
                <a16:creationId xmlns:a16="http://schemas.microsoft.com/office/drawing/2014/main" id="{7F1424BC-C9AC-A5F8-9F4A-DBACA4A7F41E}"/>
              </a:ext>
            </a:extLst>
          </p:cNvPr>
          <p:cNvSpPr txBox="1">
            <a:spLocks/>
          </p:cNvSpPr>
          <p:nvPr/>
        </p:nvSpPr>
        <p:spPr>
          <a:xfrm>
            <a:off x="1593863" y="6230706"/>
            <a:ext cx="875768" cy="182182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R-NPS </a:t>
            </a:r>
            <a:r>
              <a:rPr kumimoji="1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항목 반영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B1A71612-2D9C-328B-8C83-1D1CD3824D95}"/>
              </a:ext>
            </a:extLst>
          </p:cNvPr>
          <p:cNvSpPr txBox="1"/>
          <p:nvPr/>
        </p:nvSpPr>
        <p:spPr>
          <a:xfrm>
            <a:off x="5682889" y="5391653"/>
            <a:ext cx="67037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US" altLang="ko-KR" sz="950" b="0"/>
              <a:t>7</a:t>
            </a:r>
            <a:r>
              <a:rPr lang="ko-KR" altLang="en-US" sz="950" b="0"/>
              <a:t>월 </a:t>
            </a:r>
            <a:r>
              <a:rPr lang="en-US" altLang="ko-KR" sz="950" b="0"/>
              <a:t>W2</a:t>
            </a:r>
            <a:r>
              <a:rPr lang="ko-KR" altLang="en-US" sz="950" b="0"/>
              <a:t> 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AEF5795-BF41-4A28-009D-795A7B0E399B}"/>
              </a:ext>
            </a:extLst>
          </p:cNvPr>
          <p:cNvSpPr txBox="1"/>
          <p:nvPr/>
        </p:nvSpPr>
        <p:spPr>
          <a:xfrm>
            <a:off x="3338960" y="5391653"/>
            <a:ext cx="5421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84138" marR="0" lvl="0" indent="-84138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 kumimoji="1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defRPr>
            </a:lvl1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5</a:t>
            </a:r>
            <a:r>
              <a:rPr kumimoji="1" lang="ko-KR" altLang="en-US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월 </a:t>
            </a:r>
            <a:r>
              <a:rPr kumimoji="1" lang="en-US" altLang="ko-KR" sz="9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W4</a:t>
            </a:r>
            <a:endParaRPr kumimoji="1" lang="ko-KR" altLang="en-US" sz="9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A9D77768-5785-E78B-EF54-35A7CA778C98}"/>
              </a:ext>
            </a:extLst>
          </p:cNvPr>
          <p:cNvSpPr txBox="1"/>
          <p:nvPr/>
        </p:nvSpPr>
        <p:spPr>
          <a:xfrm>
            <a:off x="3387963" y="5866713"/>
            <a:ext cx="506869" cy="3847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최종안</a:t>
            </a:r>
            <a:endParaRPr kumimoji="1" lang="en-US" altLang="ko-KR" sz="950" b="1">
              <a:solidFill>
                <a:srgbClr val="C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확정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5D773C71-FC3F-8372-FFF8-5F05ECB9054D}"/>
              </a:ext>
            </a:extLst>
          </p:cNvPr>
          <p:cNvSpPr/>
          <p:nvPr/>
        </p:nvSpPr>
        <p:spPr>
          <a:xfrm rot="16200000">
            <a:off x="3540719" y="5681537"/>
            <a:ext cx="144000" cy="144000"/>
          </a:xfrm>
          <a:prstGeom prst="ellipse">
            <a:avLst/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실행 단추: 뒤로 또는 앞으로 이동 5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529FE75-950F-204D-ABE6-D3C72D0A9889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4C640069-D216-BF7A-DBF0-8B66782056B0}"/>
              </a:ext>
            </a:extLst>
          </p:cNvPr>
          <p:cNvSpPr/>
          <p:nvPr/>
        </p:nvSpPr>
        <p:spPr>
          <a:xfrm>
            <a:off x="6894919" y="2187763"/>
            <a:ext cx="3849282" cy="2930337"/>
          </a:xfrm>
          <a:prstGeom prst="roundRect">
            <a:avLst>
              <a:gd name="adj" fmla="val 0"/>
            </a:avLst>
          </a:prstGeom>
          <a:pattFill prst="dkDn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 w="19050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vert="horz" wrap="none" lIns="89585" tIns="44791" rIns="89585" bIns="44791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2813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 Narrow" panose="020B0606020202030204"/>
              <a:ea typeface="LG스마트체 Regular" panose="020B0600000101010101"/>
              <a:cs typeface="+mn-cs"/>
            </a:endParaRPr>
          </a:p>
        </p:txBody>
      </p:sp>
      <p:sp>
        <p:nvSpPr>
          <p:cNvPr id="9" name="모서리가 둥근 직사각형 127">
            <a:hlinkClick r:id="rId4" action="ppaction://hlinksldjump"/>
            <a:extLst>
              <a:ext uri="{FF2B5EF4-FFF2-40B4-BE49-F238E27FC236}">
                <a16:creationId xmlns:a16="http://schemas.microsoft.com/office/drawing/2014/main" id="{CB6CA002-CA52-E824-91EA-9D77C57FBC9E}"/>
              </a:ext>
            </a:extLst>
          </p:cNvPr>
          <p:cNvSpPr/>
          <p:nvPr/>
        </p:nvSpPr>
        <p:spPr bwMode="auto">
          <a:xfrm>
            <a:off x="6904154" y="1915627"/>
            <a:ext cx="912696" cy="205651"/>
          </a:xfrm>
          <a:prstGeom prst="roundRect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201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kern="0" spc="-30">
                <a:solidFill>
                  <a:prstClr val="white"/>
                </a:solidFill>
                <a:latin typeface="Arial Narrow" panose="020B0606020202030204"/>
                <a:ea typeface="LG스마트체 Regular" panose="020B0600000101010101" pitchFamily="50" charset="-127"/>
                <a:sym typeface="Arial"/>
              </a:rPr>
              <a:t> Discussion</a:t>
            </a:r>
            <a:r>
              <a:rPr lang="ko-KR" altLang="en-US" sz="1000" kern="0" spc="-30">
                <a:solidFill>
                  <a:prstClr val="white"/>
                </a:solidFill>
                <a:latin typeface="Arial Narrow" panose="020B0606020202030204"/>
                <a:ea typeface="LG스마트체 Regular" panose="020B0600000101010101" pitchFamily="50" charset="-127"/>
                <a:sym typeface="Arial"/>
              </a:rPr>
              <a:t> </a:t>
            </a:r>
            <a:r>
              <a:rPr lang="en-US" altLang="ko-KR" sz="1000" kern="0" spc="-30">
                <a:solidFill>
                  <a:prstClr val="white"/>
                </a:solidFill>
                <a:latin typeface="Arial Narrow" panose="020B0606020202030204"/>
                <a:ea typeface="LG스마트체 Regular" panose="020B0600000101010101" pitchFamily="50" charset="-127"/>
                <a:sym typeface="Arial"/>
              </a:rPr>
              <a:t>P</a:t>
            </a:r>
            <a:r>
              <a:rPr kumimoji="0" lang="en-US" altLang="ko-KR" sz="1000" i="0" u="none" strike="noStrike" kern="0" cap="none" spc="-3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/>
                <a:ea typeface="LG스마트체 Regular" panose="020B0600000101010101" pitchFamily="50" charset="-127"/>
                <a:cs typeface="+mn-cs"/>
                <a:sym typeface="Arial"/>
              </a:rPr>
              <a:t>oint</a:t>
            </a:r>
            <a:endParaRPr kumimoji="0" lang="en-US" altLang="ko-KR" sz="1000" i="0" u="none" strike="noStrike" kern="0" cap="none" spc="-3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/>
              <a:ea typeface="LG스마트체 Regular" panose="020B0600000101010101" pitchFamily="50" charset="-127"/>
              <a:cs typeface="+mn-cs"/>
              <a:sym typeface="Arial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686ABF7-4026-F040-B7DB-5BB8085ECFFF}"/>
              </a:ext>
            </a:extLst>
          </p:cNvPr>
          <p:cNvSpPr/>
          <p:nvPr/>
        </p:nvSpPr>
        <p:spPr>
          <a:xfrm>
            <a:off x="6972659" y="2317724"/>
            <a:ext cx="3952792" cy="27275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88900" algn="l"/>
              </a:tabLst>
              <a:defRPr/>
            </a:pP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1.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해외 수리 </a:t>
            </a: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NPS 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내 상담 영역 ↔ 상담 </a:t>
            </a: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NPS 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통일성</a:t>
            </a:r>
            <a:endParaRPr kumimoji="0" lang="en-US" altLang="ko-KR" sz="1300" b="1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5A4F413-69C2-CF04-7E66-7DA75B323301}"/>
              </a:ext>
            </a:extLst>
          </p:cNvPr>
          <p:cNvSpPr/>
          <p:nvPr/>
        </p:nvSpPr>
        <p:spPr>
          <a:xfrm>
            <a:off x="6972659" y="3282095"/>
            <a:ext cx="3952792" cy="27275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88900" algn="l"/>
              </a:tabLst>
              <a:defRPr/>
            </a:pP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2.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해외서비스 ↔ 한국서비스 수리 </a:t>
            </a: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T-NPS 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통일성 </a:t>
            </a:r>
            <a:endParaRPr kumimoji="0" lang="en-US" altLang="ko-KR" sz="1300" b="1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D5E7B2A-C098-31E5-B3C1-6690F868677A}"/>
              </a:ext>
            </a:extLst>
          </p:cNvPr>
          <p:cNvSpPr/>
          <p:nvPr/>
        </p:nvSpPr>
        <p:spPr>
          <a:xfrm>
            <a:off x="6972659" y="4246465"/>
            <a:ext cx="3952792" cy="27275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>
                <a:tab pos="88900" algn="l"/>
              </a:tabLst>
              <a:defRPr/>
            </a:pPr>
            <a:r>
              <a:rPr lang="en-US" altLang="ko-KR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3.</a:t>
            </a:r>
            <a:r>
              <a:rPr lang="ko-KR" altLang="en-US" sz="1300" b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선택지 내 기타 항목 </a:t>
            </a:r>
            <a:endParaRPr kumimoji="0" lang="en-US" altLang="ko-KR" sz="1300" b="1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" name="텍스트 개체 틀 2">
            <a:extLst>
              <a:ext uri="{FF2B5EF4-FFF2-40B4-BE49-F238E27FC236}">
                <a16:creationId xmlns:a16="http://schemas.microsoft.com/office/drawing/2014/main" id="{B5EC88B1-109D-B22D-C977-E5BACD564EFA}"/>
              </a:ext>
            </a:extLst>
          </p:cNvPr>
          <p:cNvSpPr txBox="1">
            <a:spLocks/>
          </p:cNvSpPr>
          <p:nvPr/>
        </p:nvSpPr>
        <p:spPr>
          <a:xfrm>
            <a:off x="7148168" y="4526442"/>
            <a:ext cx="3361081" cy="228348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100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기타 항목 포함 시 데이터 분석 제한 및 핵심 요인 파악 한계 </a:t>
            </a:r>
            <a:endParaRPr kumimoji="1" lang="ko-KR" altLang="en-US" sz="11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6" name="텍스트 개체 틀 2">
            <a:extLst>
              <a:ext uri="{FF2B5EF4-FFF2-40B4-BE49-F238E27FC236}">
                <a16:creationId xmlns:a16="http://schemas.microsoft.com/office/drawing/2014/main" id="{65A1EE18-8DC1-F23C-17FA-41271EEF5C18}"/>
              </a:ext>
            </a:extLst>
          </p:cNvPr>
          <p:cNvSpPr txBox="1">
            <a:spLocks/>
          </p:cNvSpPr>
          <p:nvPr/>
        </p:nvSpPr>
        <p:spPr>
          <a:xfrm>
            <a:off x="7176160" y="4741953"/>
            <a:ext cx="3669639" cy="197571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미국 법인 </a:t>
            </a:r>
            <a:r>
              <a:rPr kumimoji="1" lang="en-US" altLang="ko-KR" sz="9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Scheduling &amp; Visit </a:t>
            </a:r>
            <a:r>
              <a:rPr kumimoji="1" lang="ko-KR" altLang="en-US" sz="9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불만족 사유 中 </a:t>
            </a:r>
            <a:r>
              <a:rPr kumimoji="1" lang="en-US" altLang="ko-KR" sz="9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Others </a:t>
            </a:r>
            <a:r>
              <a:rPr kumimoji="1" lang="ko-KR" altLang="en-US" sz="9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비중</a:t>
            </a:r>
            <a:r>
              <a:rPr kumimoji="1" lang="en-US" altLang="ko-KR" sz="9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43% (25</a:t>
            </a:r>
            <a:r>
              <a:rPr kumimoji="1" lang="ko-KR" altLang="en-US" sz="9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년 누적</a:t>
            </a:r>
            <a:r>
              <a:rPr kumimoji="1" lang="en-US" altLang="ko-KR" sz="9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endParaRPr kumimoji="1" lang="ko-KR" altLang="en-US" sz="900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7" name="텍스트 개체 틀 2">
            <a:extLst>
              <a:ext uri="{FF2B5EF4-FFF2-40B4-BE49-F238E27FC236}">
                <a16:creationId xmlns:a16="http://schemas.microsoft.com/office/drawing/2014/main" id="{40E7F9E7-A14F-480A-DCD6-ACFC8E4C9CB6}"/>
              </a:ext>
            </a:extLst>
          </p:cNvPr>
          <p:cNvSpPr txBox="1">
            <a:spLocks/>
          </p:cNvSpPr>
          <p:nvPr/>
        </p:nvSpPr>
        <p:spPr>
          <a:xfrm>
            <a:off x="7148168" y="3548542"/>
            <a:ext cx="3361081" cy="228348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100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해외</a:t>
            </a:r>
            <a:r>
              <a:rPr kumimoji="1" lang="en-US" altLang="ko-KR" sz="1100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kumimoji="1" lang="ko-KR" altLang="en-US" sz="1100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한국 간 접수번호 생성 체계 상이</a:t>
            </a:r>
            <a:endParaRPr kumimoji="1" lang="ko-KR" altLang="en-US" sz="11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8" name="텍스트 개체 틀 2">
            <a:extLst>
              <a:ext uri="{FF2B5EF4-FFF2-40B4-BE49-F238E27FC236}">
                <a16:creationId xmlns:a16="http://schemas.microsoft.com/office/drawing/2014/main" id="{C8019980-5006-5D85-CF11-B88D7A169F60}"/>
              </a:ext>
            </a:extLst>
          </p:cNvPr>
          <p:cNvSpPr txBox="1">
            <a:spLocks/>
          </p:cNvSpPr>
          <p:nvPr/>
        </p:nvSpPr>
        <p:spPr>
          <a:xfrm>
            <a:off x="7148168" y="2570642"/>
            <a:ext cx="3361081" cy="228348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100" kern="0">
                <a:solidFill>
                  <a:prstClr val="black">
                    <a:lumMod val="95000"/>
                    <a:lumOff val="5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 영역 및 주체 명확화를 위한 연계성 확보</a:t>
            </a:r>
            <a:endParaRPr kumimoji="1" lang="ko-KR" altLang="en-US" sz="11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64F84A75-94D0-E61C-6C8F-C51A87743656}"/>
              </a:ext>
            </a:extLst>
          </p:cNvPr>
          <p:cNvCxnSpPr>
            <a:cxnSpLocks/>
          </p:cNvCxnSpPr>
          <p:nvPr/>
        </p:nvCxnSpPr>
        <p:spPr>
          <a:xfrm>
            <a:off x="4240100" y="3139993"/>
            <a:ext cx="2592000" cy="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prstDash val="dash"/>
            <a:headEnd type="oval" w="sm" len="sm"/>
            <a:tailEnd type="triangle" w="sm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텍스트 개체 틀 2">
            <a:extLst>
              <a:ext uri="{FF2B5EF4-FFF2-40B4-BE49-F238E27FC236}">
                <a16:creationId xmlns:a16="http://schemas.microsoft.com/office/drawing/2014/main" id="{A9AD8760-592D-79B2-5107-504F436243E1}"/>
              </a:ext>
            </a:extLst>
          </p:cNvPr>
          <p:cNvSpPr txBox="1">
            <a:spLocks/>
          </p:cNvSpPr>
          <p:nvPr/>
        </p:nvSpPr>
        <p:spPr>
          <a:xfrm>
            <a:off x="3105162" y="6243406"/>
            <a:ext cx="1162038" cy="305293"/>
          </a:xfrm>
          <a:prstGeom prst="rect">
            <a:avLst/>
          </a:prstGeom>
          <a:effectLst/>
        </p:spPr>
        <p:txBody>
          <a:bodyPr wrap="square" lIns="29250" tIns="29250" rIns="29250" bIns="29250" anchor="t">
            <a:spAutoFit/>
          </a:bodyPr>
          <a:lstStyle>
            <a:lvl1pPr marL="0" indent="0" algn="l" defTabSz="914423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AppleSDGothicNeoB00" panose="02000503000000000000" pitchFamily="2" charset="-127"/>
                <a:ea typeface="AppleSDGothicNeoB00" panose="02000503000000000000" pitchFamily="2" charset="-127"/>
                <a:cs typeface="+mn-cs"/>
              </a:defRPr>
            </a:lvl1pPr>
            <a:lvl2pPr marL="68581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9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1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6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6" algn="l" defTabSz="914423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kumimoji="1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kumimoji="1" lang="en-US" altLang="ko-KR" sz="8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kumimoji="1" lang="ko-KR" altLang="en-US" sz="8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주차 내 </a:t>
            </a:r>
            <a:r>
              <a:rPr kumimoji="1" lang="ko-KR" altLang="en-US" sz="800" kern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미확정</a:t>
            </a:r>
            <a:r>
              <a:rPr kumimoji="1" lang="ko-KR" altLang="en-US" sz="8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시 </a:t>
            </a:r>
            <a:endParaRPr kumimoji="1" lang="en-US" altLang="ko-KR" sz="800" kern="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0" marR="0" lvl="0" indent="0" algn="ctr" defTabSz="742950" rtl="0" eaLnBrk="1" fontAlgn="base" latinLnBrk="1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800" kern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변경 일정 지연 예상</a:t>
            </a:r>
            <a:endParaRPr kumimoji="1" lang="ko-KR" altLang="en-US" sz="800" b="0" i="0" u="none" strike="noStrike" kern="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49FBFCF-ED63-DECE-3B84-A4B10921F7B9}"/>
              </a:ext>
            </a:extLst>
          </p:cNvPr>
          <p:cNvSpPr txBox="1"/>
          <p:nvPr/>
        </p:nvSpPr>
        <p:spPr>
          <a:xfrm>
            <a:off x="5579098" y="5890039"/>
            <a:ext cx="782587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설문지 </a:t>
            </a:r>
            <a:endParaRPr kumimoji="1" lang="en-US" altLang="ko-KR" sz="95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5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변경 완료</a:t>
            </a:r>
            <a:endParaRPr kumimoji="1" lang="ko-KR" altLang="en-US" sz="95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84AF933-620B-2343-2419-3DA463BBC36F}"/>
              </a:ext>
            </a:extLst>
          </p:cNvPr>
          <p:cNvSpPr txBox="1"/>
          <p:nvPr/>
        </p:nvSpPr>
        <p:spPr>
          <a:xfrm>
            <a:off x="3286951" y="5797059"/>
            <a:ext cx="52290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marR="0" lvl="0" indent="-2857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/>
                <a:cs typeface="+mn-cs"/>
              </a:rPr>
              <a:t>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552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080562C-711C-E30B-B32B-7FF6E3B57F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C0C2F955-206E-C119-45E9-F8C35D532418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1DB9CC1E-BBCF-61BB-26CD-06C4751321F1}"/>
              </a:ext>
            </a:extLst>
          </p:cNvPr>
          <p:cNvSpPr txBox="1"/>
          <p:nvPr/>
        </p:nvSpPr>
        <p:spPr>
          <a:xfrm>
            <a:off x="67622" y="48141"/>
            <a:ext cx="54001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유첨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수리 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T-NPS </a:t>
            </a: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설문지 개선 진척 현황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85EF2EB-7973-DE20-AC6A-B4AC95DEBA7B}"/>
              </a:ext>
            </a:extLst>
          </p:cNvPr>
          <p:cNvSpPr txBox="1"/>
          <p:nvPr/>
        </p:nvSpPr>
        <p:spPr>
          <a:xfrm>
            <a:off x="5912296" y="6440656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1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" name="실행 단추: 뒤로 또는 앞으로 이동 7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3FFF81A7-C3DB-4324-C813-40DD893063B0}"/>
              </a:ext>
            </a:extLst>
          </p:cNvPr>
          <p:cNvSpPr/>
          <p:nvPr/>
        </p:nvSpPr>
        <p:spPr>
          <a:xfrm>
            <a:off x="11793894" y="139959"/>
            <a:ext cx="180000" cy="180000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/>
              <a:cs typeface="+mn-cs"/>
            </a:endParaRPr>
          </a:p>
        </p:txBody>
      </p:sp>
      <p:sp>
        <p:nvSpPr>
          <p:cNvPr id="5" name="Text Box 41">
            <a:extLst>
              <a:ext uri="{FF2B5EF4-FFF2-40B4-BE49-F238E27FC236}">
                <a16:creationId xmlns:a16="http://schemas.microsoft.com/office/drawing/2014/main" id="{63F28CD3-E92A-7030-D8AC-09162A4A7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934" y="645685"/>
            <a:ext cx="883647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500" b="1" i="0" u="none" strike="noStrike" kern="1200" cap="none" spc="-1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Arial" charset="0"/>
              </a:rPr>
              <a:t>수리 </a:t>
            </a:r>
            <a:r>
              <a:rPr lang="en-US" altLang="ko-KR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T-NPS </a:t>
            </a:r>
            <a:r>
              <a:rPr lang="ko-KR" altLang="en-US" sz="1500" b="1" spc="-10">
                <a:solidFill>
                  <a:prstClr val="black"/>
                </a:solidFill>
                <a:latin typeface="Arial Narrow"/>
                <a:ea typeface="LG스마트체 Regular"/>
                <a:cs typeface="Arial" charset="0"/>
              </a:rPr>
              <a:t>설문지 내 상담 항목은 설문 구조 및 상세 문항에 대해 유관부서 협의 중임</a:t>
            </a:r>
            <a:endParaRPr kumimoji="1" lang="en-US" altLang="ko-KR" sz="1500" b="1" i="0" u="none" strike="noStrike" kern="1200" cap="none" spc="-1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Arial" charset="0"/>
            </a:endParaRPr>
          </a:p>
        </p:txBody>
      </p:sp>
      <p:sp>
        <p:nvSpPr>
          <p:cNvPr id="7" name="양쪽 모서리가 둥근 사각형 119">
            <a:extLst>
              <a:ext uri="{FF2B5EF4-FFF2-40B4-BE49-F238E27FC236}">
                <a16:creationId xmlns:a16="http://schemas.microsoft.com/office/drawing/2014/main" id="{A92891D8-F49A-CCBF-B673-49C60A893186}"/>
              </a:ext>
            </a:extLst>
          </p:cNvPr>
          <p:cNvSpPr/>
          <p:nvPr/>
        </p:nvSpPr>
        <p:spPr>
          <a:xfrm>
            <a:off x="788226" y="1090507"/>
            <a:ext cx="2740894" cy="235689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차 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TO-BE (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</a:t>
            </a:r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endParaRPr lang="ko-KR" altLang="en-US" sz="11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18725F-6A3B-3E35-93F8-2F34DF32FA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489464"/>
              </p:ext>
            </p:extLst>
          </p:nvPr>
        </p:nvGraphicFramePr>
        <p:xfrm>
          <a:off x="423757" y="1454103"/>
          <a:ext cx="3469832" cy="3116920"/>
        </p:xfrm>
        <a:graphic>
          <a:graphicData uri="http://schemas.openxmlformats.org/drawingml/2006/table">
            <a:tbl>
              <a:tblPr/>
              <a:tblGrid>
                <a:gridCol w="327217">
                  <a:extLst>
                    <a:ext uri="{9D8B030D-6E8A-4147-A177-3AD203B41FA5}">
                      <a16:colId xmlns:a16="http://schemas.microsoft.com/office/drawing/2014/main" val="3439503822"/>
                    </a:ext>
                  </a:extLst>
                </a:gridCol>
                <a:gridCol w="3142615">
                  <a:extLst>
                    <a:ext uri="{9D8B030D-6E8A-4147-A177-3AD203B41FA5}">
                      <a16:colId xmlns:a16="http://schemas.microsoft.com/office/drawing/2014/main" val="3180091835"/>
                    </a:ext>
                  </a:extLst>
                </a:gridCol>
              </a:tblGrid>
              <a:tr h="2357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질문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3240489"/>
                  </a:ext>
                </a:extLst>
              </a:tr>
              <a:tr h="2357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콜센터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경험에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만족하셨나요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5851209"/>
                  </a:ext>
                </a:extLst>
              </a:tr>
              <a:tr h="3008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콜센터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경험에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만족스러운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(1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0913845"/>
                  </a:ext>
                </a:extLst>
              </a:tr>
              <a:tr h="8486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6423651"/>
                  </a:ext>
                </a:extLst>
              </a:tr>
              <a:tr h="3008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콜센터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경험에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불만족스러운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(1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④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⑤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3519183"/>
                  </a:ext>
                </a:extLst>
              </a:tr>
              <a:tr h="8942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8278058"/>
                  </a:ext>
                </a:extLst>
              </a:tr>
              <a:tr h="3008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주관식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해당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답변을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선택하신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구체적으로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작성해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주시면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나은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제공에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큰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도움이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됩니다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.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6417055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5AB420F-3866-CCC9-88DB-825666803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300227"/>
              </p:ext>
            </p:extLst>
          </p:nvPr>
        </p:nvGraphicFramePr>
        <p:xfrm>
          <a:off x="4051302" y="1460877"/>
          <a:ext cx="3679703" cy="4980563"/>
        </p:xfrm>
        <a:graphic>
          <a:graphicData uri="http://schemas.openxmlformats.org/drawingml/2006/table">
            <a:tbl>
              <a:tblPr/>
              <a:tblGrid>
                <a:gridCol w="460888">
                  <a:extLst>
                    <a:ext uri="{9D8B030D-6E8A-4147-A177-3AD203B41FA5}">
                      <a16:colId xmlns:a16="http://schemas.microsoft.com/office/drawing/2014/main" val="2432459887"/>
                    </a:ext>
                  </a:extLst>
                </a:gridCol>
                <a:gridCol w="3218815">
                  <a:extLst>
                    <a:ext uri="{9D8B030D-6E8A-4147-A177-3AD203B41FA5}">
                      <a16:colId xmlns:a16="http://schemas.microsoft.com/office/drawing/2014/main" val="285739070"/>
                    </a:ext>
                  </a:extLst>
                </a:gridCol>
              </a:tblGrid>
              <a:tr h="22568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질문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026207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신청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상담하신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채널은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60142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4044460"/>
                  </a:ext>
                </a:extLst>
              </a:tr>
              <a:tr h="3388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상담원에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만족하셨나요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(1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 </a:t>
                      </a:r>
                      <a:endParaRPr lang="en-US" altLang="ko-KR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5070883"/>
                  </a:ext>
                </a:extLst>
              </a:tr>
              <a:tr h="3388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상담원에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만족스러운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(2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④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⑤선택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516281"/>
                  </a:ext>
                </a:extLst>
              </a:tr>
              <a:tr h="568537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049995"/>
                  </a:ext>
                </a:extLst>
              </a:tr>
              <a:tr h="3251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상담원에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대해서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불만족스러운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rtl="0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(5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문항에서①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~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③선택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1262642"/>
                  </a:ext>
                </a:extLst>
              </a:tr>
              <a:tr h="58251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8531546"/>
                  </a:ext>
                </a:extLst>
              </a:tr>
              <a:tr h="18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서비스를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신청하는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과정에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만족하셨나요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1742961"/>
                  </a:ext>
                </a:extLst>
              </a:tr>
              <a:tr h="173527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신청하는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과정에서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만족스러운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8870498"/>
                  </a:ext>
                </a:extLst>
              </a:tr>
              <a:tr h="166753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7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하기 불만족 사유와 동일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307419"/>
                  </a:ext>
                </a:extLst>
              </a:tr>
              <a:tr h="262507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신청하는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과정에서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불만족스러운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479053"/>
                  </a:ext>
                </a:extLst>
              </a:tr>
              <a:tr h="1296247"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01420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5B290192-78BD-FBDA-3792-3E5EBD3A64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2913442"/>
              </p:ext>
            </p:extLst>
          </p:nvPr>
        </p:nvGraphicFramePr>
        <p:xfrm>
          <a:off x="7912524" y="1462573"/>
          <a:ext cx="3730836" cy="3488734"/>
        </p:xfrm>
        <a:graphic>
          <a:graphicData uri="http://schemas.openxmlformats.org/drawingml/2006/table">
            <a:tbl>
              <a:tblPr/>
              <a:tblGrid>
                <a:gridCol w="378036">
                  <a:extLst>
                    <a:ext uri="{9D8B030D-6E8A-4147-A177-3AD203B41FA5}">
                      <a16:colId xmlns:a16="http://schemas.microsoft.com/office/drawing/2014/main" val="1192522831"/>
                    </a:ext>
                  </a:extLst>
                </a:gridCol>
                <a:gridCol w="3352800">
                  <a:extLst>
                    <a:ext uri="{9D8B030D-6E8A-4147-A177-3AD203B41FA5}">
                      <a16:colId xmlns:a16="http://schemas.microsoft.com/office/drawing/2014/main" val="681317184"/>
                    </a:ext>
                  </a:extLst>
                </a:gridCol>
              </a:tblGrid>
              <a:tr h="2239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질문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5130262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어느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경로를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통해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접수하셨나요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061338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3451064"/>
                  </a:ext>
                </a:extLst>
              </a:tr>
              <a:tr h="2912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만족하셨나요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(1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①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②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 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66200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</a:t>
                      </a:r>
                      <a:endParaRPr lang="en-US" altLang="ko-KR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점수를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</a:t>
                      </a:r>
                    </a:p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(2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0~6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9620647"/>
                  </a:ext>
                </a:extLst>
              </a:tr>
              <a:tr h="8813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469774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무인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수리접수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얼마나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만족하셨나요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(4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③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④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9758429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불만족사유</a:t>
                      </a:r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무인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수리접수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위와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같은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점수를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이유는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무엇인가요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?         </a:t>
                      </a: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(7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번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문항에서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 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0~6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</a:t>
                      </a:r>
                      <a:r>
                        <a:rPr lang="en-US" altLang="ko-KR" sz="8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34669"/>
                  </a:ext>
                </a:extLst>
              </a:tr>
              <a:tr h="804334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1855968"/>
                  </a:ext>
                </a:extLst>
              </a:tr>
            </a:tbl>
          </a:graphicData>
        </a:graphic>
      </p:graphicFrame>
      <p:sp>
        <p:nvSpPr>
          <p:cNvPr id="12" name="TextBox 126">
            <a:extLst>
              <a:ext uri="{FF2B5EF4-FFF2-40B4-BE49-F238E27FC236}">
                <a16:creationId xmlns:a16="http://schemas.microsoft.com/office/drawing/2014/main" id="{C02FFC8A-0D41-2C1B-60EC-A15A56EB1FD7}"/>
              </a:ext>
            </a:extLst>
          </p:cNvPr>
          <p:cNvSpPr txBox="1"/>
          <p:nvPr/>
        </p:nvSpPr>
        <p:spPr>
          <a:xfrm>
            <a:off x="753745" y="2268827"/>
            <a:ext cx="3307177" cy="707886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통화가 갑자기 끊기거나 연결이 불안정함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고객센터 연결 대기 시간이 김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약속 시간을 예약하기 어려움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상담원의 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상담원의 불친절한 태도</a:t>
            </a:r>
            <a:endParaRPr kumimoji="0" lang="en-US" altLang="ko-KR" sz="8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" name="TextBox 126">
            <a:extLst>
              <a:ext uri="{FF2B5EF4-FFF2-40B4-BE49-F238E27FC236}">
                <a16:creationId xmlns:a16="http://schemas.microsoft.com/office/drawing/2014/main" id="{AE0F9EF3-2447-0E09-9BD3-0DC9DC4F9291}"/>
              </a:ext>
            </a:extLst>
          </p:cNvPr>
          <p:cNvSpPr txBox="1"/>
          <p:nvPr/>
        </p:nvSpPr>
        <p:spPr>
          <a:xfrm>
            <a:off x="753745" y="3420292"/>
            <a:ext cx="3307177" cy="707886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통화 연결이 깨끗하고 안정적임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상담원과 빠르게 연결됨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예약 과정이 쉽고 편리함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상담원이 전문적으로 응대함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상담원의 친절하고 정중한 태도</a:t>
            </a:r>
            <a:endParaRPr kumimoji="0" lang="en-US" altLang="ko-KR" sz="8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" name="TextBox 126">
            <a:extLst>
              <a:ext uri="{FF2B5EF4-FFF2-40B4-BE49-F238E27FC236}">
                <a16:creationId xmlns:a16="http://schemas.microsoft.com/office/drawing/2014/main" id="{3A58D24E-B5A3-8823-5471-3044FAB4EE90}"/>
              </a:ext>
            </a:extLst>
          </p:cNvPr>
          <p:cNvSpPr txBox="1"/>
          <p:nvPr/>
        </p:nvSpPr>
        <p:spPr>
          <a:xfrm>
            <a:off x="4546810" y="1889520"/>
            <a:ext cx="3307177" cy="200055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전화상담원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채팅상담원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</a:t>
            </a:r>
            <a:r>
              <a:rPr lang="ko-KR" altLang="en-US" sz="700" err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챗봇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홈페이지 ⑤ 상담하지 않음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" name="TextBox 126">
            <a:extLst>
              <a:ext uri="{FF2B5EF4-FFF2-40B4-BE49-F238E27FC236}">
                <a16:creationId xmlns:a16="http://schemas.microsoft.com/office/drawing/2014/main" id="{95CB3F87-A672-2AC8-D3D7-7F2606793813}"/>
              </a:ext>
            </a:extLst>
          </p:cNvPr>
          <p:cNvSpPr txBox="1"/>
          <p:nvPr/>
        </p:nvSpPr>
        <p:spPr>
          <a:xfrm>
            <a:off x="6585584" y="2065627"/>
            <a:ext cx="594147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(5</a:t>
            </a:r>
            <a:r>
              <a:rPr kumimoji="0" lang="ko-KR" altLang="en-US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 척도</a:t>
            </a: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16" name="TextBox 126">
            <a:extLst>
              <a:ext uri="{FF2B5EF4-FFF2-40B4-BE49-F238E27FC236}">
                <a16:creationId xmlns:a16="http://schemas.microsoft.com/office/drawing/2014/main" id="{D78C4F16-58D9-C50D-A239-7DC11ED5F015}"/>
              </a:ext>
            </a:extLst>
          </p:cNvPr>
          <p:cNvSpPr txBox="1"/>
          <p:nvPr/>
        </p:nvSpPr>
        <p:spPr>
          <a:xfrm>
            <a:off x="4546810" y="2729414"/>
            <a:ext cx="3307177" cy="630942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상담원의 응대 태도 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(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목소리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공감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말투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표현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제품 전문지식이 충분함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상담원의 업무 처리 속도가 빠름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상담원의 문의 내용 이해도가 높음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기타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" name="TextBox 126">
            <a:extLst>
              <a:ext uri="{FF2B5EF4-FFF2-40B4-BE49-F238E27FC236}">
                <a16:creationId xmlns:a16="http://schemas.microsoft.com/office/drawing/2014/main" id="{80726FB1-F722-48A3-52E1-B7440E87828A}"/>
              </a:ext>
            </a:extLst>
          </p:cNvPr>
          <p:cNvSpPr txBox="1"/>
          <p:nvPr/>
        </p:nvSpPr>
        <p:spPr>
          <a:xfrm>
            <a:off x="4546810" y="3623493"/>
            <a:ext cx="3307177" cy="630942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상담원의 응대 태도 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(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목소리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공감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말투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표현</a:t>
            </a:r>
            <a:r>
              <a:rPr lang="en-US" altLang="ko-KR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제품 전문지식이 부족함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상담원의 업무 처리 속도가 느림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상담원의 문의 내용 이해도가 낮음</a:t>
            </a:r>
            <a:endParaRPr lang="en-US" altLang="ko-KR" sz="7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기타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8" name="TextBox 126">
            <a:extLst>
              <a:ext uri="{FF2B5EF4-FFF2-40B4-BE49-F238E27FC236}">
                <a16:creationId xmlns:a16="http://schemas.microsoft.com/office/drawing/2014/main" id="{D2399CDA-61D1-4D08-4584-C28CBF6FBFB1}"/>
              </a:ext>
            </a:extLst>
          </p:cNvPr>
          <p:cNvSpPr txBox="1"/>
          <p:nvPr/>
        </p:nvSpPr>
        <p:spPr>
          <a:xfrm>
            <a:off x="4499398" y="5188127"/>
            <a:ext cx="3307177" cy="1169551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접수에 대한 정보나 안내를 찾기 어려움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접수 과정이 복잡하고 어려움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접수 시 안내되는 내용이 이해하기 어려움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접수 담당자의 응대태도가 불친절함 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목소리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공감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말투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표현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고객 센터 연결 과정 및 대기 시간이 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⑥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고객 센터 연결이 불안정함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⑦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원하는 방문 일정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/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시간으로 예약하기 어려움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⑧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방문 일정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/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시간 조율이 어려움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⑨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대기 중 현재 진행상황 및 다음 단계에 대한 안내 없음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lang="ko-KR" altLang="en-US" sz="7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⑩</a:t>
            </a:r>
            <a:r>
              <a:rPr kumimoji="0" lang="en-US" altLang="ko-KR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기타</a:t>
            </a:r>
            <a:endParaRPr kumimoji="0" lang="en-US" altLang="ko-KR" sz="7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9" name="양쪽 모서리가 둥근 사각형 119">
            <a:extLst>
              <a:ext uri="{FF2B5EF4-FFF2-40B4-BE49-F238E27FC236}">
                <a16:creationId xmlns:a16="http://schemas.microsoft.com/office/drawing/2014/main" id="{8C209672-C2EC-9822-F934-05F3A66DEC79}"/>
              </a:ext>
            </a:extLst>
          </p:cNvPr>
          <p:cNvSpPr/>
          <p:nvPr/>
        </p:nvSpPr>
        <p:spPr>
          <a:xfrm>
            <a:off x="4306000" y="1090507"/>
            <a:ext cx="3170307" cy="235689"/>
          </a:xfrm>
          <a:prstGeom prst="round2SameRect">
            <a:avLst/>
          </a:prstGeom>
          <a:solidFill>
            <a:srgbClr val="F9F1D9"/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NPS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랩 제안</a:t>
            </a:r>
          </a:p>
        </p:txBody>
      </p:sp>
      <p:sp>
        <p:nvSpPr>
          <p:cNvPr id="20" name="TextBox 126">
            <a:extLst>
              <a:ext uri="{FF2B5EF4-FFF2-40B4-BE49-F238E27FC236}">
                <a16:creationId xmlns:a16="http://schemas.microsoft.com/office/drawing/2014/main" id="{2D7579D7-16B4-8E86-90D1-CB80CD74556D}"/>
              </a:ext>
            </a:extLst>
          </p:cNvPr>
          <p:cNvSpPr txBox="1"/>
          <p:nvPr/>
        </p:nvSpPr>
        <p:spPr>
          <a:xfrm>
            <a:off x="8360196" y="1903068"/>
            <a:ext cx="3307177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전화상담원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채팅상담원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</a:t>
            </a:r>
            <a:r>
              <a:rPr lang="ko-KR" altLang="en-US" sz="800" err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챗봇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홈페이지 ⑤ 상담하지 않음</a:t>
            </a:r>
            <a:endParaRPr kumimoji="0" lang="en-US" altLang="ko-KR" sz="8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1" name="TextBox 126">
            <a:extLst>
              <a:ext uri="{FF2B5EF4-FFF2-40B4-BE49-F238E27FC236}">
                <a16:creationId xmlns:a16="http://schemas.microsoft.com/office/drawing/2014/main" id="{E3A472F0-BA76-1513-F1B4-1612E65E345B}"/>
              </a:ext>
            </a:extLst>
          </p:cNvPr>
          <p:cNvSpPr txBox="1"/>
          <p:nvPr/>
        </p:nvSpPr>
        <p:spPr>
          <a:xfrm>
            <a:off x="8360196" y="2709093"/>
            <a:ext cx="3307177" cy="830997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고객 센터 연결 과정 및 대기시간이 짧음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상담원의 응대 태도 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(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목소리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공감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말투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,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표현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)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상담원의 문제 해결 능력 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/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제품 전문 지식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제품 성능 및 기능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서비스 비용 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/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정책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⑥ 수리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 /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배송 </a:t>
            </a:r>
            <a:r>
              <a:rPr lang="en-US" altLang="ko-KR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/ </a:t>
            </a: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설치 프로세스의 편의성</a:t>
            </a:r>
            <a:endParaRPr kumimoji="0" lang="en-US" altLang="ko-KR" sz="800" b="0" i="0" u="none" strike="noStrike" kern="120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2" name="TextBox 126">
            <a:extLst>
              <a:ext uri="{FF2B5EF4-FFF2-40B4-BE49-F238E27FC236}">
                <a16:creationId xmlns:a16="http://schemas.microsoft.com/office/drawing/2014/main" id="{36465B5D-C5FF-46B5-4928-D17C92778CB3}"/>
              </a:ext>
            </a:extLst>
          </p:cNvPr>
          <p:cNvSpPr txBox="1"/>
          <p:nvPr/>
        </p:nvSpPr>
        <p:spPr>
          <a:xfrm>
            <a:off x="8360196" y="4199226"/>
            <a:ext cx="3307177" cy="707886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① 접수 전 충분히 자가해결을 위한 가이드를 받을 수 있음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② 접수에 대한 정보나 안내를 쉽게 찾을 수 있음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③ 접수 과정이 간편하고 쉬움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④ 접수 시 안내되는 내용이 이해하기 쉬움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⑤ 기타</a:t>
            </a:r>
            <a:endParaRPr lang="en-US" altLang="ko-KR" sz="80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</p:txBody>
      </p:sp>
      <p:sp>
        <p:nvSpPr>
          <p:cNvPr id="23" name="양쪽 모서리가 둥근 사각형 119">
            <a:extLst>
              <a:ext uri="{FF2B5EF4-FFF2-40B4-BE49-F238E27FC236}">
                <a16:creationId xmlns:a16="http://schemas.microsoft.com/office/drawing/2014/main" id="{4FB2F42C-45F1-1135-889A-BA434B6AF513}"/>
              </a:ext>
            </a:extLst>
          </p:cNvPr>
          <p:cNvSpPr/>
          <p:nvPr/>
        </p:nvSpPr>
        <p:spPr>
          <a:xfrm>
            <a:off x="8311322" y="1090507"/>
            <a:ext cx="2933240" cy="235689"/>
          </a:xfrm>
          <a:prstGeom prst="round2SameRect">
            <a:avLst/>
          </a:prstGeom>
          <a:solidFill>
            <a:srgbClr val="D3E8CB"/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Contact</a:t>
            </a:r>
            <a:r>
              <a:rPr lang="ko-KR" altLang="en-US" sz="11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실 제안</a:t>
            </a:r>
          </a:p>
        </p:txBody>
      </p:sp>
      <p:sp>
        <p:nvSpPr>
          <p:cNvPr id="24" name="TextBox 126">
            <a:extLst>
              <a:ext uri="{FF2B5EF4-FFF2-40B4-BE49-F238E27FC236}">
                <a16:creationId xmlns:a16="http://schemas.microsoft.com/office/drawing/2014/main" id="{598D2A91-3379-F195-7608-31ADFA6DB4E1}"/>
              </a:ext>
            </a:extLst>
          </p:cNvPr>
          <p:cNvSpPr txBox="1"/>
          <p:nvPr/>
        </p:nvSpPr>
        <p:spPr>
          <a:xfrm>
            <a:off x="7269690" y="4212774"/>
            <a:ext cx="594147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(5</a:t>
            </a:r>
            <a:r>
              <a:rPr kumimoji="0" lang="ko-KR" altLang="en-US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 척도</a:t>
            </a: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25" name="TextBox 126">
            <a:extLst>
              <a:ext uri="{FF2B5EF4-FFF2-40B4-BE49-F238E27FC236}">
                <a16:creationId xmlns:a16="http://schemas.microsoft.com/office/drawing/2014/main" id="{BB2EBD72-6808-DE59-BF96-9CD9BB7E4C19}"/>
              </a:ext>
            </a:extLst>
          </p:cNvPr>
          <p:cNvSpPr txBox="1"/>
          <p:nvPr/>
        </p:nvSpPr>
        <p:spPr>
          <a:xfrm>
            <a:off x="10290598" y="2099493"/>
            <a:ext cx="892176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(11</a:t>
            </a:r>
            <a:r>
              <a:rPr kumimoji="0" lang="ko-KR" altLang="en-US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 척도</a:t>
            </a: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26" name="TextBox 126">
            <a:extLst>
              <a:ext uri="{FF2B5EF4-FFF2-40B4-BE49-F238E27FC236}">
                <a16:creationId xmlns:a16="http://schemas.microsoft.com/office/drawing/2014/main" id="{006201A5-4195-78C6-CA93-E7C34F7D7015}"/>
              </a:ext>
            </a:extLst>
          </p:cNvPr>
          <p:cNvSpPr txBox="1"/>
          <p:nvPr/>
        </p:nvSpPr>
        <p:spPr>
          <a:xfrm>
            <a:off x="11035664" y="3548987"/>
            <a:ext cx="892176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(11</a:t>
            </a:r>
            <a:r>
              <a:rPr kumimoji="0" lang="ko-KR" altLang="en-US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 </a:t>
            </a:r>
            <a:r>
              <a:rPr lang="ko-KR" altLang="en-US" sz="800" b="1" u="sng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척도</a:t>
            </a: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</p:txBody>
      </p:sp>
      <p:sp>
        <p:nvSpPr>
          <p:cNvPr id="27" name="TextBox 126">
            <a:extLst>
              <a:ext uri="{FF2B5EF4-FFF2-40B4-BE49-F238E27FC236}">
                <a16:creationId xmlns:a16="http://schemas.microsoft.com/office/drawing/2014/main" id="{7CAA8F78-3184-DEEE-44CA-C80D86FBA22C}"/>
              </a:ext>
            </a:extLst>
          </p:cNvPr>
          <p:cNvSpPr txBox="1"/>
          <p:nvPr/>
        </p:nvSpPr>
        <p:spPr>
          <a:xfrm>
            <a:off x="3258184" y="1697327"/>
            <a:ext cx="594147" cy="215444"/>
          </a:xfrm>
          <a:prstGeom prst="rect">
            <a:avLst/>
          </a:prstGeom>
          <a:noFill/>
        </p:spPr>
        <p:txBody>
          <a:bodyPr wrap="square" lIns="3600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(5</a:t>
            </a:r>
            <a:r>
              <a:rPr kumimoji="0" lang="ko-KR" altLang="en-US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점 척도</a:t>
            </a:r>
            <a:r>
              <a:rPr kumimoji="0" lang="en-US" altLang="ko-KR" sz="800" b="1" i="0" u="sng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434886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7">
            <a:extLst>
              <a:ext uri="{FF2B5EF4-FFF2-40B4-BE49-F238E27FC236}">
                <a16:creationId xmlns:a16="http://schemas.microsoft.com/office/drawing/2014/main" id="{ADCF8A92-117E-2A15-A868-2F238A427B58}"/>
              </a:ext>
            </a:extLst>
          </p:cNvPr>
          <p:cNvSpPr/>
          <p:nvPr/>
        </p:nvSpPr>
        <p:spPr>
          <a:xfrm>
            <a:off x="8557482" y="1253399"/>
            <a:ext cx="3291618" cy="5351570"/>
          </a:xfrm>
          <a:prstGeom prst="roundRect">
            <a:avLst>
              <a:gd name="adj" fmla="val 1785"/>
            </a:avLst>
          </a:prstGeom>
          <a:solidFill>
            <a:schemeClr val="bg1">
              <a:lumMod val="7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ko-KR" altLang="en-US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모서리가 둥근 직사각형 7">
            <a:extLst>
              <a:ext uri="{FF2B5EF4-FFF2-40B4-BE49-F238E27FC236}">
                <a16:creationId xmlns:a16="http://schemas.microsoft.com/office/drawing/2014/main" id="{EBC892AA-FCD3-A67D-1F01-E7709E1C07E1}"/>
              </a:ext>
            </a:extLst>
          </p:cNvPr>
          <p:cNvSpPr/>
          <p:nvPr/>
        </p:nvSpPr>
        <p:spPr>
          <a:xfrm>
            <a:off x="846230" y="1261892"/>
            <a:ext cx="7426855" cy="5355238"/>
          </a:xfrm>
          <a:prstGeom prst="roundRect">
            <a:avLst>
              <a:gd name="adj" fmla="val 1785"/>
            </a:avLst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ko-KR" altLang="en-US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" name="Text Box 3">
            <a:extLst>
              <a:ext uri="{FF2B5EF4-FFF2-40B4-BE49-F238E27FC236}">
                <a16:creationId xmlns:a16="http://schemas.microsoft.com/office/drawing/2014/main" id="{385390B1-B969-BC5B-D16C-2114B6C67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15" y="47188"/>
            <a:ext cx="4445776" cy="425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17796" tIns="58898" rIns="117796" bIns="58898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914400" rtl="0" eaLnBrk="0" fontAlgn="auto" latinLnBrk="1" hangingPunct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</a:t>
            </a:r>
            <a:r>
              <a:rPr lang="en-US" altLang="ko-KR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해외 서비스 네트워크 컨퍼런스 운영 현황</a:t>
            </a:r>
            <a:endParaRPr kumimoji="1" lang="ko-KR" altLang="en-US" sz="1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9B2AE0E-37C4-D4F3-666D-030094C89112}"/>
              </a:ext>
            </a:extLst>
          </p:cNvPr>
          <p:cNvCxnSpPr/>
          <p:nvPr/>
        </p:nvCxnSpPr>
        <p:spPr>
          <a:xfrm>
            <a:off x="0" y="544995"/>
            <a:ext cx="1219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A6D4D916-A84F-57C7-CA5F-0C304B615920}"/>
              </a:ext>
            </a:extLst>
          </p:cNvPr>
          <p:cNvSpPr txBox="1"/>
          <p:nvPr/>
        </p:nvSpPr>
        <p:spPr>
          <a:xfrm>
            <a:off x="287624" y="670868"/>
            <a:ext cx="92647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분기별 해외 서비스 네트워크 서비스 컨퍼런스 운영 통해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본사 활동 진행 사항 업데이트 및 국가별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RTAT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BP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공유 중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7BD0785-0E4E-7AF8-A84F-E732FB55D3C9}"/>
              </a:ext>
            </a:extLst>
          </p:cNvPr>
          <p:cNvSpPr/>
          <p:nvPr/>
        </p:nvSpPr>
        <p:spPr>
          <a:xfrm>
            <a:off x="116711" y="1730531"/>
            <a:ext cx="659325" cy="3812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시기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E9B1B6-00A7-5CA4-4206-E02DFFD39E47}"/>
              </a:ext>
            </a:extLst>
          </p:cNvPr>
          <p:cNvSpPr/>
          <p:nvPr/>
        </p:nvSpPr>
        <p:spPr>
          <a:xfrm>
            <a:off x="111003" y="2226483"/>
            <a:ext cx="659325" cy="3812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안건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8399338-723A-2B52-AB18-DADCA56227B1}"/>
              </a:ext>
            </a:extLst>
          </p:cNvPr>
          <p:cNvSpPr/>
          <p:nvPr/>
        </p:nvSpPr>
        <p:spPr>
          <a:xfrm>
            <a:off x="119382" y="3134707"/>
            <a:ext cx="659326" cy="3812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참석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현황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90EABF4-A908-A528-40D0-D6A7EBEB8986}"/>
              </a:ext>
            </a:extLst>
          </p:cNvPr>
          <p:cNvSpPr/>
          <p:nvPr/>
        </p:nvSpPr>
        <p:spPr>
          <a:xfrm>
            <a:off x="111002" y="3981940"/>
            <a:ext cx="659326" cy="3812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반응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5339CD1-8024-E31E-1121-EFB16C989B77}"/>
              </a:ext>
            </a:extLst>
          </p:cNvPr>
          <p:cNvCxnSpPr>
            <a:cxnSpLocks/>
          </p:cNvCxnSpPr>
          <p:nvPr/>
        </p:nvCxnSpPr>
        <p:spPr>
          <a:xfrm>
            <a:off x="986945" y="1577752"/>
            <a:ext cx="1327135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05BE5DDB-4563-809E-335D-35724F631D5D}"/>
              </a:ext>
            </a:extLst>
          </p:cNvPr>
          <p:cNvSpPr txBox="1"/>
          <p:nvPr/>
        </p:nvSpPr>
        <p:spPr>
          <a:xfrm>
            <a:off x="894842" y="1296331"/>
            <a:ext cx="155265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전략도시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RTAT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로드쇼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DF2DA3C1-288B-D097-93C7-B372F7C6E0F7}"/>
              </a:ext>
            </a:extLst>
          </p:cNvPr>
          <p:cNvCxnSpPr>
            <a:cxnSpLocks/>
          </p:cNvCxnSpPr>
          <p:nvPr/>
        </p:nvCxnSpPr>
        <p:spPr>
          <a:xfrm>
            <a:off x="2447495" y="1577752"/>
            <a:ext cx="1297537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91D4A8D-CA7F-F54C-80E0-3E591082EF44}"/>
              </a:ext>
            </a:extLst>
          </p:cNvPr>
          <p:cNvSpPr txBox="1"/>
          <p:nvPr/>
        </p:nvSpPr>
        <p:spPr>
          <a:xfrm>
            <a:off x="2253126" y="1301656"/>
            <a:ext cx="168209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1Q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마감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N/W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컨퍼런스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226EDC6E-57A8-148B-91AD-C8DF9F828154}"/>
              </a:ext>
            </a:extLst>
          </p:cNvPr>
          <p:cNvCxnSpPr>
            <a:cxnSpLocks/>
          </p:cNvCxnSpPr>
          <p:nvPr/>
        </p:nvCxnSpPr>
        <p:spPr>
          <a:xfrm>
            <a:off x="3845281" y="1577752"/>
            <a:ext cx="1249061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5F2649A6-3342-314E-3850-6BA53F4A074A}"/>
              </a:ext>
            </a:extLst>
          </p:cNvPr>
          <p:cNvSpPr txBox="1"/>
          <p:nvPr/>
        </p:nvSpPr>
        <p:spPr>
          <a:xfrm>
            <a:off x="3653542" y="1304478"/>
            <a:ext cx="17250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2Q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마감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N/W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컨퍼런스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C9BC24F6-BD91-7743-9314-7B5FE493B99A}"/>
              </a:ext>
            </a:extLst>
          </p:cNvPr>
          <p:cNvCxnSpPr>
            <a:cxnSpLocks/>
          </p:cNvCxnSpPr>
          <p:nvPr/>
        </p:nvCxnSpPr>
        <p:spPr>
          <a:xfrm>
            <a:off x="5327325" y="1577752"/>
            <a:ext cx="1286388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6C216B63-40D8-1DA3-1AC3-1F8A89DD3F90}"/>
              </a:ext>
            </a:extLst>
          </p:cNvPr>
          <p:cNvSpPr txBox="1"/>
          <p:nvPr/>
        </p:nvSpPr>
        <p:spPr>
          <a:xfrm>
            <a:off x="5116539" y="1296331"/>
            <a:ext cx="17084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3Q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마감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N/W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컨퍼런스</a:t>
            </a:r>
          </a:p>
        </p:txBody>
      </p:sp>
      <p:pic>
        <p:nvPicPr>
          <p:cNvPr id="21" name="그림 20">
            <a:hlinkClick r:id="" action="ppaction://noaction"/>
            <a:extLst>
              <a:ext uri="{FF2B5EF4-FFF2-40B4-BE49-F238E27FC236}">
                <a16:creationId xmlns:a16="http://schemas.microsoft.com/office/drawing/2014/main" id="{19EE6074-A65E-EFA7-3597-7B7FC4F8D498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3991335" y="5608324"/>
            <a:ext cx="956952" cy="820662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ABFC049-8F20-D622-BACA-66EE8F995C2E}"/>
              </a:ext>
            </a:extLst>
          </p:cNvPr>
          <p:cNvPicPr preferRelativeResize="0">
            <a:picLocks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4678" y="5605491"/>
            <a:ext cx="1266215" cy="826329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66869AD6-86A7-50AC-6EB9-36DC3CD975E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05399" y="5605491"/>
            <a:ext cx="956952" cy="826329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0F4CE109-6A6C-18DD-8260-925A647CBD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97280" y="5599091"/>
            <a:ext cx="1288501" cy="839128"/>
          </a:xfrm>
          <a:prstGeom prst="rect">
            <a:avLst/>
          </a:prstGeom>
        </p:spPr>
      </p:pic>
      <p:sp>
        <p:nvSpPr>
          <p:cNvPr id="26" name="모서리가 둥근 직사각형 7">
            <a:extLst>
              <a:ext uri="{FF2B5EF4-FFF2-40B4-BE49-F238E27FC236}">
                <a16:creationId xmlns:a16="http://schemas.microsoft.com/office/drawing/2014/main" id="{DA90D16C-FD5D-1311-F80B-05AFA18DA4EE}"/>
              </a:ext>
            </a:extLst>
          </p:cNvPr>
          <p:cNvSpPr/>
          <p:nvPr/>
        </p:nvSpPr>
        <p:spPr>
          <a:xfrm>
            <a:off x="991584" y="1730531"/>
            <a:ext cx="1322496" cy="38128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27" name="모서리가 둥근 직사각형 7">
            <a:extLst>
              <a:ext uri="{FF2B5EF4-FFF2-40B4-BE49-F238E27FC236}">
                <a16:creationId xmlns:a16="http://schemas.microsoft.com/office/drawing/2014/main" id="{1EDB2615-756D-2CC0-32C4-7AA2193657AD}"/>
              </a:ext>
            </a:extLst>
          </p:cNvPr>
          <p:cNvSpPr/>
          <p:nvPr/>
        </p:nvSpPr>
        <p:spPr>
          <a:xfrm>
            <a:off x="994678" y="2222207"/>
            <a:ext cx="1322495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RTAT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3.0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추진 배경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</a:p>
          <a:p>
            <a:pPr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방향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목표 공유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 마트 소개 및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RTAT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분석 교육</a:t>
            </a:r>
          </a:p>
        </p:txBody>
      </p:sp>
      <p:sp>
        <p:nvSpPr>
          <p:cNvPr id="28" name="모서리가 둥근 직사각형 7">
            <a:extLst>
              <a:ext uri="{FF2B5EF4-FFF2-40B4-BE49-F238E27FC236}">
                <a16:creationId xmlns:a16="http://schemas.microsoft.com/office/drawing/2014/main" id="{8CCEE366-3E04-1DDC-3FBE-7A5F3449C441}"/>
              </a:ext>
            </a:extLst>
          </p:cNvPr>
          <p:cNvSpPr/>
          <p:nvPr/>
        </p:nvSpPr>
        <p:spPr>
          <a:xfrm>
            <a:off x="997773" y="3130431"/>
            <a:ext cx="1316307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40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141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29" name="모서리가 둥근 직사각형 7">
            <a:extLst>
              <a:ext uri="{FF2B5EF4-FFF2-40B4-BE49-F238E27FC236}">
                <a16:creationId xmlns:a16="http://schemas.microsoft.com/office/drawing/2014/main" id="{0B217BC5-7BB2-1178-C437-5E73015A3DA8}"/>
              </a:ext>
            </a:extLst>
          </p:cNvPr>
          <p:cNvSpPr/>
          <p:nvPr/>
        </p:nvSpPr>
        <p:spPr>
          <a:xfrm>
            <a:off x="986945" y="3981939"/>
            <a:ext cx="1327135" cy="1453155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4.2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CS</a:t>
            </a:r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데이터마트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분석리포트 추가 및 사용법 교육 요청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▶ 채널별 이관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부품 주문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L/T,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미처리 리포트 개발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CBFE7DDF-41EE-E79D-5FC0-8C01DEE32FB5}"/>
              </a:ext>
            </a:extLst>
          </p:cNvPr>
          <p:cNvCxnSpPr>
            <a:cxnSpLocks/>
          </p:cNvCxnSpPr>
          <p:nvPr/>
        </p:nvCxnSpPr>
        <p:spPr>
          <a:xfrm>
            <a:off x="1070480" y="4280450"/>
            <a:ext cx="1243600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1" name="모서리가 둥근 직사각형 7">
            <a:extLst>
              <a:ext uri="{FF2B5EF4-FFF2-40B4-BE49-F238E27FC236}">
                <a16:creationId xmlns:a16="http://schemas.microsoft.com/office/drawing/2014/main" id="{5476ABE2-918C-7E35-BACB-0BCFAE0EBB41}"/>
              </a:ext>
            </a:extLst>
          </p:cNvPr>
          <p:cNvSpPr/>
          <p:nvPr/>
        </p:nvSpPr>
        <p:spPr>
          <a:xfrm>
            <a:off x="2422535" y="1730531"/>
            <a:ext cx="1322497" cy="38128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32" name="모서리가 둥근 직사각형 7">
            <a:extLst>
              <a:ext uri="{FF2B5EF4-FFF2-40B4-BE49-F238E27FC236}">
                <a16:creationId xmlns:a16="http://schemas.microsoft.com/office/drawing/2014/main" id="{78755B7E-EAAF-6694-7F15-C2D7424DB6B6}"/>
              </a:ext>
            </a:extLst>
          </p:cNvPr>
          <p:cNvSpPr/>
          <p:nvPr/>
        </p:nvSpPr>
        <p:spPr>
          <a:xfrm>
            <a:off x="2422535" y="2222207"/>
            <a:ext cx="1322496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본사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RTAT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과제 소개 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CSDM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심화 교육</a:t>
            </a:r>
            <a:r>
              <a:rPr lang="en-US" altLang="ko-KR" sz="10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RTAT BP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공유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3" name="모서리가 둥근 직사각형 7">
            <a:extLst>
              <a:ext uri="{FF2B5EF4-FFF2-40B4-BE49-F238E27FC236}">
                <a16:creationId xmlns:a16="http://schemas.microsoft.com/office/drawing/2014/main" id="{C84AE8A4-7F75-B252-4E9C-857F7915B906}"/>
              </a:ext>
            </a:extLst>
          </p:cNvPr>
          <p:cNvSpPr/>
          <p:nvPr/>
        </p:nvSpPr>
        <p:spPr>
          <a:xfrm>
            <a:off x="2443315" y="3130431"/>
            <a:ext cx="1301717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41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158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34" name="모서리가 둥근 직사각형 7">
            <a:extLst>
              <a:ext uri="{FF2B5EF4-FFF2-40B4-BE49-F238E27FC236}">
                <a16:creationId xmlns:a16="http://schemas.microsoft.com/office/drawing/2014/main" id="{9B1F18A9-AAA1-9986-3580-AF11C646A84C}"/>
              </a:ext>
            </a:extLst>
          </p:cNvPr>
          <p:cNvSpPr/>
          <p:nvPr/>
        </p:nvSpPr>
        <p:spPr>
          <a:xfrm>
            <a:off x="2422536" y="3981940"/>
            <a:ext cx="1322496" cy="1418970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4.2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BP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및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BER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사례 확대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▶ 해외 게시판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BP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게시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2Q BP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발표 법인 확대 및 미국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BER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사례 전법인 공유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D51E9FDC-0F04-37C4-FCD8-6CF296F7A81E}"/>
              </a:ext>
            </a:extLst>
          </p:cNvPr>
          <p:cNvCxnSpPr>
            <a:cxnSpLocks/>
          </p:cNvCxnSpPr>
          <p:nvPr/>
        </p:nvCxnSpPr>
        <p:spPr>
          <a:xfrm>
            <a:off x="2482007" y="4280450"/>
            <a:ext cx="11813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69196BAA-AF3A-5855-835C-F3E87EC61EB7}"/>
              </a:ext>
            </a:extLst>
          </p:cNvPr>
          <p:cNvSpPr txBox="1"/>
          <p:nvPr/>
        </p:nvSpPr>
        <p:spPr>
          <a:xfrm>
            <a:off x="2484197" y="3399904"/>
            <a:ext cx="117919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【BP Presenter】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LGEVH ,LGEEG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LGEME, LGEIS, LGEES</a:t>
            </a:r>
          </a:p>
        </p:txBody>
      </p:sp>
      <p:sp>
        <p:nvSpPr>
          <p:cNvPr id="37" name="모서리가 둥근 직사각형 7">
            <a:extLst>
              <a:ext uri="{FF2B5EF4-FFF2-40B4-BE49-F238E27FC236}">
                <a16:creationId xmlns:a16="http://schemas.microsoft.com/office/drawing/2014/main" id="{03DAAE35-BBA2-BEE1-BBBD-C74FD684D2C8}"/>
              </a:ext>
            </a:extLst>
          </p:cNvPr>
          <p:cNvSpPr/>
          <p:nvPr/>
        </p:nvSpPr>
        <p:spPr>
          <a:xfrm>
            <a:off x="3840098" y="1726405"/>
            <a:ext cx="1338856" cy="38128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7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24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38" name="모서리가 둥근 직사각형 7">
            <a:extLst>
              <a:ext uri="{FF2B5EF4-FFF2-40B4-BE49-F238E27FC236}">
                <a16:creationId xmlns:a16="http://schemas.microsoft.com/office/drawing/2014/main" id="{AE6A78B1-2228-1273-7A06-D2B3B7382B07}"/>
              </a:ext>
            </a:extLst>
          </p:cNvPr>
          <p:cNvSpPr/>
          <p:nvPr/>
        </p:nvSpPr>
        <p:spPr>
          <a:xfrm>
            <a:off x="3840098" y="2222207"/>
            <a:ext cx="1342487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본사 전략 및 현장지원 시스템 소개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지역별 전략 도시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RTAT BP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공유</a:t>
            </a:r>
          </a:p>
        </p:txBody>
      </p:sp>
      <p:sp>
        <p:nvSpPr>
          <p:cNvPr id="39" name="모서리가 둥근 직사각형 7">
            <a:extLst>
              <a:ext uri="{FF2B5EF4-FFF2-40B4-BE49-F238E27FC236}">
                <a16:creationId xmlns:a16="http://schemas.microsoft.com/office/drawing/2014/main" id="{A0C71C31-DEA0-3315-15AD-4EBB8F1442AA}"/>
              </a:ext>
            </a:extLst>
          </p:cNvPr>
          <p:cNvSpPr/>
          <p:nvPr/>
        </p:nvSpPr>
        <p:spPr>
          <a:xfrm>
            <a:off x="3840099" y="3130431"/>
            <a:ext cx="1338856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41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174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40" name="모서리가 둥근 직사각형 7">
            <a:extLst>
              <a:ext uri="{FF2B5EF4-FFF2-40B4-BE49-F238E27FC236}">
                <a16:creationId xmlns:a16="http://schemas.microsoft.com/office/drawing/2014/main" id="{6AC5B126-ED5B-ECD4-C70A-A11C8B13704F}"/>
              </a:ext>
            </a:extLst>
          </p:cNvPr>
          <p:cNvSpPr/>
          <p:nvPr/>
        </p:nvSpPr>
        <p:spPr>
          <a:xfrm>
            <a:off x="3840099" y="3981940"/>
            <a:ext cx="1338856" cy="1418970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4.2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타 지역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BP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공유희망 및 본사과제 업데이트 호평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</a:b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▶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3Q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컨퍼런스 </a:t>
            </a:r>
            <a:r>
              <a:rPr lang="ko-KR" altLang="en-US" sz="7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녹화본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공유 및</a:t>
            </a:r>
            <a:endParaRPr lang="en-US" altLang="ko-KR" sz="7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본사과제 설명 세션 품질 고도화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AB4BB30D-1059-CC07-C8AC-C97B507A33E9}"/>
              </a:ext>
            </a:extLst>
          </p:cNvPr>
          <p:cNvCxnSpPr>
            <a:cxnSpLocks/>
          </p:cNvCxnSpPr>
          <p:nvPr/>
        </p:nvCxnSpPr>
        <p:spPr>
          <a:xfrm>
            <a:off x="3900037" y="4280450"/>
            <a:ext cx="1229766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E958FBF8-C788-97EE-D3FB-E286679CEFE9}"/>
              </a:ext>
            </a:extLst>
          </p:cNvPr>
          <p:cNvSpPr txBox="1"/>
          <p:nvPr/>
        </p:nvSpPr>
        <p:spPr>
          <a:xfrm>
            <a:off x="3900037" y="2482010"/>
            <a:ext cx="1229766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해외 서비스 전략 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고객케어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123/</a:t>
            </a: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ko-KR" alt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큐봇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/LGSC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소개</a:t>
            </a:r>
            <a:endParaRPr kumimoji="0" lang="en-US" altLang="ko-KR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F578EE1-5174-4A21-C90D-583E584EAD2A}"/>
              </a:ext>
            </a:extLst>
          </p:cNvPr>
          <p:cNvSpPr txBox="1"/>
          <p:nvPr/>
        </p:nvSpPr>
        <p:spPr>
          <a:xfrm>
            <a:off x="3836291" y="3398460"/>
            <a:ext cx="124906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【BP Presenter】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LGEAI, LGESP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LGEVH, LGEEG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LGEES, LGEAP</a:t>
            </a:r>
          </a:p>
        </p:txBody>
      </p:sp>
      <p:sp>
        <p:nvSpPr>
          <p:cNvPr id="44" name="모서리가 둥근 직사각형 7">
            <a:extLst>
              <a:ext uri="{FF2B5EF4-FFF2-40B4-BE49-F238E27FC236}">
                <a16:creationId xmlns:a16="http://schemas.microsoft.com/office/drawing/2014/main" id="{047CFEC2-76CC-1AD8-4C05-A44853C0B67B}"/>
              </a:ext>
            </a:extLst>
          </p:cNvPr>
          <p:cNvSpPr/>
          <p:nvPr/>
        </p:nvSpPr>
        <p:spPr>
          <a:xfrm>
            <a:off x="5271050" y="1730552"/>
            <a:ext cx="1342663" cy="38128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28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45" name="모서리가 둥근 직사각형 7">
            <a:extLst>
              <a:ext uri="{FF2B5EF4-FFF2-40B4-BE49-F238E27FC236}">
                <a16:creationId xmlns:a16="http://schemas.microsoft.com/office/drawing/2014/main" id="{DAFF2A4D-1CD4-F3AF-9080-9CF3BD41F5EA}"/>
              </a:ext>
            </a:extLst>
          </p:cNvPr>
          <p:cNvSpPr/>
          <p:nvPr/>
        </p:nvSpPr>
        <p:spPr>
          <a:xfrm>
            <a:off x="5277652" y="2222207"/>
            <a:ext cx="1342487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본사 신규 활동 및 신규 과제 소개</a:t>
            </a: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endParaRPr kumimoji="0" lang="en-US" altLang="ko-KR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지역별 전략 도시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RTAT BP 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공유</a:t>
            </a:r>
          </a:p>
        </p:txBody>
      </p:sp>
      <p:sp>
        <p:nvSpPr>
          <p:cNvPr id="46" name="모서리가 둥근 직사각형 7">
            <a:extLst>
              <a:ext uri="{FF2B5EF4-FFF2-40B4-BE49-F238E27FC236}">
                <a16:creationId xmlns:a16="http://schemas.microsoft.com/office/drawing/2014/main" id="{63B5950D-3352-10F9-48BF-553869383759}"/>
              </a:ext>
            </a:extLst>
          </p:cNvPr>
          <p:cNvSpPr/>
          <p:nvPr/>
        </p:nvSpPr>
        <p:spPr>
          <a:xfrm>
            <a:off x="5277653" y="3130431"/>
            <a:ext cx="1338856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42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178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47" name="모서리가 둥근 직사각형 7">
            <a:extLst>
              <a:ext uri="{FF2B5EF4-FFF2-40B4-BE49-F238E27FC236}">
                <a16:creationId xmlns:a16="http://schemas.microsoft.com/office/drawing/2014/main" id="{B6EBD417-EEA9-938F-8C6C-625146633492}"/>
              </a:ext>
            </a:extLst>
          </p:cNvPr>
          <p:cNvSpPr/>
          <p:nvPr/>
        </p:nvSpPr>
        <p:spPr>
          <a:xfrm>
            <a:off x="5277652" y="3981940"/>
            <a:ext cx="1342487" cy="1418970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4.4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본사 신규 과제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활동 지속 공유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BP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발표 국가 본사 차원 포상 검토 요청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▶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`25  RTAT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개선 우수법인 포상 진행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CA1F243-C072-025E-2E65-25B095D48F98}"/>
              </a:ext>
            </a:extLst>
          </p:cNvPr>
          <p:cNvCxnSpPr>
            <a:cxnSpLocks/>
          </p:cNvCxnSpPr>
          <p:nvPr/>
        </p:nvCxnSpPr>
        <p:spPr>
          <a:xfrm>
            <a:off x="5337123" y="4280450"/>
            <a:ext cx="1276590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FFD0AB34-44EF-1006-CABA-C220F9F9C17C}"/>
              </a:ext>
            </a:extLst>
          </p:cNvPr>
          <p:cNvSpPr txBox="1"/>
          <p:nvPr/>
        </p:nvSpPr>
        <p:spPr>
          <a:xfrm>
            <a:off x="5293140" y="2484407"/>
            <a:ext cx="13205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지역대표 보고서 공유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및 </a:t>
            </a:r>
            <a:r>
              <a:rPr lang="ko-KR" altLang="en-US" sz="6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마</a:t>
            </a:r>
            <a:r>
              <a:rPr kumimoji="0" lang="ko-KR" altLang="en-US" sz="6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케팅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활용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CS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포털 신규 기능 소개</a:t>
            </a:r>
            <a:endParaRPr kumimoji="0" lang="en-US" altLang="ko-KR" sz="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21F6209-0E84-AD96-67F0-DD9135A831B9}"/>
              </a:ext>
            </a:extLst>
          </p:cNvPr>
          <p:cNvSpPr txBox="1"/>
          <p:nvPr/>
        </p:nvSpPr>
        <p:spPr>
          <a:xfrm>
            <a:off x="2468716" y="2794632"/>
            <a:ext cx="119467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베트남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두바이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이집트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이태리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스페인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2D80786-AD65-B927-DCD9-BE96072E8ED2}"/>
              </a:ext>
            </a:extLst>
          </p:cNvPr>
          <p:cNvSpPr txBox="1"/>
          <p:nvPr/>
        </p:nvSpPr>
        <p:spPr>
          <a:xfrm>
            <a:off x="4322795" y="2834197"/>
            <a:ext cx="762558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미국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외 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CE0B26E-30C1-0CDD-C2B5-299E2F1CE526}"/>
              </a:ext>
            </a:extLst>
          </p:cNvPr>
          <p:cNvSpPr txBox="1"/>
          <p:nvPr/>
        </p:nvSpPr>
        <p:spPr>
          <a:xfrm>
            <a:off x="5754233" y="2834196"/>
            <a:ext cx="805318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캐나다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외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5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C5F5155-8972-7875-36AD-269D2DB85337}"/>
              </a:ext>
            </a:extLst>
          </p:cNvPr>
          <p:cNvSpPr txBox="1"/>
          <p:nvPr/>
        </p:nvSpPr>
        <p:spPr>
          <a:xfrm>
            <a:off x="2705967" y="2318659"/>
            <a:ext cx="85638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제도정비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(BER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등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Milk-Run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소개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87F1B44D-D321-D05A-09A1-01E9217EAD9A}"/>
              </a:ext>
            </a:extLst>
          </p:cNvPr>
          <p:cNvSpPr txBox="1"/>
          <p:nvPr/>
        </p:nvSpPr>
        <p:spPr>
          <a:xfrm>
            <a:off x="5273844" y="3376149"/>
            <a:ext cx="116505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【BP Presenter】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LGECI, LGEMS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LGEPH, LGETK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LGEDG, LGEUK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769A1217-8212-650E-22D0-081D15AA1F5D}"/>
              </a:ext>
            </a:extLst>
          </p:cNvPr>
          <p:cNvSpPr txBox="1"/>
          <p:nvPr/>
        </p:nvSpPr>
        <p:spPr>
          <a:xfrm>
            <a:off x="9340750" y="1246503"/>
            <a:ext cx="172508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26</a:t>
            </a:r>
            <a:r>
              <a:rPr lang="ko-KR" altLang="en-US" sz="12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12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분기 컨퍼런스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7CB25983-6B25-E09F-0927-7F3C6E462520}"/>
              </a:ext>
            </a:extLst>
          </p:cNvPr>
          <p:cNvCxnSpPr>
            <a:cxnSpLocks/>
          </p:cNvCxnSpPr>
          <p:nvPr/>
        </p:nvCxnSpPr>
        <p:spPr>
          <a:xfrm>
            <a:off x="9283700" y="1609015"/>
            <a:ext cx="1941586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모서리가 둥근 직사각형 7">
            <a:extLst>
              <a:ext uri="{FF2B5EF4-FFF2-40B4-BE49-F238E27FC236}">
                <a16:creationId xmlns:a16="http://schemas.microsoft.com/office/drawing/2014/main" id="{38475396-9716-DBE4-FEE6-07BA1F9495F3}"/>
              </a:ext>
            </a:extLst>
          </p:cNvPr>
          <p:cNvSpPr/>
          <p:nvPr/>
        </p:nvSpPr>
        <p:spPr>
          <a:xfrm>
            <a:off x="8668037" y="1736969"/>
            <a:ext cx="3079463" cy="38128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889ACCA-CBAD-BEBF-3710-20074E118082}"/>
              </a:ext>
            </a:extLst>
          </p:cNvPr>
          <p:cNvSpPr txBox="1"/>
          <p:nvPr/>
        </p:nvSpPr>
        <p:spPr>
          <a:xfrm>
            <a:off x="10474494" y="1707416"/>
            <a:ext cx="122499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북미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중남미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08:00 ~09:00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아시아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중아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14:30 ~15:30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유럽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/CIS : 17:00 ~ 18:00</a:t>
            </a:r>
          </a:p>
        </p:txBody>
      </p:sp>
      <p:sp>
        <p:nvSpPr>
          <p:cNvPr id="59" name="모서리가 둥근 직사각형 7">
            <a:extLst>
              <a:ext uri="{FF2B5EF4-FFF2-40B4-BE49-F238E27FC236}">
                <a16:creationId xmlns:a16="http://schemas.microsoft.com/office/drawing/2014/main" id="{54283619-24D7-9938-A5C6-F9D1B75391FA}"/>
              </a:ext>
            </a:extLst>
          </p:cNvPr>
          <p:cNvSpPr/>
          <p:nvPr/>
        </p:nvSpPr>
        <p:spPr>
          <a:xfrm>
            <a:off x="8663560" y="2254258"/>
            <a:ext cx="3079462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491A34F6-B6EE-1286-2D95-EF4BE6C0323E}"/>
              </a:ext>
            </a:extLst>
          </p:cNvPr>
          <p:cNvSpPr txBox="1"/>
          <p:nvPr/>
        </p:nvSpPr>
        <p:spPr>
          <a:xfrm>
            <a:off x="9318735" y="2564345"/>
            <a:ext cx="682738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</a:t>
            </a:r>
            <a:r>
              <a:rPr lang="ko-KR" altLang="en-US" sz="7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데이터마트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62" name="모서리가 둥근 직사각형 7">
            <a:extLst>
              <a:ext uri="{FF2B5EF4-FFF2-40B4-BE49-F238E27FC236}">
                <a16:creationId xmlns:a16="http://schemas.microsoft.com/office/drawing/2014/main" id="{9C11BED5-C7C4-EE93-CC06-3B1FC5AA5BB5}"/>
              </a:ext>
            </a:extLst>
          </p:cNvPr>
          <p:cNvSpPr/>
          <p:nvPr/>
        </p:nvSpPr>
        <p:spPr>
          <a:xfrm>
            <a:off x="8665464" y="3137517"/>
            <a:ext cx="3075654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44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190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63" name="모서리가 둥근 직사각형 7">
            <a:extLst>
              <a:ext uri="{FF2B5EF4-FFF2-40B4-BE49-F238E27FC236}">
                <a16:creationId xmlns:a16="http://schemas.microsoft.com/office/drawing/2014/main" id="{7807E5B1-7859-83C5-4662-655492A29818}"/>
              </a:ext>
            </a:extLst>
          </p:cNvPr>
          <p:cNvSpPr/>
          <p:nvPr/>
        </p:nvSpPr>
        <p:spPr>
          <a:xfrm>
            <a:off x="8663560" y="3978100"/>
            <a:ext cx="3075654" cy="1418970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4.4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>
              <a:lnSpc>
                <a:spcPct val="130000"/>
              </a:lnSpc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타 법인의 다양한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Best Practice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를 공유 희망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NPS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는 본사주도 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BP Tool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마련</a:t>
            </a: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요청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R="0" lvl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컨퍼런스 운영 방식 고도화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세션후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쉬는 시간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Q&amp;A, Auto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Mute)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91BE446F-B27D-CE9A-E50B-DB83AA4542AE}"/>
              </a:ext>
            </a:extLst>
          </p:cNvPr>
          <p:cNvCxnSpPr>
            <a:cxnSpLocks/>
          </p:cNvCxnSpPr>
          <p:nvPr/>
        </p:nvCxnSpPr>
        <p:spPr>
          <a:xfrm>
            <a:off x="8741286" y="4265061"/>
            <a:ext cx="2904997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5ADEC51C-02BA-303B-168C-48E24A0B41F3}"/>
              </a:ext>
            </a:extLst>
          </p:cNvPr>
          <p:cNvSpPr txBox="1"/>
          <p:nvPr/>
        </p:nvSpPr>
        <p:spPr>
          <a:xfrm>
            <a:off x="5592009" y="6648862"/>
            <a:ext cx="38664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 / 3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27F4AE07-5CF0-EAAC-2FF6-6F0D5D39C22A}"/>
              </a:ext>
            </a:extLst>
          </p:cNvPr>
          <p:cNvSpPr txBox="1"/>
          <p:nvPr/>
        </p:nvSpPr>
        <p:spPr>
          <a:xfrm>
            <a:off x="6748276" y="1286409"/>
            <a:ext cx="134619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26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11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10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분기 컨퍼런스</a:t>
            </a:r>
            <a:endParaRPr kumimoji="0" lang="ko-KR" altLang="en-US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74E6E98-E81B-D74C-76CA-BFEA8537F868}"/>
              </a:ext>
            </a:extLst>
          </p:cNvPr>
          <p:cNvCxnSpPr>
            <a:cxnSpLocks/>
          </p:cNvCxnSpPr>
          <p:nvPr/>
        </p:nvCxnSpPr>
        <p:spPr>
          <a:xfrm>
            <a:off x="6776605" y="1577752"/>
            <a:ext cx="1247334" cy="0"/>
          </a:xfrm>
          <a:prstGeom prst="line">
            <a:avLst/>
          </a:prstGeom>
          <a:ln w="31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모서리가 둥근 직사각형 7">
            <a:extLst>
              <a:ext uri="{FF2B5EF4-FFF2-40B4-BE49-F238E27FC236}">
                <a16:creationId xmlns:a16="http://schemas.microsoft.com/office/drawing/2014/main" id="{D858B5D0-9E07-230C-676F-54F3301B6742}"/>
              </a:ext>
            </a:extLst>
          </p:cNvPr>
          <p:cNvSpPr/>
          <p:nvPr/>
        </p:nvSpPr>
        <p:spPr>
          <a:xfrm>
            <a:off x="6709981" y="1731843"/>
            <a:ext cx="1367133" cy="377875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‘26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</a:t>
            </a:r>
          </a:p>
        </p:txBody>
      </p:sp>
      <p:sp>
        <p:nvSpPr>
          <p:cNvPr id="83" name="모서리가 둥근 직사각형 7">
            <a:extLst>
              <a:ext uri="{FF2B5EF4-FFF2-40B4-BE49-F238E27FC236}">
                <a16:creationId xmlns:a16="http://schemas.microsoft.com/office/drawing/2014/main" id="{A337AD5F-64B6-BE19-3EA8-61A29DF7039C}"/>
              </a:ext>
            </a:extLst>
          </p:cNvPr>
          <p:cNvSpPr/>
          <p:nvPr/>
        </p:nvSpPr>
        <p:spPr>
          <a:xfrm>
            <a:off x="6703356" y="2254258"/>
            <a:ext cx="1373758" cy="820231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Network</a:t>
            </a:r>
            <a:r>
              <a:rPr kumimoji="0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ko-KR" altLang="en-US" sz="95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전략방향 </a:t>
            </a:r>
            <a:r>
              <a:rPr lang="en-US" altLang="ko-KR" sz="95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Consensus</a:t>
            </a:r>
            <a:endParaRPr kumimoji="0" lang="en-US" altLang="ko-KR" sz="9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lang="ko-KR" altLang="en-US" sz="950" b="1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 미처리 현황 및 대시보드 활용소개</a:t>
            </a:r>
            <a:endParaRPr lang="en-US" altLang="ko-KR" sz="95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CS </a:t>
            </a:r>
            <a:r>
              <a:rPr kumimoji="0" lang="ko-KR" altLang="en-US" sz="9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포털 신규 기능 소개</a:t>
            </a:r>
          </a:p>
        </p:txBody>
      </p:sp>
      <p:sp>
        <p:nvSpPr>
          <p:cNvPr id="84" name="모서리가 둥근 직사각형 7">
            <a:extLst>
              <a:ext uri="{FF2B5EF4-FFF2-40B4-BE49-F238E27FC236}">
                <a16:creationId xmlns:a16="http://schemas.microsoft.com/office/drawing/2014/main" id="{91E8492E-6F57-A89E-FF2D-F47DBFBAD929}"/>
              </a:ext>
            </a:extLst>
          </p:cNvPr>
          <p:cNvSpPr/>
          <p:nvPr/>
        </p:nvSpPr>
        <p:spPr>
          <a:xfrm>
            <a:off x="6687207" y="3130431"/>
            <a:ext cx="1374128" cy="746956"/>
          </a:xfrm>
          <a:prstGeom prst="roundRect">
            <a:avLst>
              <a:gd name="adj" fmla="val 9256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44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법인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207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CC&amp;S</a:t>
            </a:r>
            <a:r>
              <a:rPr kumimoji="0" lang="ko-KR" altLang="en-US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리더 및 스텝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</p:txBody>
      </p:sp>
      <p:sp useBgFill="1">
        <p:nvSpPr>
          <p:cNvPr id="85" name="모서리가 둥근 직사각형 7">
            <a:extLst>
              <a:ext uri="{FF2B5EF4-FFF2-40B4-BE49-F238E27FC236}">
                <a16:creationId xmlns:a16="http://schemas.microsoft.com/office/drawing/2014/main" id="{4ADFFF4C-DAD0-6B2D-6B5F-77EA62373C7E}"/>
              </a:ext>
            </a:extLst>
          </p:cNvPr>
          <p:cNvSpPr/>
          <p:nvPr/>
        </p:nvSpPr>
        <p:spPr>
          <a:xfrm>
            <a:off x="6717135" y="3985350"/>
            <a:ext cx="1373757" cy="1418970"/>
          </a:xfrm>
          <a:prstGeom prst="roundRect">
            <a:avLst>
              <a:gd name="adj" fmla="val 9256"/>
            </a:avLst>
          </a:prstGeom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85725" marR="0" lvl="0" indent="-85725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만족도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rgbClr val="C2197D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4.4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/ 5.0</a:t>
            </a:r>
          </a:p>
          <a:p>
            <a:pPr marL="85725" marR="0" lvl="0" indent="-85725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/>
              <a:buChar char="§"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주요 요청사항</a:t>
            </a:r>
            <a:endParaRPr kumimoji="0" lang="en-US" altLang="ko-KR" sz="11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본사 활동 지속 업데이트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R="0" lvl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-NW</a:t>
            </a:r>
            <a:r>
              <a:rPr lang="ko-KR" altLang="en-US" sz="9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시스템매뉴얼화 및 컨퍼런스 운영고도화 요청</a:t>
            </a:r>
            <a:endParaRPr lang="en-US" altLang="ko-KR" sz="900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R="0" lvl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▶사전 질의 답변 및 자료 공유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D145C18-2ADD-5D9C-32A3-613314FB9AD3}"/>
              </a:ext>
            </a:extLst>
          </p:cNvPr>
          <p:cNvCxnSpPr>
            <a:cxnSpLocks/>
          </p:cNvCxnSpPr>
          <p:nvPr/>
        </p:nvCxnSpPr>
        <p:spPr>
          <a:xfrm>
            <a:off x="6776605" y="4280450"/>
            <a:ext cx="1167245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pic>
        <p:nvPicPr>
          <p:cNvPr id="87" name="그림 86">
            <a:extLst>
              <a:ext uri="{FF2B5EF4-FFF2-40B4-BE49-F238E27FC236}">
                <a16:creationId xmlns:a16="http://schemas.microsoft.com/office/drawing/2014/main" id="{C2B75922-39C8-E6C0-DCB1-81B7D139011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911851" y="5587867"/>
            <a:ext cx="1025464" cy="861576"/>
          </a:xfrm>
          <a:prstGeom prst="rect">
            <a:avLst/>
          </a:prstGeom>
        </p:spPr>
      </p:pic>
      <p:sp>
        <p:nvSpPr>
          <p:cNvPr id="90" name="TextBox 89">
            <a:extLst>
              <a:ext uri="{FF2B5EF4-FFF2-40B4-BE49-F238E27FC236}">
                <a16:creationId xmlns:a16="http://schemas.microsoft.com/office/drawing/2014/main" id="{413B7707-15EE-C634-A8B0-650FBC87840A}"/>
              </a:ext>
            </a:extLst>
          </p:cNvPr>
          <p:cNvSpPr txBox="1"/>
          <p:nvPr/>
        </p:nvSpPr>
        <p:spPr>
          <a:xfrm>
            <a:off x="7170390" y="2344730"/>
            <a:ext cx="1071195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RTAT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r>
              <a:rPr lang="en-US" altLang="ko-KR" sz="7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/Pending/NPS</a:t>
            </a:r>
          </a:p>
        </p:txBody>
      </p:sp>
      <p:pic>
        <p:nvPicPr>
          <p:cNvPr id="98" name="그림 97">
            <a:extLst>
              <a:ext uri="{FF2B5EF4-FFF2-40B4-BE49-F238E27FC236}">
                <a16:creationId xmlns:a16="http://schemas.microsoft.com/office/drawing/2014/main" id="{669A2D44-F2DB-7E1D-7434-0666A52D35B3}"/>
              </a:ext>
            </a:extLst>
          </p:cNvPr>
          <p:cNvPicPr preferRelativeResize="0">
            <a:picLocks/>
          </p:cNvPicPr>
          <p:nvPr/>
        </p:nvPicPr>
        <p:blipFill>
          <a:blip r:embed="rId8"/>
          <a:srcRect l="14284"/>
          <a:stretch>
            <a:fillRect/>
          </a:stretch>
        </p:blipFill>
        <p:spPr>
          <a:xfrm>
            <a:off x="8781883" y="5593072"/>
            <a:ext cx="1288934" cy="840609"/>
          </a:xfrm>
          <a:prstGeom prst="rect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98067986-A72E-D048-F3C7-262A6A7B749E}"/>
              </a:ext>
            </a:extLst>
          </p:cNvPr>
          <p:cNvPicPr preferRelativeResize="0">
            <a:picLocks/>
          </p:cNvPicPr>
          <p:nvPr/>
        </p:nvPicPr>
        <p:blipFill>
          <a:blip r:embed="rId9"/>
          <a:stretch>
            <a:fillRect/>
          </a:stretch>
        </p:blipFill>
        <p:spPr>
          <a:xfrm>
            <a:off x="10251271" y="5599067"/>
            <a:ext cx="1288934" cy="840609"/>
          </a:xfrm>
          <a:prstGeom prst="rect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</p:pic>
      <p:sp>
        <p:nvSpPr>
          <p:cNvPr id="101" name="TextBox 100">
            <a:extLst>
              <a:ext uri="{FF2B5EF4-FFF2-40B4-BE49-F238E27FC236}">
                <a16:creationId xmlns:a16="http://schemas.microsoft.com/office/drawing/2014/main" id="{A60205E5-5473-9EC3-B383-0C72F7C692AF}"/>
              </a:ext>
            </a:extLst>
          </p:cNvPr>
          <p:cNvSpPr txBox="1"/>
          <p:nvPr/>
        </p:nvSpPr>
        <p:spPr>
          <a:xfrm>
            <a:off x="8632419" y="2153072"/>
            <a:ext cx="2484660" cy="990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7" indent="-92077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altLang="ko-KR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분기 </a:t>
            </a:r>
            <a:r>
              <a:rPr lang="en-US" altLang="ko-KR" sz="1001" b="1" spc="-50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en-US" altLang="ko-KR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실적 공유 및 격려</a:t>
            </a:r>
            <a:endParaRPr lang="en-US" altLang="ko-KR" sz="1001" b="1" spc="-5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92077" indent="-92077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수리 </a:t>
            </a:r>
            <a:r>
              <a:rPr lang="en-US" altLang="ko-KR" sz="1001" b="1" spc="-50">
                <a:latin typeface="Arial Narrow" panose="020B0606020202030204" pitchFamily="34" charset="0"/>
                <a:ea typeface="LG스마트체 Regular" panose="020B0600000101010101" pitchFamily="50" charset="-127"/>
              </a:rPr>
              <a:t>T-NPS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분석 </a:t>
            </a:r>
            <a:r>
              <a:rPr lang="ko-KR" altLang="en-US" sz="1001" b="1" spc="-5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레포트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소개 및 분석 사례 소개</a:t>
            </a:r>
            <a:endParaRPr lang="en-US" altLang="ko-KR" sz="1001" b="1" spc="-5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92077" indent="-92077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장기 미처리 개선위한 표준 </a:t>
            </a:r>
            <a:r>
              <a:rPr lang="en-US" altLang="ko-KR" sz="1001" b="1" spc="-50">
                <a:latin typeface="Arial Narrow" panose="020B0606020202030204" pitchFamily="34" charset="0"/>
                <a:ea typeface="LG스마트체 Regular" panose="020B0600000101010101" pitchFamily="50" charset="-127"/>
              </a:rPr>
              <a:t>To-do list</a:t>
            </a:r>
            <a:r>
              <a:rPr lang="en-US" altLang="ko-KR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소개 </a:t>
            </a:r>
          </a:p>
          <a:p>
            <a:pPr marL="92077" indent="-92077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en-US" altLang="ko-KR" sz="1001" b="1" spc="-50">
                <a:latin typeface="Arial Narrow" panose="020B0606020202030204" pitchFamily="34" charset="0"/>
                <a:ea typeface="LG스마트체 Regular" panose="020B0600000101010101" pitchFamily="50" charset="-127"/>
              </a:rPr>
              <a:t>CS</a:t>
            </a:r>
            <a:r>
              <a:rPr lang="ko-KR" altLang="en-US" sz="1001" b="1" spc="-5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포털 신규 기능 소개 및 활성화  사례 공유</a:t>
            </a:r>
          </a:p>
        </p:txBody>
      </p:sp>
      <p:sp>
        <p:nvSpPr>
          <p:cNvPr id="104" name="실행 단추: 뒤로 또는 앞으로 이동 103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619FFF42-CB28-9F7E-EEA9-BB279D064DC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085180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476064E-F594-CFE1-C3FE-56F676C1CD22}"/>
              </a:ext>
            </a:extLst>
          </p:cNvPr>
          <p:cNvSpPr txBox="1"/>
          <p:nvPr/>
        </p:nvSpPr>
        <p:spPr>
          <a:xfrm>
            <a:off x="993901" y="1016767"/>
            <a:ext cx="4813134" cy="3104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23">
              <a:lnSpc>
                <a:spcPct val="130000"/>
              </a:lnSpc>
              <a:defRPr/>
            </a:pP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2026.4.15 / 08:00 ~ 18:00 (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지역별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시간씩 총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차례 진행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3" name="모서리가 둥근 직사각형 7">
            <a:hlinkClick r:id="" action="ppaction://noaction"/>
            <a:extLst>
              <a:ext uri="{FF2B5EF4-FFF2-40B4-BE49-F238E27FC236}">
                <a16:creationId xmlns:a16="http://schemas.microsoft.com/office/drawing/2014/main" id="{8D123718-854C-5ED4-1D16-DC4A04E7433D}"/>
              </a:ext>
            </a:extLst>
          </p:cNvPr>
          <p:cNvSpPr/>
          <p:nvPr/>
        </p:nvSpPr>
        <p:spPr>
          <a:xfrm>
            <a:off x="127001" y="1076816"/>
            <a:ext cx="792000" cy="26394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algn="ctr"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운영</a:t>
            </a:r>
          </a:p>
        </p:txBody>
      </p:sp>
      <p:sp>
        <p:nvSpPr>
          <p:cNvPr id="4" name="모서리가 둥근 직사각형 11">
            <a:extLst>
              <a:ext uri="{FF2B5EF4-FFF2-40B4-BE49-F238E27FC236}">
                <a16:creationId xmlns:a16="http://schemas.microsoft.com/office/drawing/2014/main" id="{F2B7D6EC-F07F-B1E2-1679-37841716692C}"/>
              </a:ext>
            </a:extLst>
          </p:cNvPr>
          <p:cNvSpPr/>
          <p:nvPr/>
        </p:nvSpPr>
        <p:spPr>
          <a:xfrm>
            <a:off x="127001" y="3170572"/>
            <a:ext cx="792000" cy="26394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algn="ctr"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참석인원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E956FC-8D34-5E71-898D-028030F81590}"/>
              </a:ext>
            </a:extLst>
          </p:cNvPr>
          <p:cNvSpPr txBox="1"/>
          <p:nvPr/>
        </p:nvSpPr>
        <p:spPr>
          <a:xfrm>
            <a:off x="1027209" y="3184573"/>
            <a:ext cx="322344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44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법인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190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 참석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179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본사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11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191A750-2713-AB64-CC89-B94922944E0B}"/>
              </a:ext>
            </a:extLst>
          </p:cNvPr>
          <p:cNvSpPr/>
          <p:nvPr/>
        </p:nvSpPr>
        <p:spPr>
          <a:xfrm>
            <a:off x="2454580" y="3477930"/>
            <a:ext cx="1487588" cy="18817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23">
              <a:defRPr/>
            </a:pP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아주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인도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중아 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(81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01" b="1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DB3111-066E-CED4-151C-30AE146B54E9}"/>
              </a:ext>
            </a:extLst>
          </p:cNvPr>
          <p:cNvSpPr/>
          <p:nvPr/>
        </p:nvSpPr>
        <p:spPr>
          <a:xfrm>
            <a:off x="4020362" y="3477930"/>
            <a:ext cx="1322174" cy="18817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23">
              <a:defRPr/>
            </a:pP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EU/CIS 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(43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01" b="1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모서리가 둥근 직사각형 34">
            <a:extLst>
              <a:ext uri="{FF2B5EF4-FFF2-40B4-BE49-F238E27FC236}">
                <a16:creationId xmlns:a16="http://schemas.microsoft.com/office/drawing/2014/main" id="{946AD055-2872-9979-5584-DC887C376D6C}"/>
              </a:ext>
            </a:extLst>
          </p:cNvPr>
          <p:cNvSpPr/>
          <p:nvPr/>
        </p:nvSpPr>
        <p:spPr>
          <a:xfrm>
            <a:off x="5629901" y="1093678"/>
            <a:ext cx="812030" cy="26394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algn="ctr"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피드백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8A0F6B-B458-AE2A-2A0C-37E62395FCCE}"/>
              </a:ext>
            </a:extLst>
          </p:cNvPr>
          <p:cNvSpPr txBox="1"/>
          <p:nvPr/>
        </p:nvSpPr>
        <p:spPr>
          <a:xfrm>
            <a:off x="6519936" y="1049616"/>
            <a:ext cx="32335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 참석자 대상 설문진행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53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 응답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응답율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29%)</a:t>
            </a:r>
          </a:p>
          <a:p>
            <a:pPr defTabSz="914423">
              <a:defRPr/>
            </a:pP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긍정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28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부정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지원요청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23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2FEAFAD-AE28-99A8-5CF9-1F94E7243412}"/>
              </a:ext>
            </a:extLst>
          </p:cNvPr>
          <p:cNvSpPr txBox="1"/>
          <p:nvPr/>
        </p:nvSpPr>
        <p:spPr>
          <a:xfrm>
            <a:off x="85439" y="619593"/>
            <a:ext cx="78790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23">
              <a:defRPr/>
            </a:pPr>
            <a:r>
              <a:rPr lang="en-US" altLang="ko-KR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26</a:t>
            </a:r>
            <a:r>
              <a:rPr lang="ko-KR" altLang="en-US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</a:t>
            </a:r>
            <a:r>
              <a:rPr lang="en-US" altLang="ko-KR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Global CC&amp;S Network</a:t>
            </a:r>
            <a:r>
              <a:rPr lang="ko-KR" altLang="en-US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통하여 법인 리더 및 실무인원 대상 </a:t>
            </a:r>
            <a:r>
              <a:rPr lang="en-US" altLang="ko-KR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HQ </a:t>
            </a:r>
            <a:r>
              <a:rPr lang="ko-KR" altLang="en-US" sz="16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전략 과제 진행 사항 소개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5851B8-F9F3-A19A-C688-395B3D37921A}"/>
              </a:ext>
            </a:extLst>
          </p:cNvPr>
          <p:cNvSpPr txBox="1"/>
          <p:nvPr/>
        </p:nvSpPr>
        <p:spPr>
          <a:xfrm>
            <a:off x="978602" y="1291171"/>
            <a:ext cx="372730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23">
              <a:defRPr/>
            </a:pP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북미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중남미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 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08:00~09:00,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아주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중아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인도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/CIS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14:30~15:30, EU 17:00~18:00</a:t>
            </a:r>
            <a:endParaRPr lang="ko-KR" altLang="en-US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CE916820-2305-90D3-ABD5-08B8F855317B}"/>
              </a:ext>
            </a:extLst>
          </p:cNvPr>
          <p:cNvGraphicFramePr>
            <a:graphicFrameLocks noGrp="1"/>
          </p:cNvGraphicFramePr>
          <p:nvPr/>
        </p:nvGraphicFramePr>
        <p:xfrm>
          <a:off x="997471" y="1608383"/>
          <a:ext cx="4401806" cy="1142572"/>
        </p:xfrm>
        <a:graphic>
          <a:graphicData uri="http://schemas.openxmlformats.org/drawingml/2006/table">
            <a:tbl>
              <a:tblPr/>
              <a:tblGrid>
                <a:gridCol w="5180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46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68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39344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Agenda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발표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인원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580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HQ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주요 활동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분기 리뷰 및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분기 주요 활동 소개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박지훈 팀장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580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수리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T-NPS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 </a:t>
                      </a:r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레포트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및 분석 사례 소개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58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fontAlgn="ctr">
                        <a:lnSpc>
                          <a:spcPct val="12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장기 미처리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표준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To do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소개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송범준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851164"/>
                  </a:ext>
                </a:extLst>
              </a:tr>
              <a:tr h="22580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lnSpc>
                          <a:spcPct val="12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CS Portal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신규 기능 소개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(1:1 help desk)</a:t>
                      </a:r>
                      <a:endParaRPr 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안민용 책임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526B0F94-AA9E-A04F-D8F1-19DEFCA58897}"/>
              </a:ext>
            </a:extLst>
          </p:cNvPr>
          <p:cNvSpPr/>
          <p:nvPr/>
        </p:nvSpPr>
        <p:spPr>
          <a:xfrm>
            <a:off x="999243" y="3477930"/>
            <a:ext cx="1381199" cy="18817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23">
              <a:defRPr/>
            </a:pP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북미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중남미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  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(55</a:t>
            </a:r>
            <a:r>
              <a:rPr lang="ko-KR" altLang="en-US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1001" b="1">
                <a:solidFill>
                  <a:srgbClr val="FFFF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01" b="1">
              <a:solidFill>
                <a:srgbClr val="FFFF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2292AC3-F8E9-431B-8B89-A332631534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8431163"/>
              </p:ext>
            </p:extLst>
          </p:nvPr>
        </p:nvGraphicFramePr>
        <p:xfrm>
          <a:off x="978602" y="3742580"/>
          <a:ext cx="1406063" cy="1568657"/>
        </p:xfrm>
        <a:graphic>
          <a:graphicData uri="http://schemas.openxmlformats.org/drawingml/2006/table">
            <a:tbl>
              <a:tblPr/>
              <a:tblGrid>
                <a:gridCol w="412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20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1250">
                  <a:extLst>
                    <a:ext uri="{9D8B030D-6E8A-4147-A177-3AD203B41FA5}">
                      <a16:colId xmlns:a16="http://schemas.microsoft.com/office/drawing/2014/main" val="1282232828"/>
                    </a:ext>
                  </a:extLst>
                </a:gridCol>
              </a:tblGrid>
              <a:tr h="1312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참석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10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북미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미국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50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캐나다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2105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중남미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멕시코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2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브라질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2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파나마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25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칠레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아르헨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2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콜롬비아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2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페루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21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2556718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DC96D8C-D683-E573-8F68-0160E2459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3315794"/>
              </p:ext>
            </p:extLst>
          </p:nvPr>
        </p:nvGraphicFramePr>
        <p:xfrm>
          <a:off x="4026240" y="3713290"/>
          <a:ext cx="1282957" cy="2358170"/>
        </p:xfrm>
        <a:graphic>
          <a:graphicData uri="http://schemas.openxmlformats.org/drawingml/2006/table">
            <a:tbl>
              <a:tblPr/>
              <a:tblGrid>
                <a:gridCol w="44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62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1250">
                  <a:extLst>
                    <a:ext uri="{9D8B030D-6E8A-4147-A177-3AD203B41FA5}">
                      <a16:colId xmlns:a16="http://schemas.microsoft.com/office/drawing/2014/main" val="4284894406"/>
                    </a:ext>
                  </a:extLst>
                </a:gridCol>
              </a:tblGrid>
              <a:tr h="1527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참석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3535821"/>
                  </a:ext>
                </a:extLst>
              </a:tr>
              <a:tr h="15274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CIS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러시아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카작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748"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EU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독일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25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베네룩스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영국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유럽실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이태리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폴란드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프랑스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헝가리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체코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033620"/>
                  </a:ext>
                </a:extLst>
              </a:tr>
              <a:tr h="2625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루마니아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4242194"/>
                  </a:ext>
                </a:extLst>
              </a:tr>
              <a:tr h="1527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스웨덴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7253905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60505483-D080-A6BE-643B-A9317D6E3C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802592"/>
              </p:ext>
            </p:extLst>
          </p:nvPr>
        </p:nvGraphicFramePr>
        <p:xfrm>
          <a:off x="2454580" y="3729419"/>
          <a:ext cx="1420772" cy="2924175"/>
        </p:xfrm>
        <a:graphic>
          <a:graphicData uri="http://schemas.openxmlformats.org/drawingml/2006/table">
            <a:tbl>
              <a:tblPr/>
              <a:tblGrid>
                <a:gridCol w="4640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4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1250">
                  <a:extLst>
                    <a:ext uri="{9D8B030D-6E8A-4147-A177-3AD203B41FA5}">
                      <a16:colId xmlns:a16="http://schemas.microsoft.com/office/drawing/2014/main" val="1486612394"/>
                    </a:ext>
                  </a:extLst>
                </a:gridCol>
              </a:tblGrid>
              <a:tr h="1312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지역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참석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0776321"/>
                  </a:ext>
                </a:extLst>
              </a:tr>
              <a:tr h="140823"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아시아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36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대만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말련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베트남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싱가포르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인니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일본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필리핀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홍콩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0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인도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인도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0823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중아</a:t>
                      </a:r>
                      <a:endParaRPr lang="en-US" altLang="ko-KR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ME/</a:t>
                      </a:r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걸프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남아공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나이지리아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366144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레반트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마그랩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사우디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이집트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케냐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튀니지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917604"/>
                  </a:ext>
                </a:extLst>
              </a:tr>
              <a:tr h="1408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튀르키예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90E7F1D0-12A2-546D-926D-19AC1909B491}"/>
              </a:ext>
            </a:extLst>
          </p:cNvPr>
          <p:cNvSpPr txBox="1"/>
          <p:nvPr/>
        </p:nvSpPr>
        <p:spPr>
          <a:xfrm>
            <a:off x="4057366" y="2999907"/>
            <a:ext cx="139653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23"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’25.7 RTAT BP 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공유회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174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914423"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‘25.10 N/W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컨퍼런스  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178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‘26.1 N/W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컨퍼런스      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207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4B937BE6-B642-CF5D-E468-13974574A0EA}"/>
              </a:ext>
            </a:extLst>
          </p:cNvPr>
          <p:cNvCxnSpPr/>
          <p:nvPr/>
        </p:nvCxnSpPr>
        <p:spPr>
          <a:xfrm>
            <a:off x="0" y="544995"/>
            <a:ext cx="1219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5E14B6B8-89DB-D196-1444-0AFB99D5E2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2496642"/>
              </p:ext>
            </p:extLst>
          </p:nvPr>
        </p:nvGraphicFramePr>
        <p:xfrm>
          <a:off x="5437780" y="1604048"/>
          <a:ext cx="1168092" cy="977213"/>
        </p:xfrm>
        <a:graphic>
          <a:graphicData uri="http://schemas.openxmlformats.org/drawingml/2006/table">
            <a:tbl>
              <a:tblPr/>
              <a:tblGrid>
                <a:gridCol w="209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196">
                  <a:extLst>
                    <a:ext uri="{9D8B030D-6E8A-4147-A177-3AD203B41FA5}">
                      <a16:colId xmlns:a16="http://schemas.microsoft.com/office/drawing/2014/main" val="2431813064"/>
                    </a:ext>
                  </a:extLst>
                </a:gridCol>
                <a:gridCol w="3846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5379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세션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만족도</a:t>
                      </a:r>
                      <a:endParaRPr lang="en-US" altLang="ko-KR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(5</a:t>
                      </a:r>
                      <a:r>
                        <a:rPr lang="ko-KR" altLang="en-US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689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1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만족도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1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689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본사</a:t>
                      </a:r>
                    </a:p>
                  </a:txBody>
                  <a:tcPr marL="0" marR="0" marT="45721" marB="45721" anchor="ctr">
                    <a:lnL w="12700" cmpd="sng">
                      <a:noFill/>
                      <a:prstDash val="soli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Review</a:t>
                      </a:r>
                      <a:endParaRPr lang="ko-KR" altLang="en-US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129698"/>
                  </a:ext>
                </a:extLst>
              </a:tr>
              <a:tr h="1326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T-NPS</a:t>
                      </a:r>
                      <a:endParaRPr lang="ko-KR" altLang="en-US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48122487"/>
                  </a:ext>
                </a:extLst>
              </a:tr>
              <a:tr h="15425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Pending</a:t>
                      </a:r>
                      <a:endParaRPr lang="ko-KR" altLang="en-US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26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 Portal</a:t>
                      </a:r>
                      <a:endParaRPr lang="ko-KR" altLang="en-US" sz="900" b="0" i="0" u="none" strike="noStrike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4" name="그림 33">
            <a:extLst>
              <a:ext uri="{FF2B5EF4-FFF2-40B4-BE49-F238E27FC236}">
                <a16:creationId xmlns:a16="http://schemas.microsoft.com/office/drawing/2014/main" id="{CA3A882F-94E2-6B52-2537-0205B396FF3A}"/>
              </a:ext>
            </a:extLst>
          </p:cNvPr>
          <p:cNvPicPr preferRelativeResize="0">
            <a:picLocks/>
          </p:cNvPicPr>
          <p:nvPr/>
        </p:nvPicPr>
        <p:blipFill>
          <a:blip r:embed="rId3"/>
          <a:srcRect l="14284"/>
          <a:stretch>
            <a:fillRect/>
          </a:stretch>
        </p:blipFill>
        <p:spPr>
          <a:xfrm>
            <a:off x="8424638" y="5523429"/>
            <a:ext cx="1656000" cy="1080000"/>
          </a:xfrm>
          <a:prstGeom prst="rect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DC582518-7330-8301-BFB3-5D07311F21B6}"/>
              </a:ext>
            </a:extLst>
          </p:cNvPr>
          <p:cNvPicPr preferRelativeResize="0"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10204853" y="5523429"/>
            <a:ext cx="1656000" cy="1080000"/>
          </a:xfrm>
          <a:prstGeom prst="rect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4855E39A-C7F5-A418-0439-CBA017DD3048}"/>
              </a:ext>
            </a:extLst>
          </p:cNvPr>
          <p:cNvPicPr preferRelativeResize="0"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6644423" y="5523429"/>
            <a:ext cx="1656000" cy="1080000"/>
          </a:xfrm>
          <a:prstGeom prst="rect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</p:pic>
      <p:sp>
        <p:nvSpPr>
          <p:cNvPr id="40" name="실행 단추: 뒤로 또는 앞으로 이동 39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7D86393-6C62-DF34-F593-7F5679DA34D6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 Box 3">
            <a:extLst>
              <a:ext uri="{FF2B5EF4-FFF2-40B4-BE49-F238E27FC236}">
                <a16:creationId xmlns:a16="http://schemas.microsoft.com/office/drawing/2014/main" id="{78D28BD7-D58D-C633-4D3F-0EA546EE7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411"/>
            <a:ext cx="4242194" cy="425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17796" tIns="58898" rIns="117796" bIns="58898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914400" rtl="0" eaLnBrk="0" fontAlgn="auto" latinLnBrk="1" hangingPunct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</a:t>
            </a:r>
            <a:r>
              <a:rPr lang="en-US" altLang="ko-KR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해외 서비스 네트워크 컨퍼런스 </a:t>
            </a:r>
            <a:r>
              <a:rPr lang="en-US" altLang="ko-KR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2Q</a:t>
            </a:r>
            <a:r>
              <a:rPr lang="ko-KR" altLang="en-US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결과</a:t>
            </a:r>
            <a:endParaRPr kumimoji="1" lang="ko-KR" altLang="en-US" sz="1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3" name="Rounded Rectangle 11">
            <a:extLst>
              <a:ext uri="{FF2B5EF4-FFF2-40B4-BE49-F238E27FC236}">
                <a16:creationId xmlns:a16="http://schemas.microsoft.com/office/drawing/2014/main" id="{4574263D-E691-19E5-469E-F1FA3933C1FD}"/>
              </a:ext>
            </a:extLst>
          </p:cNvPr>
          <p:cNvSpPr/>
          <p:nvPr/>
        </p:nvSpPr>
        <p:spPr>
          <a:xfrm>
            <a:off x="6627817" y="1585834"/>
            <a:ext cx="592625" cy="1843166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긍정</a:t>
            </a:r>
          </a:p>
        </p:txBody>
      </p:sp>
      <p:sp>
        <p:nvSpPr>
          <p:cNvPr id="44" name="Rounded Rectangle 11">
            <a:extLst>
              <a:ext uri="{FF2B5EF4-FFF2-40B4-BE49-F238E27FC236}">
                <a16:creationId xmlns:a16="http://schemas.microsoft.com/office/drawing/2014/main" id="{308CF81F-F630-D30D-FC4C-9863935F659F}"/>
              </a:ext>
            </a:extLst>
          </p:cNvPr>
          <p:cNvSpPr/>
          <p:nvPr/>
        </p:nvSpPr>
        <p:spPr>
          <a:xfrm>
            <a:off x="6644423" y="3605710"/>
            <a:ext cx="592625" cy="685007"/>
          </a:xfrm>
          <a:prstGeom prst="roundRect">
            <a:avLst>
              <a:gd name="adj" fmla="val 3564"/>
            </a:avLst>
          </a:prstGeom>
          <a:solidFill>
            <a:schemeClr val="accent2">
              <a:lumMod val="20000"/>
              <a:lumOff val="80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부정</a:t>
            </a:r>
          </a:p>
        </p:txBody>
      </p:sp>
      <p:sp>
        <p:nvSpPr>
          <p:cNvPr id="45" name="모서리가 둥근 직사각형 42">
            <a:extLst>
              <a:ext uri="{FF2B5EF4-FFF2-40B4-BE49-F238E27FC236}">
                <a16:creationId xmlns:a16="http://schemas.microsoft.com/office/drawing/2014/main" id="{13BB544B-B65D-ADF0-40A5-2974A9C9503A}"/>
              </a:ext>
            </a:extLst>
          </p:cNvPr>
          <p:cNvSpPr/>
          <p:nvPr/>
        </p:nvSpPr>
        <p:spPr>
          <a:xfrm>
            <a:off x="7357623" y="1598138"/>
            <a:ext cx="4479817" cy="1843167"/>
          </a:xfrm>
          <a:prstGeom prst="roundRect">
            <a:avLst>
              <a:gd name="adj" fmla="val 9576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 anchorCtr="0"/>
          <a:lstStyle/>
          <a:p>
            <a:pPr defTabSz="914423" fontAlgn="t">
              <a:buFont typeface="Wingdings" panose="05000000000000000000" pitchFamily="2" charset="2"/>
              <a:buChar char="§"/>
              <a:tabLst>
                <a:tab pos="0" algn="l"/>
              </a:tabLst>
              <a:defRPr/>
            </a:pPr>
            <a:r>
              <a:rPr lang="ko-KR" altLang="en-US" sz="1001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T-NPS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프로세스와 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포털에서 </a:t>
            </a:r>
            <a:r>
              <a:rPr lang="ko-KR" altLang="en-US" sz="1000" b="1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비전략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도시 및 전략 도시를 구분하여 </a:t>
            </a:r>
            <a:b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검토하는 내용이 매우 유익했습니다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글로벌 팀과 상호작용하고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다양한 관점을 공유하며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공통 목표를 맞춰가는 좋은</a:t>
            </a:r>
            <a:b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기회였습니다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전체적으로 세션과 커뮤니케이션이 명확했습니다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 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NPS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관련한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 Data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 분석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Tool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담당자 포함해서 너무 만족합니다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업무 효율도    </a:t>
            </a:r>
            <a:endParaRPr lang="en-US" altLang="ko-KR" sz="10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914423" fontAlgn="t">
              <a:defRPr/>
            </a:pP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많이 향상 되고 개선점 도출에 많은 도움이 될 것 같습니다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전체적으로 매우 만족하며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특히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T-NPS CSDM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업데이트가 가장 인상적이었습니다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 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일정이 다소 어렵기는 하지만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제공된 강의의 높은 퀄리티 때문에 충분히 그 노력은 </a:t>
            </a:r>
            <a:endParaRPr lang="en-US" altLang="ko-KR" sz="10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914423" fontAlgn="t">
              <a:defRPr/>
            </a:pP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가치가 있다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 생각합니다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 </a:t>
            </a:r>
            <a:endParaRPr lang="en-US" altLang="ko-KR" sz="1000" b="1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제공된 강의가 매우 명확해서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현재 내용에 대해 질문이나 우려사항은 없습니다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CSDM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에 대한 더 많은 주제와 활용 방안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을 공유해 주세요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46" name="모서리가 둥근 직사각형 42">
            <a:extLst>
              <a:ext uri="{FF2B5EF4-FFF2-40B4-BE49-F238E27FC236}">
                <a16:creationId xmlns:a16="http://schemas.microsoft.com/office/drawing/2014/main" id="{F21FEA6E-92ED-0059-E6CF-3CEC60727ECC}"/>
              </a:ext>
            </a:extLst>
          </p:cNvPr>
          <p:cNvSpPr/>
          <p:nvPr/>
        </p:nvSpPr>
        <p:spPr>
          <a:xfrm>
            <a:off x="7369303" y="3600820"/>
            <a:ext cx="4479817" cy="689897"/>
          </a:xfrm>
          <a:prstGeom prst="roundRect">
            <a:avLst>
              <a:gd name="adj" fmla="val 9576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 anchorCtr="0"/>
          <a:lstStyle/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각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세션 종료 후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5~10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분 정도의 시간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을 여유롭게 두는 것이 좋을 것 같습니다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너무 세부적인 사항에 얽매이기보다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좀 더 상위 수준의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관점에서 다루어져야 합니다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47" name="Rounded Rectangle 11">
            <a:extLst>
              <a:ext uri="{FF2B5EF4-FFF2-40B4-BE49-F238E27FC236}">
                <a16:creationId xmlns:a16="http://schemas.microsoft.com/office/drawing/2014/main" id="{9D834C90-FE7D-D820-740A-AE2CFDCDDD14}"/>
              </a:ext>
            </a:extLst>
          </p:cNvPr>
          <p:cNvSpPr/>
          <p:nvPr/>
        </p:nvSpPr>
        <p:spPr>
          <a:xfrm>
            <a:off x="6644423" y="4467427"/>
            <a:ext cx="592625" cy="843808"/>
          </a:xfrm>
          <a:prstGeom prst="roundRect">
            <a:avLst>
              <a:gd name="adj" fmla="val 3564"/>
            </a:avLst>
          </a:prstGeom>
          <a:solidFill>
            <a:schemeClr val="bg1">
              <a:lumMod val="7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지원</a:t>
            </a:r>
            <a:endParaRPr kumimoji="1" lang="en-US" altLang="ko-KR" sz="1100" b="1" i="0" u="none" strike="noStrike" kern="0" cap="none" spc="0" normalizeH="0" baseline="0" noProof="0">
              <a:ln>
                <a:noFill/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요청</a:t>
            </a:r>
          </a:p>
        </p:txBody>
      </p:sp>
      <p:sp>
        <p:nvSpPr>
          <p:cNvPr id="48" name="모서리가 둥근 직사각형 42">
            <a:extLst>
              <a:ext uri="{FF2B5EF4-FFF2-40B4-BE49-F238E27FC236}">
                <a16:creationId xmlns:a16="http://schemas.microsoft.com/office/drawing/2014/main" id="{9509591B-484C-158E-44FC-259006DA7A38}"/>
              </a:ext>
            </a:extLst>
          </p:cNvPr>
          <p:cNvSpPr/>
          <p:nvPr/>
        </p:nvSpPr>
        <p:spPr>
          <a:xfrm>
            <a:off x="7378962" y="4467427"/>
            <a:ext cx="4470159" cy="843808"/>
          </a:xfrm>
          <a:prstGeom prst="roundRect">
            <a:avLst>
              <a:gd name="adj" fmla="val 9576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 anchorCtr="0"/>
          <a:lstStyle/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외관부품으로 인한 장기 </a:t>
            </a:r>
            <a:r>
              <a:rPr lang="ko-KR" altLang="en-US" sz="10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미처리건은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완전히 없애기 어려운 상황이다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관련정책 검토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가능한지</a:t>
            </a:r>
            <a:endParaRPr lang="en-US" altLang="ko-KR" sz="10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법인별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불용부품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대기중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POU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건수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부품상태 및 위치 등 </a:t>
            </a:r>
            <a:r>
              <a:rPr lang="ko-KR" altLang="en-US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부품이슈를 대시보드에 표시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할 수 있는지</a:t>
            </a:r>
            <a:endParaRPr lang="en-US" altLang="ko-KR" sz="10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NPS</a:t>
            </a:r>
            <a:r>
              <a:rPr lang="ko-KR" altLang="en-US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설문지 발송방법 변경 여부 등</a:t>
            </a:r>
            <a:endParaRPr lang="en-US" altLang="ko-KR" sz="10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8854DC1-83F1-B0A8-3C0D-EFF9FF15EE75}"/>
              </a:ext>
            </a:extLst>
          </p:cNvPr>
          <p:cNvSpPr txBox="1"/>
          <p:nvPr/>
        </p:nvSpPr>
        <p:spPr>
          <a:xfrm>
            <a:off x="5592009" y="6648862"/>
            <a:ext cx="38664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2 / 3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775636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실행 단추: 뒤로 또는 앞으로 이동 5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100C73A8-358B-6CC3-BE31-DB16BEFAD6FB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12A81C82-679E-B829-691F-FC3583AD9B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094408"/>
              </p:ext>
            </p:extLst>
          </p:nvPr>
        </p:nvGraphicFramePr>
        <p:xfrm>
          <a:off x="161365" y="632182"/>
          <a:ext cx="11856202" cy="6014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7906">
                  <a:extLst>
                    <a:ext uri="{9D8B030D-6E8A-4147-A177-3AD203B41FA5}">
                      <a16:colId xmlns:a16="http://schemas.microsoft.com/office/drawing/2014/main" val="3516060826"/>
                    </a:ext>
                  </a:extLst>
                </a:gridCol>
                <a:gridCol w="358588">
                  <a:extLst>
                    <a:ext uri="{9D8B030D-6E8A-4147-A177-3AD203B41FA5}">
                      <a16:colId xmlns:a16="http://schemas.microsoft.com/office/drawing/2014/main" val="72080203"/>
                    </a:ext>
                  </a:extLst>
                </a:gridCol>
                <a:gridCol w="6481482">
                  <a:extLst>
                    <a:ext uri="{9D8B030D-6E8A-4147-A177-3AD203B41FA5}">
                      <a16:colId xmlns:a16="http://schemas.microsoft.com/office/drawing/2014/main" val="208709333"/>
                    </a:ext>
                  </a:extLst>
                </a:gridCol>
                <a:gridCol w="2041304">
                  <a:extLst>
                    <a:ext uri="{9D8B030D-6E8A-4147-A177-3AD203B41FA5}">
                      <a16:colId xmlns:a16="http://schemas.microsoft.com/office/drawing/2014/main" val="816674966"/>
                    </a:ext>
                  </a:extLst>
                </a:gridCol>
                <a:gridCol w="1257708">
                  <a:extLst>
                    <a:ext uri="{9D8B030D-6E8A-4147-A177-3AD203B41FA5}">
                      <a16:colId xmlns:a16="http://schemas.microsoft.com/office/drawing/2014/main" val="1326228014"/>
                    </a:ext>
                  </a:extLst>
                </a:gridCol>
                <a:gridCol w="815788">
                  <a:extLst>
                    <a:ext uri="{9D8B030D-6E8A-4147-A177-3AD203B41FA5}">
                      <a16:colId xmlns:a16="http://schemas.microsoft.com/office/drawing/2014/main" val="4157998364"/>
                    </a:ext>
                  </a:extLst>
                </a:gridCol>
                <a:gridCol w="623426">
                  <a:extLst>
                    <a:ext uri="{9D8B030D-6E8A-4147-A177-3AD203B41FA5}">
                      <a16:colId xmlns:a16="http://schemas.microsoft.com/office/drawing/2014/main" val="700522090"/>
                    </a:ext>
                  </a:extLst>
                </a:gridCol>
              </a:tblGrid>
              <a:tr h="396193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No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Type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900" b="1" u="none" strike="noStrike">
                          <a:effectLst/>
                          <a:latin typeface="Arial Narrow" panose="020B0606020202030204" pitchFamily="34" charset="0"/>
                        </a:rPr>
                        <a:t>KR Translation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Action Item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F/U Dept.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PIC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900" b="1" u="none" strike="noStrike">
                          <a:effectLst/>
                          <a:latin typeface="Arial Narrow" panose="020B0606020202030204" pitchFamily="34" charset="0"/>
                        </a:rPr>
                        <a:t>Target date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3068043"/>
                  </a:ext>
                </a:extLst>
              </a:tr>
              <a:tr h="18606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QBot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업데이트 있나요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큐봇 적용 및 확대계획 법인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CC&amp;S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기술솔루션팀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김현수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TBD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651697"/>
                  </a:ext>
                </a:extLst>
              </a:tr>
              <a:tr h="44937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한 가지 고려해야 할 점은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LGEAI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외관 수리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(cosmetic repairs)</a:t>
                      </a:r>
                      <a:r>
                        <a:rPr lang="ko-KR" alt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관련 영업팀을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지원하는 고유한 정책이 있습니다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이점 때문에 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 이상 미처리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(30+ pending)'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 중 최소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%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이상은 외관 부품 때문이며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일이상 미처리건을 완전히 없애는 것은 매우 어렵습니다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그럼에도 불구하고 저희 팀은 가능한 모든 지연 건들을 해결하는 데 집중하고 있습니다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외관부품 법인 백오더 에이징 현황 리뷰 및 </a:t>
                      </a:r>
                      <a:b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관련정책 셋업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CC&amp;S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부품지원실 선행물동팀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FFFF00"/>
                        </a:highlight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FFFF00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2170001"/>
                  </a:ext>
                </a:extLst>
              </a:tr>
              <a:tr h="30058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발표에서 모든 주제를 잘 다루어 주셨습니다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 요청 사항이 있는데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법인별 불용부품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 대기 중인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POU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건수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 상태 및 위치와 같은 부품 관련 이슈들을 대시보드에 표시할 수 있다면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서비스 운영 및 후속 조치의 효율을 극대화하는 데 큰 도움이 될 것 같습니다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법인별 부품관련 대시보드 사용 재안내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CC&amp;S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부품지원실 부품기획팀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김세현 책임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~5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510659"/>
                  </a:ext>
                </a:extLst>
              </a:tr>
              <a:tr h="74694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매우 중요합니다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 분석에 본사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(HQ)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참여하는 것이 개선의 핵심이라고 생각합니다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근본적인 개선은 설문에서 올바른 질문을 하고 있는지에 달려 있습니다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CIC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고객센터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역할은 엔지니어를 배정하기 전에 설명처리 하는것인데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대부분의 경우 문제 진단 후 결국 수리 예약으로 이어지기 때문에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 입장에서는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CIC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엔지니어 배정을 하지 않으려는 것으로 느껴 콜센터에 대해 불편한 인식을 가질 가능성이 있습니다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피드백을 제공할 때 이러한 사항들을 반드시 고려해야 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우리가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원하는 정확한 응답을 이끌어낼 수 있도록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핵심 질문에 대해서는 드롭다운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선택형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옵션 방식으로 설문조사를 하면 정확한 응답을 확보하는데 도움이 될 것 같습니다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설문지 개선 내용 법인안내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419621"/>
                  </a:ext>
                </a:extLst>
              </a:tr>
              <a:tr h="321652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법인이 좋은 사례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AI Tool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활용한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 등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공유하면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본사가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 Mart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바로 적용해 주실 수 있나요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법인에서 직접 적용하려면 많은 시행착오를 경험해야 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본사에서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BP Tool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개발해서 법인들이 바로 사용할 수 있게 해 주시면 큰 도움이 될 것 같습니다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endParaRPr lang="en-US" altLang="ko-KR" sz="8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CSDM 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 리포트 개선 내용 법인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황기연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~8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4050509"/>
                  </a:ext>
                </a:extLst>
              </a:tr>
              <a:tr h="34475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고객들이 설문응답을 원치 않거나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좋은 서비스를 받는 것을 당연하게 여겨서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큰 챌린지 입니다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게다가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설문이 매우 긴데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이에 대해 좋은 아이디어가 있으신가요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  <a:endParaRPr lang="en-US" altLang="ko-KR" sz="8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 개선내용 법인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4180712"/>
                  </a:ext>
                </a:extLst>
              </a:tr>
              <a:tr h="30587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월에 각 법인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NW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부서에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Validation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관련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Survey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있었는데요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.(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 인원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업무 비중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불필요하다고 생각되는 항목 등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그 이후로 내용 공지된 게 없어서요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담당자들로부터 어떻게 된건지 궁금하다고 해서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공유 되었으면 좋겠습니다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서베이이후 향후 계획 공유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해외</a:t>
                      </a:r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CC&amp;S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기획팀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김혁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~5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0002991"/>
                  </a:ext>
                </a:extLst>
              </a:tr>
              <a:tr h="30058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설문은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SMS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아닌 이메일로 발송하는 것이 좋겠습니다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더 많은 응답을 원한다면 이메일이 가장 좋은 방법입니다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너무 구식이고 비전문적입니다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법인별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 로컬메신저 적용계획 안내 및 </a:t>
                      </a:r>
                      <a:b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이메일 전송 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~6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3523795"/>
                  </a:ext>
                </a:extLst>
              </a:tr>
              <a:tr h="30058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T-NPS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프로세스에 대한 설명이 유익했고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포털에서 비전략 도시 및 전략 도시를 구분하여 리뷰할 수 있도록 나눈 점이 인상적 이었습니다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포털에서 전략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비전략 개발검토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박규철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</a:rPr>
                        <a:t>개발여부</a:t>
                      </a:r>
                      <a:br>
                        <a:rPr lang="ko-KR" altLang="en-US" sz="800" u="none" strike="noStrike">
                          <a:effectLst/>
                        </a:rPr>
                      </a:b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SI</a:t>
                      </a:r>
                      <a:r>
                        <a:rPr lang="ko-KR" altLang="en-US" sz="800" u="none" strike="noStrike">
                          <a:effectLst/>
                        </a:rPr>
                        <a:t>검토중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5014636"/>
                  </a:ext>
                </a:extLst>
              </a:tr>
              <a:tr h="163539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사용현황 관리를 강화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해주세요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 적용 및 사용현황 법인정기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박규철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~8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0644873"/>
                  </a:ext>
                </a:extLst>
              </a:tr>
              <a:tr h="44937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선제적인 고객 지원을 제공하기 위해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포괄적인 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FAQ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자주 묻는 질문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섹션을 도입할 것을 제안합니다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자주 묻지 않는 질문이더라도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예상 질문에 대한 답변을 포함하면 사용자 경험을 강화하고 향후 발생할 수 있는 문의에 대응할 수 있으며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기대 이상으로 서비스하는 노력과 의지를 보여주는데 도움이 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 개인화 계획 법인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박규철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~11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8535923"/>
                  </a:ext>
                </a:extLst>
              </a:tr>
              <a:tr h="19733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 Portal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사용법에 대한 매뉴얼이 있나요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 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hlinkClick r:id="rId4"/>
                        </a:rPr>
                        <a:t>robin.bogaard@lge.com</a:t>
                      </a:r>
                      <a:endParaRPr lang="en-US" altLang="ko-KR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포털 사용가이드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박규철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800" u="none" strike="noStrike">
                          <a:effectLst/>
                          <a:latin typeface="Arial Narrow" panose="020B0606020202030204" pitchFamily="34" charset="0"/>
                        </a:rPr>
                        <a:t>Done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8626949"/>
                  </a:ext>
                </a:extLst>
              </a:tr>
              <a:tr h="30587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다른 법인들이 일상 업무를 어떻게 처리하고 있는지도 더 많이 보여주셨으면 좋겠습니다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b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더 많은 사례 연구</a:t>
                      </a: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(Case Study)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공유해 주셨으면 좋겠습니다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분기 컨퍼런스시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BP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발표 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02366"/>
                  </a:ext>
                </a:extLst>
              </a:tr>
              <a:tr h="217072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BP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공유뿐만 아니라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법인의 활동이나 다른 대륙의 사례에 대해 논의해보고 싶습니다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지역별 현장 컨퍼런스 운영 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092477"/>
                  </a:ext>
                </a:extLst>
              </a:tr>
              <a:tr h="151801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발표자가 방해받지 않도록 모든 참가자가 마이크를 음소거</a:t>
                      </a: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(mute)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상태로 유지하면 좋겠습니다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분기 컨퍼런스시 기술적 방법 있는지 확인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7488531"/>
                  </a:ext>
                </a:extLst>
              </a:tr>
              <a:tr h="151801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법인들의 베스트 프랙티스를 학습 자료로 활용하면 좋겠습니다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EP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BP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게시판 등록상황 점검 및 법인 안내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~5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044889"/>
                  </a:ext>
                </a:extLst>
              </a:tr>
              <a:tr h="187472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CSDM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대한 더 많은 주제와 활용 방안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공유해 주세요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분기 컨퍼런스시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CSDM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추가 공유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2183303"/>
                  </a:ext>
                </a:extLst>
              </a:tr>
              <a:tr h="30058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8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QA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시간 늘려주세요</a:t>
                      </a:r>
                      <a:b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가능하다면 시간을 변경해 주세요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 휴식 시간과 겹칩니다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endParaRPr lang="en-US" altLang="ko-KR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분기 컨퍼런스시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QnA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별도운영  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8425001"/>
                  </a:ext>
                </a:extLst>
              </a:tr>
              <a:tr h="23680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다음 세션에서는 </a:t>
                      </a:r>
                      <a:r>
                        <a:rPr lang="ko-KR" altLang="en-US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재서비스에 대해 논의해 보는 것은 어떨까요</a:t>
                      </a:r>
                      <a:r>
                        <a:rPr lang="en-US" altLang="ko-KR" sz="8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  <a:endParaRPr lang="en-US" altLang="ko-KR" sz="8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indent="0" algn="l" fontAlgn="ctr">
                        <a:buNone/>
                      </a:pP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분기 컨퍼런스시 </a:t>
                      </a:r>
                      <a:r>
                        <a:rPr lang="en-US" altLang="ko-KR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reclaim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내용 추가검토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8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전윤상</a:t>
                      </a:r>
                      <a:r>
                        <a:rPr lang="ko-KR" altLang="en-US" sz="8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선임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800" u="none" strike="noStrike">
                          <a:effectLst/>
                        </a:rPr>
                        <a:t>~7</a:t>
                      </a:r>
                      <a:r>
                        <a:rPr lang="ko-KR" altLang="en-US" sz="800" u="none" strike="noStrike">
                          <a:effectLst/>
                        </a:rPr>
                        <a:t>월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51074"/>
                  </a:ext>
                </a:extLst>
              </a:tr>
            </a:tbl>
          </a:graphicData>
        </a:graphic>
      </p:graphicFrame>
      <p:sp>
        <p:nvSpPr>
          <p:cNvPr id="13" name="Text Box 3">
            <a:extLst>
              <a:ext uri="{FF2B5EF4-FFF2-40B4-BE49-F238E27FC236}">
                <a16:creationId xmlns:a16="http://schemas.microsoft.com/office/drawing/2014/main" id="{BA421A6B-AC24-A671-3E79-8214FA17E0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411"/>
            <a:ext cx="4444172" cy="425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17796" tIns="58898" rIns="117796" bIns="58898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l" defTabSz="914400" rtl="0" eaLnBrk="0" fontAlgn="auto" latinLnBrk="1" hangingPunct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유첨</a:t>
            </a:r>
            <a:r>
              <a:rPr lang="en-US" altLang="ko-KR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. </a:t>
            </a:r>
            <a:r>
              <a:rPr kumimoji="1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해외 서비스 네트워크 컨퍼런스 </a:t>
            </a:r>
            <a:r>
              <a:rPr lang="en-US" altLang="ko-KR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2Q</a:t>
            </a:r>
            <a:r>
              <a:rPr lang="ko-KR" altLang="en-US" sz="1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피드백</a:t>
            </a:r>
            <a:endParaRPr kumimoji="1" lang="ko-KR" altLang="en-US" sz="1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BD0561B-4C7C-4688-0D9D-B5A34FFF40C5}"/>
              </a:ext>
            </a:extLst>
          </p:cNvPr>
          <p:cNvSpPr txBox="1"/>
          <p:nvPr/>
        </p:nvSpPr>
        <p:spPr>
          <a:xfrm>
            <a:off x="5592009" y="6648862"/>
            <a:ext cx="38664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 / 3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1AECC8DD-D532-E5EF-3D7E-78027998A247}"/>
              </a:ext>
            </a:extLst>
          </p:cNvPr>
          <p:cNvCxnSpPr/>
          <p:nvPr/>
        </p:nvCxnSpPr>
        <p:spPr>
          <a:xfrm>
            <a:off x="0" y="544995"/>
            <a:ext cx="1219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853375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5250E8A-405D-4B72-17DE-57C4F431E8AB}"/>
              </a:ext>
            </a:extLst>
          </p:cNvPr>
          <p:cNvGraphicFramePr>
            <a:graphicFrameLocks noGrp="1"/>
          </p:cNvGraphicFramePr>
          <p:nvPr/>
        </p:nvGraphicFramePr>
        <p:xfrm>
          <a:off x="297601" y="838828"/>
          <a:ext cx="6684363" cy="5654040"/>
        </p:xfrm>
        <a:graphic>
          <a:graphicData uri="http://schemas.openxmlformats.org/drawingml/2006/table">
            <a:tbl>
              <a:tblPr/>
              <a:tblGrid>
                <a:gridCol w="330763">
                  <a:extLst>
                    <a:ext uri="{9D8B030D-6E8A-4147-A177-3AD203B41FA5}">
                      <a16:colId xmlns:a16="http://schemas.microsoft.com/office/drawing/2014/main" val="1308162382"/>
                    </a:ext>
                  </a:extLst>
                </a:gridCol>
                <a:gridCol w="483163">
                  <a:extLst>
                    <a:ext uri="{9D8B030D-6E8A-4147-A177-3AD203B41FA5}">
                      <a16:colId xmlns:a16="http://schemas.microsoft.com/office/drawing/2014/main" val="1778600078"/>
                    </a:ext>
                  </a:extLst>
                </a:gridCol>
                <a:gridCol w="356163">
                  <a:extLst>
                    <a:ext uri="{9D8B030D-6E8A-4147-A177-3AD203B41FA5}">
                      <a16:colId xmlns:a16="http://schemas.microsoft.com/office/drawing/2014/main" val="2333397518"/>
                    </a:ext>
                  </a:extLst>
                </a:gridCol>
                <a:gridCol w="348174">
                  <a:extLst>
                    <a:ext uri="{9D8B030D-6E8A-4147-A177-3AD203B41FA5}">
                      <a16:colId xmlns:a16="http://schemas.microsoft.com/office/drawing/2014/main" val="374579620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071108056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3950505242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763280242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20359561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797303252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345782961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3117448850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225052920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2651199100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3987696904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036667582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711688258"/>
                    </a:ext>
                  </a:extLst>
                </a:gridCol>
                <a:gridCol w="368618">
                  <a:extLst>
                    <a:ext uri="{9D8B030D-6E8A-4147-A177-3AD203B41FA5}">
                      <a16:colId xmlns:a16="http://schemas.microsoft.com/office/drawing/2014/main" val="2907891890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442507631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2436972402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265215818"/>
                    </a:ext>
                  </a:extLst>
                </a:gridCol>
                <a:gridCol w="276804">
                  <a:extLst>
                    <a:ext uri="{9D8B030D-6E8A-4147-A177-3AD203B41FA5}">
                      <a16:colId xmlns:a16="http://schemas.microsoft.com/office/drawing/2014/main" val="1713954703"/>
                    </a:ext>
                  </a:extLst>
                </a:gridCol>
                <a:gridCol w="368618">
                  <a:extLst>
                    <a:ext uri="{9D8B030D-6E8A-4147-A177-3AD203B41FA5}">
                      <a16:colId xmlns:a16="http://schemas.microsoft.com/office/drawing/2014/main" val="2216551359"/>
                    </a:ext>
                  </a:extLst>
                </a:gridCol>
              </a:tblGrid>
              <a:tr h="8779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도시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2025</a:t>
                      </a:r>
                      <a:endParaRPr kumimoji="0" lang="ko-KR" altLang="en-US" sz="700" b="1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2026</a:t>
                      </a:r>
                      <a:endParaRPr kumimoji="0" lang="ko-KR" altLang="en-US" sz="700" b="1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052369"/>
                  </a:ext>
                </a:extLst>
              </a:tr>
              <a:tr h="8779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호주</a:t>
                      </a: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Brisbane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3,427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1,072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735951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9074091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655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02897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6691634"/>
                  </a:ext>
                </a:extLst>
              </a:tr>
              <a:tr h="87797">
                <a:tc rowSpan="20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스페인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Alicante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668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537830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747850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39733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9701280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Asturias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269427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56020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833881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86316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Cordoba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8218431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272441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44418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86367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Malaga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78042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324649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7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321945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Murcia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587009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107245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93453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5918877"/>
                  </a:ext>
                </a:extLst>
              </a:tr>
              <a:tr h="87797">
                <a:tc rowSpan="1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이태리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Milan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558910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934554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5132611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90883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Napoli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904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03284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4330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597490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9087184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Rome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970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23720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4343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53635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5348960"/>
                  </a:ext>
                </a:extLst>
              </a:tr>
              <a:tr h="87797">
                <a:tc rowSpan="1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영국</a:t>
                      </a:r>
                      <a:endParaRPr kumimoji="0" lang="en-US" sz="700" b="0" i="0" u="none" strike="noStrike" kern="1200" cap="none" spc="0" normalizeH="0" baseline="0">
                        <a:ln>
                          <a:noFill/>
                        </a:ln>
                        <a:solidFill>
                          <a:srgbClr val="30303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Birmingham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658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9929077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06528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582345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647661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Manchester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5621631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297616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050812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2507968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Nottingham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1321069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9911127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5660248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8926010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Sheffield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Ref/WM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7549403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748644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QTY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152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5701677"/>
                  </a:ext>
                </a:extLst>
              </a:tr>
              <a:tr h="87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6.6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6.9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6.8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30303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4662812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4AF80C1-1F77-01C1-6D93-8065944BFB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7093796"/>
              </p:ext>
            </p:extLst>
          </p:nvPr>
        </p:nvGraphicFramePr>
        <p:xfrm>
          <a:off x="7253263" y="1748568"/>
          <a:ext cx="2897834" cy="1026795"/>
        </p:xfrm>
        <a:graphic>
          <a:graphicData uri="http://schemas.openxmlformats.org/drawingml/2006/table">
            <a:tbl>
              <a:tblPr/>
              <a:tblGrid>
                <a:gridCol w="498454">
                  <a:extLst>
                    <a:ext uri="{9D8B030D-6E8A-4147-A177-3AD203B41FA5}">
                      <a16:colId xmlns:a16="http://schemas.microsoft.com/office/drawing/2014/main" val="1295382017"/>
                    </a:ext>
                  </a:extLst>
                </a:gridCol>
                <a:gridCol w="479876">
                  <a:extLst>
                    <a:ext uri="{9D8B030D-6E8A-4147-A177-3AD203B41FA5}">
                      <a16:colId xmlns:a16="http://schemas.microsoft.com/office/drawing/2014/main" val="978151853"/>
                    </a:ext>
                  </a:extLst>
                </a:gridCol>
                <a:gridCol w="479876">
                  <a:extLst>
                    <a:ext uri="{9D8B030D-6E8A-4147-A177-3AD203B41FA5}">
                      <a16:colId xmlns:a16="http://schemas.microsoft.com/office/drawing/2014/main" val="3914012594"/>
                    </a:ext>
                  </a:extLst>
                </a:gridCol>
                <a:gridCol w="479876">
                  <a:extLst>
                    <a:ext uri="{9D8B030D-6E8A-4147-A177-3AD203B41FA5}">
                      <a16:colId xmlns:a16="http://schemas.microsoft.com/office/drawing/2014/main" val="1330355082"/>
                    </a:ext>
                  </a:extLst>
                </a:gridCol>
                <a:gridCol w="479876">
                  <a:extLst>
                    <a:ext uri="{9D8B030D-6E8A-4147-A177-3AD203B41FA5}">
                      <a16:colId xmlns:a16="http://schemas.microsoft.com/office/drawing/2014/main" val="3990046638"/>
                    </a:ext>
                  </a:extLst>
                </a:gridCol>
                <a:gridCol w="479876">
                  <a:extLst>
                    <a:ext uri="{9D8B030D-6E8A-4147-A177-3AD203B41FA5}">
                      <a16:colId xmlns:a16="http://schemas.microsoft.com/office/drawing/2014/main" val="2094304016"/>
                    </a:ext>
                  </a:extLst>
                </a:gridCol>
              </a:tblGrid>
              <a:tr h="1436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모듈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모듈 외 부품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CE6F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부품 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 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849578"/>
                  </a:ext>
                </a:extLst>
              </a:tr>
              <a:tr h="1436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비중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건수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비중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7445521"/>
                  </a:ext>
                </a:extLst>
              </a:tr>
              <a:tr h="1436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en-US" sz="9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2154184"/>
                  </a:ext>
                </a:extLst>
              </a:tr>
              <a:tr h="1436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스페인</a:t>
                      </a:r>
                      <a:endParaRPr lang="en-US" sz="9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4237707"/>
                  </a:ext>
                </a:extLst>
              </a:tr>
              <a:tr h="1436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이태리</a:t>
                      </a:r>
                      <a:endParaRPr lang="en-US" sz="9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25535"/>
                  </a:ext>
                </a:extLst>
              </a:tr>
              <a:tr h="1436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영국</a:t>
                      </a:r>
                      <a:endParaRPr lang="en-US" sz="9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1109647"/>
                  </a:ext>
                </a:extLst>
              </a:tr>
              <a:tr h="1436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275033"/>
                  </a:ext>
                </a:extLst>
              </a:tr>
            </a:tbl>
          </a:graphicData>
        </a:graphic>
      </p:graphicFrame>
      <p:graphicFrame>
        <p:nvGraphicFramePr>
          <p:cNvPr id="9" name="차트 8">
            <a:extLst>
              <a:ext uri="{FF2B5EF4-FFF2-40B4-BE49-F238E27FC236}">
                <a16:creationId xmlns:a16="http://schemas.microsoft.com/office/drawing/2014/main" id="{D5D5476A-DDCB-5EF6-32A0-30AC4A8FCC13}"/>
              </a:ext>
            </a:extLst>
          </p:cNvPr>
          <p:cNvGraphicFramePr>
            <a:graphicFrameLocks/>
          </p:cNvGraphicFramePr>
          <p:nvPr/>
        </p:nvGraphicFramePr>
        <p:xfrm>
          <a:off x="7166698" y="3209856"/>
          <a:ext cx="2440929" cy="11255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차트 10">
            <a:extLst>
              <a:ext uri="{FF2B5EF4-FFF2-40B4-BE49-F238E27FC236}">
                <a16:creationId xmlns:a16="http://schemas.microsoft.com/office/drawing/2014/main" id="{8533317C-A229-7634-895B-BA98E474A63F}"/>
              </a:ext>
            </a:extLst>
          </p:cNvPr>
          <p:cNvGraphicFramePr>
            <a:graphicFrameLocks/>
          </p:cNvGraphicFramePr>
          <p:nvPr/>
        </p:nvGraphicFramePr>
        <p:xfrm>
          <a:off x="9433648" y="3209856"/>
          <a:ext cx="2673690" cy="11255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차트 11">
            <a:extLst>
              <a:ext uri="{FF2B5EF4-FFF2-40B4-BE49-F238E27FC236}">
                <a16:creationId xmlns:a16="http://schemas.microsoft.com/office/drawing/2014/main" id="{11C38E27-1E32-269D-7D57-FF86347B476C}"/>
              </a:ext>
            </a:extLst>
          </p:cNvPr>
          <p:cNvGraphicFramePr>
            <a:graphicFrameLocks/>
          </p:cNvGraphicFramePr>
          <p:nvPr/>
        </p:nvGraphicFramePr>
        <p:xfrm>
          <a:off x="7166698" y="4394441"/>
          <a:ext cx="2440928" cy="10204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차트 12">
            <a:extLst>
              <a:ext uri="{FF2B5EF4-FFF2-40B4-BE49-F238E27FC236}">
                <a16:creationId xmlns:a16="http://schemas.microsoft.com/office/drawing/2014/main" id="{8D6564FF-697B-4FB5-96E7-F70874461BD2}"/>
              </a:ext>
            </a:extLst>
          </p:cNvPr>
          <p:cNvGraphicFramePr>
            <a:graphicFrameLocks/>
          </p:cNvGraphicFramePr>
          <p:nvPr/>
        </p:nvGraphicFramePr>
        <p:xfrm>
          <a:off x="9433648" y="4394442"/>
          <a:ext cx="2673690" cy="10204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BCBFA89A-05AB-50FA-469A-B2A0481507E5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98BDA0F3-358F-2204-B196-F03BE4022FB1}"/>
              </a:ext>
            </a:extLst>
          </p:cNvPr>
          <p:cNvSpPr txBox="1"/>
          <p:nvPr/>
        </p:nvSpPr>
        <p:spPr>
          <a:xfrm>
            <a:off x="67622" y="48141"/>
            <a:ext cx="39578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3~5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도시 제품별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현황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7FC1609-CC4F-0B4F-5770-B407C8ADFE8C}"/>
              </a:ext>
            </a:extLst>
          </p:cNvPr>
          <p:cNvSpPr txBox="1"/>
          <p:nvPr/>
        </p:nvSpPr>
        <p:spPr>
          <a:xfrm>
            <a:off x="7122523" y="852411"/>
            <a:ext cx="48646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냉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세 제품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는 개선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Trend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또는 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일대인 반면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는 개선 지연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유지로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도시별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이탈의 주요 원인으로 작용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5DABB2-C228-E603-E51E-5D0640B4A98E}"/>
              </a:ext>
            </a:extLst>
          </p:cNvPr>
          <p:cNvSpPr txBox="1"/>
          <p:nvPr/>
        </p:nvSpPr>
        <p:spPr>
          <a:xfrm>
            <a:off x="7680947" y="1481915"/>
            <a:ext cx="365356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【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RTAT 5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 건 중 모듈 사용 건 비중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– ‘26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년 누적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1000" b="1"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ko-KR" altLang="en-US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433AED-64B9-ADC8-197D-61459183A4A8}"/>
              </a:ext>
            </a:extLst>
          </p:cNvPr>
          <p:cNvSpPr txBox="1"/>
          <p:nvPr/>
        </p:nvSpPr>
        <p:spPr>
          <a:xfrm>
            <a:off x="10151097" y="1892121"/>
            <a:ext cx="1984839" cy="7961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TV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가격 부담 및 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유상건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감소로 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외주 센터의 사전 비축 한계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자창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없는 경우 익일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배송 한계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일이상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건의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57%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사용 건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66B07E0-3CA7-43EA-421F-C6C524801362}"/>
              </a:ext>
            </a:extLst>
          </p:cNvPr>
          <p:cNvSpPr txBox="1"/>
          <p:nvPr/>
        </p:nvSpPr>
        <p:spPr>
          <a:xfrm>
            <a:off x="8396101" y="2949538"/>
            <a:ext cx="272382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【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사용 건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구간별 건수 현황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– ‘26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년 누적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ko-KR" altLang="en-US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2917079F-B9BC-9D7B-51EB-3449B4F599AC}"/>
              </a:ext>
            </a:extLst>
          </p:cNvPr>
          <p:cNvCxnSpPr/>
          <p:nvPr/>
        </p:nvCxnSpPr>
        <p:spPr>
          <a:xfrm>
            <a:off x="7420597" y="4280141"/>
            <a:ext cx="412750" cy="0"/>
          </a:xfrm>
          <a:prstGeom prst="straightConnector1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1B0D4167-4488-88F2-95F4-4F971BD1C0CC}"/>
              </a:ext>
            </a:extLst>
          </p:cNvPr>
          <p:cNvCxnSpPr>
            <a:cxnSpLocks/>
          </p:cNvCxnSpPr>
          <p:nvPr/>
        </p:nvCxnSpPr>
        <p:spPr>
          <a:xfrm flipV="1">
            <a:off x="7230097" y="3357493"/>
            <a:ext cx="0" cy="624198"/>
          </a:xfrm>
          <a:prstGeom prst="straightConnector1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C91F804-C8B6-CA81-2FFE-677CE5B3679A}"/>
              </a:ext>
            </a:extLst>
          </p:cNvPr>
          <p:cNvSpPr txBox="1"/>
          <p:nvPr/>
        </p:nvSpPr>
        <p:spPr>
          <a:xfrm>
            <a:off x="7212700" y="4172418"/>
            <a:ext cx="26481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E664261-4EE2-DFA9-5838-669A2EEBCF21}"/>
              </a:ext>
            </a:extLst>
          </p:cNvPr>
          <p:cNvSpPr txBox="1"/>
          <p:nvPr/>
        </p:nvSpPr>
        <p:spPr>
          <a:xfrm>
            <a:off x="7092050" y="3950168"/>
            <a:ext cx="26481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건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A7EFEF4-AB30-1A41-B210-D6F88532C7DE}"/>
              </a:ext>
            </a:extLst>
          </p:cNvPr>
          <p:cNvSpPr txBox="1"/>
          <p:nvPr/>
        </p:nvSpPr>
        <p:spPr>
          <a:xfrm>
            <a:off x="8182619" y="3183444"/>
            <a:ext cx="40908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FF2D161-9A10-390E-F8CC-2AD3ACDE88A8}"/>
              </a:ext>
            </a:extLst>
          </p:cNvPr>
          <p:cNvSpPr txBox="1"/>
          <p:nvPr/>
        </p:nvSpPr>
        <p:spPr>
          <a:xfrm>
            <a:off x="10616016" y="3180460"/>
            <a:ext cx="5212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스페인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352AEC7-FAD1-28FF-07B5-9A5D4BA78FE4}"/>
              </a:ext>
            </a:extLst>
          </p:cNvPr>
          <p:cNvSpPr txBox="1"/>
          <p:nvPr/>
        </p:nvSpPr>
        <p:spPr>
          <a:xfrm>
            <a:off x="8180976" y="4358128"/>
            <a:ext cx="5212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이태리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2AA3167-000E-EAC9-FD06-B45919ACBE14}"/>
              </a:ext>
            </a:extLst>
          </p:cNvPr>
          <p:cNvSpPr txBox="1"/>
          <p:nvPr/>
        </p:nvSpPr>
        <p:spPr>
          <a:xfrm>
            <a:off x="10616016" y="4352857"/>
            <a:ext cx="40908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영국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3F3F3310-94B4-C48E-602B-BF46E6E13465}"/>
              </a:ext>
            </a:extLst>
          </p:cNvPr>
          <p:cNvCxnSpPr>
            <a:cxnSpLocks/>
          </p:cNvCxnSpPr>
          <p:nvPr/>
        </p:nvCxnSpPr>
        <p:spPr>
          <a:xfrm>
            <a:off x="7769847" y="3350481"/>
            <a:ext cx="0" cy="756000"/>
          </a:xfrm>
          <a:prstGeom prst="line">
            <a:avLst/>
          </a:prstGeom>
          <a:ln w="9525">
            <a:solidFill>
              <a:srgbClr val="C00000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33B355FE-AAD8-52C7-5EC0-A355445FF2AC}"/>
              </a:ext>
            </a:extLst>
          </p:cNvPr>
          <p:cNvSpPr txBox="1"/>
          <p:nvPr/>
        </p:nvSpPr>
        <p:spPr>
          <a:xfrm>
            <a:off x="7586696" y="3126661"/>
            <a:ext cx="41710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5.3</a:t>
            </a:r>
            <a:r>
              <a:rPr lang="ko-KR" altLang="en-US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8E5567E-B423-1277-3683-BC04F2463277}"/>
              </a:ext>
            </a:extLst>
          </p:cNvPr>
          <p:cNvCxnSpPr>
            <a:cxnSpLocks/>
          </p:cNvCxnSpPr>
          <p:nvPr/>
        </p:nvCxnSpPr>
        <p:spPr>
          <a:xfrm>
            <a:off x="9992347" y="3350481"/>
            <a:ext cx="0" cy="756000"/>
          </a:xfrm>
          <a:prstGeom prst="line">
            <a:avLst/>
          </a:prstGeom>
          <a:ln w="9525">
            <a:solidFill>
              <a:srgbClr val="C00000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E0893921-579F-380E-9B9C-C2B4BDDD1BA8}"/>
              </a:ext>
            </a:extLst>
          </p:cNvPr>
          <p:cNvSpPr txBox="1"/>
          <p:nvPr/>
        </p:nvSpPr>
        <p:spPr>
          <a:xfrm>
            <a:off x="9809196" y="3126661"/>
            <a:ext cx="41710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4.8</a:t>
            </a:r>
            <a:r>
              <a:rPr lang="ko-KR" altLang="en-US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73623FD8-2A59-CA35-D95D-3E8007471508}"/>
              </a:ext>
            </a:extLst>
          </p:cNvPr>
          <p:cNvCxnSpPr>
            <a:cxnSpLocks/>
          </p:cNvCxnSpPr>
          <p:nvPr/>
        </p:nvCxnSpPr>
        <p:spPr>
          <a:xfrm>
            <a:off x="7814297" y="4569681"/>
            <a:ext cx="0" cy="612000"/>
          </a:xfrm>
          <a:prstGeom prst="line">
            <a:avLst/>
          </a:prstGeom>
          <a:ln w="9525">
            <a:solidFill>
              <a:srgbClr val="C00000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9306403A-6965-291C-9D14-FA8CAE678014}"/>
              </a:ext>
            </a:extLst>
          </p:cNvPr>
          <p:cNvSpPr txBox="1"/>
          <p:nvPr/>
        </p:nvSpPr>
        <p:spPr>
          <a:xfrm>
            <a:off x="7631146" y="4364911"/>
            <a:ext cx="41710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6.1</a:t>
            </a:r>
            <a:r>
              <a:rPr lang="ko-KR" altLang="en-US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7649FFFC-E971-E1A2-23F0-CF4C22AEFFCC}"/>
              </a:ext>
            </a:extLst>
          </p:cNvPr>
          <p:cNvCxnSpPr>
            <a:cxnSpLocks/>
          </p:cNvCxnSpPr>
          <p:nvPr/>
        </p:nvCxnSpPr>
        <p:spPr>
          <a:xfrm>
            <a:off x="10132047" y="4569681"/>
            <a:ext cx="0" cy="612000"/>
          </a:xfrm>
          <a:prstGeom prst="line">
            <a:avLst/>
          </a:prstGeom>
          <a:ln w="9525">
            <a:solidFill>
              <a:srgbClr val="C00000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DB2E0825-9885-BA6A-50BA-22726475EE94}"/>
              </a:ext>
            </a:extLst>
          </p:cNvPr>
          <p:cNvSpPr txBox="1"/>
          <p:nvPr/>
        </p:nvSpPr>
        <p:spPr>
          <a:xfrm>
            <a:off x="9948896" y="4377611"/>
            <a:ext cx="41710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6.0</a:t>
            </a:r>
            <a:r>
              <a:rPr lang="ko-KR" altLang="en-US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05882A6E-FD40-DBAF-374E-BE0F6CEEAF31}"/>
              </a:ext>
            </a:extLst>
          </p:cNvPr>
          <p:cNvCxnSpPr>
            <a:cxnSpLocks/>
          </p:cNvCxnSpPr>
          <p:nvPr/>
        </p:nvCxnSpPr>
        <p:spPr>
          <a:xfrm>
            <a:off x="10994721" y="3072648"/>
            <a:ext cx="409086" cy="0"/>
          </a:xfrm>
          <a:prstGeom prst="line">
            <a:avLst/>
          </a:prstGeom>
          <a:ln w="9525">
            <a:solidFill>
              <a:srgbClr val="C00000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24638F10-B3B5-6590-2D14-48E9E5271F8D}"/>
              </a:ext>
            </a:extLst>
          </p:cNvPr>
          <p:cNvSpPr txBox="1"/>
          <p:nvPr/>
        </p:nvSpPr>
        <p:spPr>
          <a:xfrm>
            <a:off x="11377556" y="2949500"/>
            <a:ext cx="66556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평균 </a:t>
            </a:r>
            <a:r>
              <a:rPr lang="en-US" altLang="ko-KR" sz="900" b="1">
                <a:solidFill>
                  <a:srgbClr val="C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endParaRPr lang="ko-KR" altLang="en-US" sz="900" b="1">
              <a:solidFill>
                <a:srgbClr val="C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D1F88A7C-A1E5-32D8-F304-4BD0808AE02D}"/>
              </a:ext>
            </a:extLst>
          </p:cNvPr>
          <p:cNvSpPr/>
          <p:nvPr/>
        </p:nvSpPr>
        <p:spPr>
          <a:xfrm>
            <a:off x="7136399" y="5590132"/>
            <a:ext cx="4926252" cy="819618"/>
          </a:xfrm>
          <a:prstGeom prst="roundRect">
            <a:avLst>
              <a:gd name="adj" fmla="val 4138"/>
            </a:avLst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12635A5-A20C-7E90-95EF-F3033364363B}"/>
              </a:ext>
            </a:extLst>
          </p:cNvPr>
          <p:cNvSpPr txBox="1"/>
          <p:nvPr/>
        </p:nvSpPr>
        <p:spPr>
          <a:xfrm>
            <a:off x="7116872" y="5590132"/>
            <a:ext cx="4926252" cy="7382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대상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원가 수준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D/C </a:t>
            </a:r>
            <a:r>
              <a:rPr lang="ko-KR" altLang="en-US" sz="10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판매등을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통한 외주 전진배치 강화 활동 진행 중 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외주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센터 창고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Space,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높은 원가 모듈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TV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건수 감소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사업성 악화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→ 전진배치 획기적 확대 한계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→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공급 프로세스 혁신적 개선 방안 검토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(FOC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공급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/ Rental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등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en-US" altLang="ko-KR" sz="12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46E5DC1-9C94-B899-5D04-7E7E44A4C909}"/>
              </a:ext>
            </a:extLst>
          </p:cNvPr>
          <p:cNvSpPr txBox="1"/>
          <p:nvPr/>
        </p:nvSpPr>
        <p:spPr>
          <a:xfrm>
            <a:off x="2442047" y="533535"/>
            <a:ext cx="289720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【  3~5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주요 도시 제품군별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Trend </a:t>
            </a:r>
            <a:r>
              <a:rPr lang="en-US" altLang="ko-KR" sz="1200" b="1"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실행 단추: 뒤로 또는 앞으로 이동 2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2B2AE325-A243-0C7C-E8CE-E496A31CA61C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818ECD7-E030-1FFB-87E0-8034875E910F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C290DB1-BE92-DFB0-8354-020778159C20}"/>
              </a:ext>
            </a:extLst>
          </p:cNvPr>
          <p:cNvSpPr txBox="1"/>
          <p:nvPr/>
        </p:nvSpPr>
        <p:spPr>
          <a:xfrm>
            <a:off x="7676875" y="2761200"/>
            <a:ext cx="188865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사용건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중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OLED/LED 65”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↑ 비중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70%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7136275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6CD771-0B33-2F23-9957-EF918A1D770D}"/>
              </a:ext>
            </a:extLst>
          </p:cNvPr>
          <p:cNvGraphicFramePr>
            <a:graphicFrameLocks noGrp="1"/>
          </p:cNvGraphicFramePr>
          <p:nvPr/>
        </p:nvGraphicFramePr>
        <p:xfrm>
          <a:off x="485789" y="734555"/>
          <a:ext cx="4982419" cy="5974080"/>
        </p:xfrm>
        <a:graphic>
          <a:graphicData uri="http://schemas.openxmlformats.org/drawingml/2006/table">
            <a:tbl>
              <a:tblPr/>
              <a:tblGrid>
                <a:gridCol w="460208">
                  <a:extLst>
                    <a:ext uri="{9D8B030D-6E8A-4147-A177-3AD203B41FA5}">
                      <a16:colId xmlns:a16="http://schemas.microsoft.com/office/drawing/2014/main" val="1769972337"/>
                    </a:ext>
                  </a:extLst>
                </a:gridCol>
                <a:gridCol w="678425">
                  <a:extLst>
                    <a:ext uri="{9D8B030D-6E8A-4147-A177-3AD203B41FA5}">
                      <a16:colId xmlns:a16="http://schemas.microsoft.com/office/drawing/2014/main" val="4217401405"/>
                    </a:ext>
                  </a:extLst>
                </a:gridCol>
                <a:gridCol w="345156">
                  <a:extLst>
                    <a:ext uri="{9D8B030D-6E8A-4147-A177-3AD203B41FA5}">
                      <a16:colId xmlns:a16="http://schemas.microsoft.com/office/drawing/2014/main" val="253175382"/>
                    </a:ext>
                  </a:extLst>
                </a:gridCol>
                <a:gridCol w="345156">
                  <a:extLst>
                    <a:ext uri="{9D8B030D-6E8A-4147-A177-3AD203B41FA5}">
                      <a16:colId xmlns:a16="http://schemas.microsoft.com/office/drawing/2014/main" val="2715588097"/>
                    </a:ext>
                  </a:extLst>
                </a:gridCol>
                <a:gridCol w="345156">
                  <a:extLst>
                    <a:ext uri="{9D8B030D-6E8A-4147-A177-3AD203B41FA5}">
                      <a16:colId xmlns:a16="http://schemas.microsoft.com/office/drawing/2014/main" val="2104381157"/>
                    </a:ext>
                  </a:extLst>
                </a:gridCol>
                <a:gridCol w="345156">
                  <a:extLst>
                    <a:ext uri="{9D8B030D-6E8A-4147-A177-3AD203B41FA5}">
                      <a16:colId xmlns:a16="http://schemas.microsoft.com/office/drawing/2014/main" val="2582421957"/>
                    </a:ext>
                  </a:extLst>
                </a:gridCol>
                <a:gridCol w="345156">
                  <a:extLst>
                    <a:ext uri="{9D8B030D-6E8A-4147-A177-3AD203B41FA5}">
                      <a16:colId xmlns:a16="http://schemas.microsoft.com/office/drawing/2014/main" val="2844346960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1858064938"/>
                    </a:ext>
                  </a:extLst>
                </a:gridCol>
                <a:gridCol w="319641">
                  <a:extLst>
                    <a:ext uri="{9D8B030D-6E8A-4147-A177-3AD203B41FA5}">
                      <a16:colId xmlns:a16="http://schemas.microsoft.com/office/drawing/2014/main" val="2466180475"/>
                    </a:ext>
                  </a:extLst>
                </a:gridCol>
                <a:gridCol w="319641">
                  <a:extLst>
                    <a:ext uri="{9D8B030D-6E8A-4147-A177-3AD203B41FA5}">
                      <a16:colId xmlns:a16="http://schemas.microsoft.com/office/drawing/2014/main" val="3770724541"/>
                    </a:ext>
                  </a:extLst>
                </a:gridCol>
                <a:gridCol w="319641">
                  <a:extLst>
                    <a:ext uri="{9D8B030D-6E8A-4147-A177-3AD203B41FA5}">
                      <a16:colId xmlns:a16="http://schemas.microsoft.com/office/drawing/2014/main" val="3085411489"/>
                    </a:ext>
                  </a:extLst>
                </a:gridCol>
                <a:gridCol w="319641">
                  <a:extLst>
                    <a:ext uri="{9D8B030D-6E8A-4147-A177-3AD203B41FA5}">
                      <a16:colId xmlns:a16="http://schemas.microsoft.com/office/drawing/2014/main" val="2241697672"/>
                    </a:ext>
                  </a:extLst>
                </a:gridCol>
                <a:gridCol w="319641">
                  <a:extLst>
                    <a:ext uri="{9D8B030D-6E8A-4147-A177-3AD203B41FA5}">
                      <a16:colId xmlns:a16="http://schemas.microsoft.com/office/drawing/2014/main" val="496162427"/>
                    </a:ext>
                  </a:extLst>
                </a:gridCol>
                <a:gridCol w="422401">
                  <a:extLst>
                    <a:ext uri="{9D8B030D-6E8A-4147-A177-3AD203B41FA5}">
                      <a16:colId xmlns:a16="http://schemas.microsoft.com/office/drawing/2014/main" val="1082620091"/>
                    </a:ext>
                  </a:extLst>
                </a:gridCol>
              </a:tblGrid>
              <a:tr h="1134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Subsidiary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W13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W14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W15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W16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W17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0962648"/>
                  </a:ext>
                </a:extLst>
              </a:tr>
              <a:tr h="1134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LGEBN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Amsterdam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904945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Den Haag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2756970"/>
                  </a:ext>
                </a:extLst>
              </a:tr>
              <a:tr h="113400"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LGEDG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Berlin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916765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Frankfurt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517790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Hamburg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525311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Koeln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1599633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Muenchen</a:t>
                      </a:r>
                      <a:endParaRPr lang="en-US" sz="8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432127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Bochum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352262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Bremen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5017556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Dortmund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30509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Dresden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352875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Duesseldorf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54155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Duisburg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1520480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Essen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6055959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Hannover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609514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Leipzig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3864444"/>
                  </a:ext>
                </a:extLst>
              </a:tr>
              <a:tr h="113400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BARCELONA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829949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MADRID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3122823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VALENCIA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712062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Alicante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9701186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Asturias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607786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Cordoba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85951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Granada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7542442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Malaga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7508372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Murcia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9176721"/>
                  </a:ext>
                </a:extLst>
              </a:tr>
              <a:tr h="11340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LGEFS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Il de france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2760453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Lyon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3676994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Marseille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6707096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Nice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91489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Toulon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1358060"/>
                  </a:ext>
                </a:extLst>
              </a:tr>
              <a:tr h="11340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Milan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46327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Rome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2128743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Bologna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410994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Napoli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392225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PADOVA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9902962"/>
                  </a:ext>
                </a:extLst>
              </a:tr>
              <a:tr h="1134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LGEMK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Budapest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084319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Pest megye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1391321"/>
                  </a:ext>
                </a:extLst>
              </a:tr>
              <a:tr h="11340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LGEPL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Katowice area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9853075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Outer Katowice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442730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Outer Warsaw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5918253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Warsaw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84040"/>
                  </a:ext>
                </a:extLst>
              </a:tr>
              <a:tr h="113400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LGEUK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Birmingham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8680828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London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0253119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Manchester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303501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Coventry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6627991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Nottingham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7825617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Sheffield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+mn-ea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3943324"/>
                  </a:ext>
                </a:extLst>
              </a:tr>
              <a:tr h="1134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Wolverhampton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345164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E297461-2300-596F-EA94-9BC605E10DB7}"/>
              </a:ext>
            </a:extLst>
          </p:cNvPr>
          <p:cNvSpPr txBox="1"/>
          <p:nvPr/>
        </p:nvSpPr>
        <p:spPr>
          <a:xfrm>
            <a:off x="3181216" y="489554"/>
            <a:ext cx="31470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최근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 연속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이하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3~4 / 4~5 : 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누적 실적 기준 구분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E731A0F-8400-F02A-3B04-8606BA07939A}"/>
              </a:ext>
            </a:extLst>
          </p:cNvPr>
          <p:cNvSpPr txBox="1"/>
          <p:nvPr/>
        </p:nvSpPr>
        <p:spPr>
          <a:xfrm>
            <a:off x="2004029" y="470504"/>
            <a:ext cx="140615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B2874852-28C4-B46A-D750-3B33B6AB0C67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DBADF77-FE6D-652D-C2A4-196438E79BC6}"/>
              </a:ext>
            </a:extLst>
          </p:cNvPr>
          <p:cNvSpPr txBox="1"/>
          <p:nvPr/>
        </p:nvSpPr>
        <p:spPr>
          <a:xfrm>
            <a:off x="67622" y="48141"/>
            <a:ext cx="506228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유럽 지역 전략도시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및 개선 활동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B5AB072-6D15-7328-61E5-09A43EF81DAA}"/>
              </a:ext>
            </a:extLst>
          </p:cNvPr>
          <p:cNvSpPr txBox="1"/>
          <p:nvPr/>
        </p:nvSpPr>
        <p:spPr>
          <a:xfrm>
            <a:off x="5812229" y="729030"/>
            <a:ext cx="53721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48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중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28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도시가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일대이며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특히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TV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제품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한계 돌파 필요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D1076E1-8808-DF22-52CE-C64BE7AB431A}"/>
              </a:ext>
            </a:extLst>
          </p:cNvPr>
          <p:cNvSpPr/>
          <p:nvPr/>
        </p:nvSpPr>
        <p:spPr>
          <a:xfrm>
            <a:off x="5834718" y="2630554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이태리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0B1CFF-537C-6A8C-36DF-02F22D3F19AF}"/>
              </a:ext>
            </a:extLst>
          </p:cNvPr>
          <p:cNvSpPr/>
          <p:nvPr/>
        </p:nvSpPr>
        <p:spPr>
          <a:xfrm>
            <a:off x="5834718" y="3431516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스페인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C74C5BA7-A03C-B024-9016-493E6C0E58B2}"/>
              </a:ext>
            </a:extLst>
          </p:cNvPr>
          <p:cNvSpPr/>
          <p:nvPr/>
        </p:nvSpPr>
        <p:spPr>
          <a:xfrm>
            <a:off x="5834718" y="5809262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헝가리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8A40564A-700F-C46F-DD05-7301B3E28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107585"/>
              </p:ext>
            </p:extLst>
          </p:nvPr>
        </p:nvGraphicFramePr>
        <p:xfrm>
          <a:off x="5894779" y="999283"/>
          <a:ext cx="2104714" cy="1219200"/>
        </p:xfrm>
        <a:graphic>
          <a:graphicData uri="http://schemas.openxmlformats.org/drawingml/2006/table">
            <a:tbl>
              <a:tblPr/>
              <a:tblGrid>
                <a:gridCol w="493402">
                  <a:extLst>
                    <a:ext uri="{9D8B030D-6E8A-4147-A177-3AD203B41FA5}">
                      <a16:colId xmlns:a16="http://schemas.microsoft.com/office/drawing/2014/main" val="3780500142"/>
                    </a:ext>
                  </a:extLst>
                </a:gridCol>
                <a:gridCol w="427037">
                  <a:extLst>
                    <a:ext uri="{9D8B030D-6E8A-4147-A177-3AD203B41FA5}">
                      <a16:colId xmlns:a16="http://schemas.microsoft.com/office/drawing/2014/main" val="132593276"/>
                    </a:ext>
                  </a:extLst>
                </a:gridCol>
                <a:gridCol w="473075">
                  <a:extLst>
                    <a:ext uri="{9D8B030D-6E8A-4147-A177-3AD203B41FA5}">
                      <a16:colId xmlns:a16="http://schemas.microsoft.com/office/drawing/2014/main" val="4141686070"/>
                    </a:ext>
                  </a:extLst>
                </a:gridCol>
                <a:gridCol w="355600">
                  <a:extLst>
                    <a:ext uri="{9D8B030D-6E8A-4147-A177-3AD203B41FA5}">
                      <a16:colId xmlns:a16="http://schemas.microsoft.com/office/drawing/2014/main" val="3305929376"/>
                    </a:ext>
                  </a:extLst>
                </a:gridCol>
                <a:gridCol w="355600">
                  <a:extLst>
                    <a:ext uri="{9D8B030D-6E8A-4147-A177-3AD203B41FA5}">
                      <a16:colId xmlns:a16="http://schemas.microsoft.com/office/drawing/2014/main" val="2738350293"/>
                    </a:ext>
                  </a:extLst>
                </a:gridCol>
              </a:tblGrid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도시수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안정적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812286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베네룩스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115683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독일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17193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스페인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587786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프랑스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4275555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이태리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3995722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헝가리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004021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폴란드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2203540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영국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40328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 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     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9023613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C1BBE593-F094-99C8-1A41-79FFA559B04C}"/>
              </a:ext>
            </a:extLst>
          </p:cNvPr>
          <p:cNvSpPr txBox="1"/>
          <p:nvPr/>
        </p:nvSpPr>
        <p:spPr>
          <a:xfrm>
            <a:off x="7318553" y="1945986"/>
            <a:ext cx="5453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en-US" altLang="ko-KR" sz="1600">
                <a:solidFill>
                  <a:srgbClr val="C00000"/>
                </a:solidFill>
              </a:rPr>
              <a:t> </a:t>
            </a:r>
            <a:endParaRPr lang="ko-KR" altLang="en-US" sz="1600">
              <a:solidFill>
                <a:srgbClr val="C00000"/>
              </a:solidFill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4330FC5A-D73F-6066-35DA-F2291D78D2DE}"/>
              </a:ext>
            </a:extLst>
          </p:cNvPr>
          <p:cNvCxnSpPr/>
          <p:nvPr/>
        </p:nvCxnSpPr>
        <p:spPr>
          <a:xfrm>
            <a:off x="6677202" y="2524506"/>
            <a:ext cx="421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3F8C360D-4EDB-0481-F0CF-AD35D76901BD}"/>
              </a:ext>
            </a:extLst>
          </p:cNvPr>
          <p:cNvCxnSpPr/>
          <p:nvPr/>
        </p:nvCxnSpPr>
        <p:spPr>
          <a:xfrm>
            <a:off x="11066916" y="2524506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816346D2-AD87-E2E2-11E9-54DD785588E2}"/>
              </a:ext>
            </a:extLst>
          </p:cNvPr>
          <p:cNvSpPr txBox="1"/>
          <p:nvPr/>
        </p:nvSpPr>
        <p:spPr>
          <a:xfrm>
            <a:off x="7878616" y="2258850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F62EC16-7350-B587-2DFD-48A4DD5DAB99}"/>
              </a:ext>
            </a:extLst>
          </p:cNvPr>
          <p:cNvSpPr txBox="1"/>
          <p:nvPr/>
        </p:nvSpPr>
        <p:spPr>
          <a:xfrm>
            <a:off x="11199931" y="224750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35" name="Text Box 3">
            <a:extLst>
              <a:ext uri="{FF2B5EF4-FFF2-40B4-BE49-F238E27FC236}">
                <a16:creationId xmlns:a16="http://schemas.microsoft.com/office/drawing/2014/main" id="{97BB8AB4-E441-2018-C49C-CEB4CB459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109" y="2881320"/>
            <a:ext cx="3628086" cy="503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이태리 내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Sub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창고 운영통한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모듈 공급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L/T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단축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볼로냐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세탁기 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난수리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수리 개선 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6" name="Text Box 3">
            <a:extLst>
              <a:ext uri="{FF2B5EF4-FFF2-40B4-BE49-F238E27FC236}">
                <a16:creationId xmlns:a16="http://schemas.microsoft.com/office/drawing/2014/main" id="{93669D56-097A-F216-0E0F-C0B57E7901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2630554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HS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달성 중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TV RTAT 6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(TV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모듈 전진 배치 및 익일공급 한계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7" name="Text Box 3">
            <a:extLst>
              <a:ext uri="{FF2B5EF4-FFF2-40B4-BE49-F238E27FC236}">
                <a16:creationId xmlns:a16="http://schemas.microsoft.com/office/drawing/2014/main" id="{C940C2BB-6217-6B4F-D28D-E9898864D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26364" y="2852306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(TBD)</a:t>
            </a:r>
          </a:p>
        </p:txBody>
      </p:sp>
      <p:sp>
        <p:nvSpPr>
          <p:cNvPr id="39" name="실행 단추: 앞으로 또는 다음으로 이동 38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7E2D11D-BC53-13D1-5B82-D188233DEEAF}"/>
              </a:ext>
            </a:extLst>
          </p:cNvPr>
          <p:cNvSpPr>
            <a:spLocks noChangeAspect="1"/>
          </p:cNvSpPr>
          <p:nvPr/>
        </p:nvSpPr>
        <p:spPr>
          <a:xfrm>
            <a:off x="6147758" y="3163868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직사각형 72">
            <a:extLst>
              <a:ext uri="{FF2B5EF4-FFF2-40B4-BE49-F238E27FC236}">
                <a16:creationId xmlns:a16="http://schemas.microsoft.com/office/drawing/2014/main" id="{29574B55-F07F-AC52-53AF-83CC1D67763F}"/>
              </a:ext>
            </a:extLst>
          </p:cNvPr>
          <p:cNvSpPr/>
          <p:nvPr/>
        </p:nvSpPr>
        <p:spPr>
          <a:xfrm>
            <a:off x="8429801" y="3125124"/>
            <a:ext cx="2676645" cy="376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AX)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부품추천 적확도 개선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품질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본사 품질 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카운실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활용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Claim)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적극 교환 검토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한시적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0"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1" name="Text Box 3">
            <a:extLst>
              <a:ext uri="{FF2B5EF4-FFF2-40B4-BE49-F238E27FC236}">
                <a16:creationId xmlns:a16="http://schemas.microsoft.com/office/drawing/2014/main" id="{E7EEC97C-B7DB-A02F-C033-7E51C99F71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26364" y="3066512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47" name="Text Box 3">
            <a:extLst>
              <a:ext uri="{FF2B5EF4-FFF2-40B4-BE49-F238E27FC236}">
                <a16:creationId xmlns:a16="http://schemas.microsoft.com/office/drawing/2014/main" id="{8418D14E-06A9-1ED0-66E2-DC3C1DBB98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6147" y="3686764"/>
            <a:ext cx="5003978" cy="503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모듈 전진 배치 확대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전략도시내 전담 기사 대상 인센티브 운영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말라가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딜러 활용 모니터 제품 수리 프로세스 변경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10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8" name="Text Box 3">
            <a:extLst>
              <a:ext uri="{FF2B5EF4-FFF2-40B4-BE49-F238E27FC236}">
                <a16:creationId xmlns:a16="http://schemas.microsoft.com/office/drawing/2014/main" id="{3D8AC3E0-2557-8E79-8739-5BD3197270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3467748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HS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달성 중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TV RTAT 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→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전진 배치 통한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 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9" name="Text Box 3">
            <a:extLst>
              <a:ext uri="{FF2B5EF4-FFF2-40B4-BE49-F238E27FC236}">
                <a16:creationId xmlns:a16="http://schemas.microsoft.com/office/drawing/2014/main" id="{4B06D718-0239-C4EC-DCA4-C3F048C87A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07418" y="366577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DC820AF0-66F4-AF3E-4ACF-5D203573C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26364" y="3880022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81ED4204-CCF9-90F8-653C-64F1F0DF6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2497" y="6087064"/>
            <a:ext cx="500397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기사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인 집중 관리 및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Pin point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</a:t>
            </a:r>
            <a:endParaRPr lang="en-US" altLang="ko-KR" sz="9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853388A-75B4-CDBB-2EB9-2434C61E1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109" y="5842648"/>
            <a:ext cx="4577822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전략도시내 직영 처리율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90%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이상 → 기사 단위 세부 관리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개선으로 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주차별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이탈 방지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53" name="Text Box 3">
            <a:extLst>
              <a:ext uri="{FF2B5EF4-FFF2-40B4-BE49-F238E27FC236}">
                <a16:creationId xmlns:a16="http://schemas.microsoft.com/office/drawing/2014/main" id="{AFB29132-5377-DAB4-9BF4-6F3EDF3D55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13768" y="598352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55" name="실행 단추: 앞으로 또는 다음으로 이동 54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E80F64F-78B6-CFF6-999E-68D0FC4858B1}"/>
              </a:ext>
            </a:extLst>
          </p:cNvPr>
          <p:cNvSpPr>
            <a:spLocks noChangeAspect="1"/>
          </p:cNvSpPr>
          <p:nvPr/>
        </p:nvSpPr>
        <p:spPr>
          <a:xfrm>
            <a:off x="6147758" y="3964390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실행 단추: 앞으로 또는 다음으로 이동 55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01BD7341-7D47-B5EF-18EE-FD1B2A63A97C}"/>
              </a:ext>
            </a:extLst>
          </p:cNvPr>
          <p:cNvSpPr>
            <a:spLocks noChangeAspect="1"/>
          </p:cNvSpPr>
          <p:nvPr/>
        </p:nvSpPr>
        <p:spPr>
          <a:xfrm>
            <a:off x="6147758" y="6368446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직사각형 72">
            <a:extLst>
              <a:ext uri="{FF2B5EF4-FFF2-40B4-BE49-F238E27FC236}">
                <a16:creationId xmlns:a16="http://schemas.microsoft.com/office/drawing/2014/main" id="{8C9ACEEF-5D7A-F69E-C07C-7EEC43D56175}"/>
              </a:ext>
            </a:extLst>
          </p:cNvPr>
          <p:cNvSpPr/>
          <p:nvPr/>
        </p:nvSpPr>
        <p:spPr>
          <a:xfrm>
            <a:off x="7131780" y="6272777"/>
            <a:ext cx="3307620" cy="2285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접수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~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시작 타 기사 대비 지연 → 고객 케어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123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집중 관리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kumimoji="0"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A61416D3-C9F2-B734-9A56-03FFB3690EC9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F70B71-B854-48C4-616C-F9075F4F9BE8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직사각형 72">
            <a:extLst>
              <a:ext uri="{FF2B5EF4-FFF2-40B4-BE49-F238E27FC236}">
                <a16:creationId xmlns:a16="http://schemas.microsoft.com/office/drawing/2014/main" id="{06091E96-DF7D-FFAE-2AA0-0A4BF9A3D164}"/>
              </a:ext>
            </a:extLst>
          </p:cNvPr>
          <p:cNvSpPr/>
          <p:nvPr/>
        </p:nvSpPr>
        <p:spPr>
          <a:xfrm>
            <a:off x="9401351" y="3927992"/>
            <a:ext cx="968199" cy="2285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PD</a:t>
            </a: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CD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프로세스</a:t>
            </a:r>
            <a:endParaRPr kumimoji="0"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DE6870F-CE72-6647-EBCC-27537270747E}"/>
              </a:ext>
            </a:extLst>
          </p:cNvPr>
          <p:cNvSpPr/>
          <p:nvPr/>
        </p:nvSpPr>
        <p:spPr>
          <a:xfrm>
            <a:off x="5834718" y="5020438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독일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86D6EE35-9242-2F37-6FE6-4DD7CD5A7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5220204"/>
            <a:ext cx="3628086" cy="503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센터 평가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/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인센티브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scheme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 전략도시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루르지방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도시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전용율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추가 확대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44894A53-40B1-C0E1-9B81-957D87E7F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3708" y="5183844"/>
            <a:ext cx="526417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2" name="직사각형 72">
            <a:extLst>
              <a:ext uri="{FF2B5EF4-FFF2-40B4-BE49-F238E27FC236}">
                <a16:creationId xmlns:a16="http://schemas.microsoft.com/office/drawing/2014/main" id="{0EEC42F1-5053-C287-6DEC-3E165A93895B}"/>
              </a:ext>
            </a:extLst>
          </p:cNvPr>
          <p:cNvSpPr/>
          <p:nvPr/>
        </p:nvSpPr>
        <p:spPr>
          <a:xfrm>
            <a:off x="9485092" y="5218579"/>
            <a:ext cx="1505015" cy="2285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RTAT/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전용율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1" name="Text Box 3">
            <a:extLst>
              <a:ext uri="{FF2B5EF4-FFF2-40B4-BE49-F238E27FC236}">
                <a16:creationId xmlns:a16="http://schemas.microsoft.com/office/drawing/2014/main" id="{D3EDA938-C7AA-D691-044C-097C8F88D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5008700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차 확대 도시 중심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평균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건 ↓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일대 지속 → 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장기건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선제 관리통한 목표 달성  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3" name="직사각형 72">
            <a:extLst>
              <a:ext uri="{FF2B5EF4-FFF2-40B4-BE49-F238E27FC236}">
                <a16:creationId xmlns:a16="http://schemas.microsoft.com/office/drawing/2014/main" id="{B4616BCE-E334-FB35-2AF0-7095339641AA}"/>
              </a:ext>
            </a:extLst>
          </p:cNvPr>
          <p:cNvSpPr/>
          <p:nvPr/>
        </p:nvSpPr>
        <p:spPr>
          <a:xfrm>
            <a:off x="8507742" y="5461955"/>
            <a:ext cx="2141566" cy="2285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‘26.1Q) </a:t>
            </a: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하노버</a:t>
            </a: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73%, </a:t>
            </a: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뒤셀도르프</a:t>
            </a: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57% </a:t>
            </a: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kumimoji="0"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kumimoji="0"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80%</a:t>
            </a:r>
            <a:endParaRPr kumimoji="0"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4" name="Text Box 3">
            <a:extLst>
              <a:ext uri="{FF2B5EF4-FFF2-40B4-BE49-F238E27FC236}">
                <a16:creationId xmlns:a16="http://schemas.microsoft.com/office/drawing/2014/main" id="{20569E6D-0E9A-863E-8851-B76190B3CC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3708" y="5435670"/>
            <a:ext cx="526417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57" name="실행 단추: 앞으로 또는 다음으로 이동 56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BA58F0CF-D5F5-8A4D-8099-F5F76160DB27}"/>
              </a:ext>
            </a:extLst>
          </p:cNvPr>
          <p:cNvSpPr>
            <a:spLocks noChangeAspect="1"/>
          </p:cNvSpPr>
          <p:nvPr/>
        </p:nvSpPr>
        <p:spPr>
          <a:xfrm>
            <a:off x="6147758" y="5572079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9B82CF95-D4FC-0AC5-4234-94948655F4AF}"/>
              </a:ext>
            </a:extLst>
          </p:cNvPr>
          <p:cNvSpPr/>
          <p:nvPr/>
        </p:nvSpPr>
        <p:spPr>
          <a:xfrm>
            <a:off x="5834718" y="4211144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영국</a:t>
            </a:r>
          </a:p>
        </p:txBody>
      </p:sp>
      <p:sp>
        <p:nvSpPr>
          <p:cNvPr id="60" name="Text Box 3">
            <a:extLst>
              <a:ext uri="{FF2B5EF4-FFF2-40B4-BE49-F238E27FC236}">
                <a16:creationId xmlns:a16="http://schemas.microsoft.com/office/drawing/2014/main" id="{C07E36D9-F27E-48A2-BE71-17E36BF736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6147" y="4442414"/>
            <a:ext cx="5003978" cy="503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TV N/W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정예화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: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북부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 </a:t>
            </a:r>
            <a:r>
              <a:rPr lang="ko-KR" altLang="en-US" sz="9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도시→집중수리센터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完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),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중부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 →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DMS2(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진행중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~5/2W)</a:t>
            </a:r>
          </a:p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             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딜러 자체 접수 수리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건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 위한 부품 증량 유도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en-US" altLang="ko-KR" sz="9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Currys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: TV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매출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30%)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10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61" name="Text Box 3">
            <a:extLst>
              <a:ext uri="{FF2B5EF4-FFF2-40B4-BE49-F238E27FC236}">
                <a16:creationId xmlns:a16="http://schemas.microsoft.com/office/drawing/2014/main" id="{DBA65C20-75A4-F739-D9CF-5717117AFB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4223398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HS N/W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전용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N/W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으로 정예화 완료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진행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중 →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정예화 가속화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62" name="Text Box 3">
            <a:extLst>
              <a:ext uri="{FF2B5EF4-FFF2-40B4-BE49-F238E27FC236}">
                <a16:creationId xmlns:a16="http://schemas.microsoft.com/office/drawing/2014/main" id="{1351DD05-9EFA-88E1-6899-4AD5BD32C1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07418" y="442142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63" name="Text Box 3">
            <a:extLst>
              <a:ext uri="{FF2B5EF4-FFF2-40B4-BE49-F238E27FC236}">
                <a16:creationId xmlns:a16="http://schemas.microsoft.com/office/drawing/2014/main" id="{08E4BF98-1DD3-DFD8-AA88-AA4A87A0D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26364" y="4635672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64" name="실행 단추: 앞으로 또는 다음으로 이동 63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0621E7CD-4F22-A2DA-4482-375945B534D3}"/>
              </a:ext>
            </a:extLst>
          </p:cNvPr>
          <p:cNvSpPr>
            <a:spLocks noChangeAspect="1"/>
          </p:cNvSpPr>
          <p:nvPr/>
        </p:nvSpPr>
        <p:spPr>
          <a:xfrm>
            <a:off x="6147758" y="4734390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998426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18A9828-FD5F-1400-1D4D-A19FCE7D94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173F2D8-8AE6-2F58-B9F9-C57EACC3C7E2}"/>
              </a:ext>
            </a:extLst>
          </p:cNvPr>
          <p:cNvSpPr txBox="1"/>
          <p:nvPr/>
        </p:nvSpPr>
        <p:spPr>
          <a:xfrm>
            <a:off x="2207311" y="5328870"/>
            <a:ext cx="31470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최근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 연속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이하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3~4 / 4~5 : 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누적 실적 기준 구분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B05BBC-FE9F-B0E5-62EE-AF888D3F1BD9}"/>
              </a:ext>
            </a:extLst>
          </p:cNvPr>
          <p:cNvSpPr txBox="1"/>
          <p:nvPr/>
        </p:nvSpPr>
        <p:spPr>
          <a:xfrm>
            <a:off x="2382777" y="935824"/>
            <a:ext cx="140615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D9A0B377-C053-4C7D-25FA-6C9E1F771592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FBE2F595-E250-5F33-5689-3E3E7D4DC7BC}"/>
              </a:ext>
            </a:extLst>
          </p:cNvPr>
          <p:cNvSpPr txBox="1"/>
          <p:nvPr/>
        </p:nvSpPr>
        <p:spPr>
          <a:xfrm>
            <a:off x="67622" y="48141"/>
            <a:ext cx="52867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중남미 지역 전략도시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및 개선 활동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CD5C309-2911-734A-A05E-3B382026617C}"/>
              </a:ext>
            </a:extLst>
          </p:cNvPr>
          <p:cNvSpPr txBox="1"/>
          <p:nvPr/>
        </p:nvSpPr>
        <p:spPr>
          <a:xfrm>
            <a:off x="5883467" y="905066"/>
            <a:ext cx="53721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중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도시가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초반 지속 중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멕시코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브라질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차 확대도시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409F4DA-E978-A1D4-9C66-0410A80273D1}"/>
              </a:ext>
            </a:extLst>
          </p:cNvPr>
          <p:cNvSpPr/>
          <p:nvPr/>
        </p:nvSpPr>
        <p:spPr>
          <a:xfrm>
            <a:off x="5834718" y="2743608"/>
            <a:ext cx="770080" cy="1181469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멕시코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E0F9E7-AC3B-889C-CF86-3D9863ADD725}"/>
              </a:ext>
            </a:extLst>
          </p:cNvPr>
          <p:cNvSpPr/>
          <p:nvPr/>
        </p:nvSpPr>
        <p:spPr>
          <a:xfrm>
            <a:off x="5834718" y="4182716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브라질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4DAAA32C-38AF-905F-FC80-0D3B3B3072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9500935"/>
              </p:ext>
            </p:extLst>
          </p:nvPr>
        </p:nvGraphicFramePr>
        <p:xfrm>
          <a:off x="5986268" y="1183675"/>
          <a:ext cx="1858526" cy="975360"/>
        </p:xfrm>
        <a:graphic>
          <a:graphicData uri="http://schemas.openxmlformats.org/drawingml/2006/table">
            <a:tbl>
              <a:tblPr/>
              <a:tblGrid>
                <a:gridCol w="561413">
                  <a:extLst>
                    <a:ext uri="{9D8B030D-6E8A-4147-A177-3AD203B41FA5}">
                      <a16:colId xmlns:a16="http://schemas.microsoft.com/office/drawing/2014/main" val="3780500142"/>
                    </a:ext>
                  </a:extLst>
                </a:gridCol>
                <a:gridCol w="485900">
                  <a:extLst>
                    <a:ext uri="{9D8B030D-6E8A-4147-A177-3AD203B41FA5}">
                      <a16:colId xmlns:a16="http://schemas.microsoft.com/office/drawing/2014/main" val="132593276"/>
                    </a:ext>
                  </a:extLst>
                </a:gridCol>
                <a:gridCol w="465138">
                  <a:extLst>
                    <a:ext uri="{9D8B030D-6E8A-4147-A177-3AD203B41FA5}">
                      <a16:colId xmlns:a16="http://schemas.microsoft.com/office/drawing/2014/main" val="4141686070"/>
                    </a:ext>
                  </a:extLst>
                </a:gridCol>
                <a:gridCol w="346075">
                  <a:extLst>
                    <a:ext uri="{9D8B030D-6E8A-4147-A177-3AD203B41FA5}">
                      <a16:colId xmlns:a16="http://schemas.microsoft.com/office/drawing/2014/main" val="3305929376"/>
                    </a:ext>
                  </a:extLst>
                </a:gridCol>
              </a:tblGrid>
              <a:tr h="911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도시수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안정적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일대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812286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콜럼비아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115683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칠레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17193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멕시코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587786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페루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4275555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파나마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3995722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브라질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0040211"/>
                  </a:ext>
                </a:extLst>
              </a:tr>
              <a:tr h="91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총합계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22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2203540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7F3F5DB-BF8F-7EC8-5799-965C9E6BD6B3}"/>
              </a:ext>
            </a:extLst>
          </p:cNvPr>
          <p:cNvSpPr txBox="1"/>
          <p:nvPr/>
        </p:nvSpPr>
        <p:spPr>
          <a:xfrm>
            <a:off x="7605945" y="1855520"/>
            <a:ext cx="5453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en-US" altLang="ko-KR" sz="1600">
                <a:solidFill>
                  <a:srgbClr val="C00000"/>
                </a:solidFill>
              </a:rPr>
              <a:t> </a:t>
            </a:r>
            <a:endParaRPr lang="ko-KR" altLang="en-US" sz="1600">
              <a:solidFill>
                <a:srgbClr val="C00000"/>
              </a:solidFill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3E78FF64-2689-F492-EEBA-171C7257E639}"/>
              </a:ext>
            </a:extLst>
          </p:cNvPr>
          <p:cNvCxnSpPr/>
          <p:nvPr/>
        </p:nvCxnSpPr>
        <p:spPr>
          <a:xfrm>
            <a:off x="6677202" y="2524506"/>
            <a:ext cx="421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72743DEB-8E4F-B415-544E-CAAC261C9E3C}"/>
              </a:ext>
            </a:extLst>
          </p:cNvPr>
          <p:cNvCxnSpPr/>
          <p:nvPr/>
        </p:nvCxnSpPr>
        <p:spPr>
          <a:xfrm>
            <a:off x="11247306" y="2524506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91F85255-A558-EE27-8BD4-DBA7EE1BF12A}"/>
              </a:ext>
            </a:extLst>
          </p:cNvPr>
          <p:cNvSpPr txBox="1"/>
          <p:nvPr/>
        </p:nvSpPr>
        <p:spPr>
          <a:xfrm>
            <a:off x="7878616" y="2258850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93732E3-A354-78F9-7D31-A82D8F3C2A69}"/>
              </a:ext>
            </a:extLst>
          </p:cNvPr>
          <p:cNvSpPr txBox="1"/>
          <p:nvPr/>
        </p:nvSpPr>
        <p:spPr>
          <a:xfrm>
            <a:off x="11380321" y="224750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446C4256-BFEB-802B-6ECA-C9BC6A2D3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44098" y="2946445"/>
            <a:ext cx="526417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 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2B6F9CF1-1B56-7FD0-B682-08AF55C25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2709101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건수가 작고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ASC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컨트롤이 상대적 낮은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차 확대 도시 중심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일대 초반 지속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4" name="Text Box 3">
            <a:extLst>
              <a:ext uri="{FF2B5EF4-FFF2-40B4-BE49-F238E27FC236}">
                <a16:creationId xmlns:a16="http://schemas.microsoft.com/office/drawing/2014/main" id="{D24F4B27-2FA4-B842-4362-2A322DB4E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44098" y="3248031"/>
            <a:ext cx="526417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35" name="Text Box 3">
            <a:extLst>
              <a:ext uri="{FF2B5EF4-FFF2-40B4-BE49-F238E27FC236}">
                <a16:creationId xmlns:a16="http://schemas.microsoft.com/office/drawing/2014/main" id="{EED445A5-88CA-A689-8DCA-B99A128A1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109" y="4410064"/>
            <a:ext cx="3628086" cy="503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상황 관제실 통한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WIP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관리 및 장기 미처리 건 개선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[Belo Horizonte/Campinas]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공급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L/T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 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6" name="Text Box 3">
            <a:extLst>
              <a:ext uri="{FF2B5EF4-FFF2-40B4-BE49-F238E27FC236}">
                <a16:creationId xmlns:a16="http://schemas.microsoft.com/office/drawing/2014/main" id="{42252A31-0AC9-C00D-35B5-9E8AB69DC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59" y="4159298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차 확산 도시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일대 지속 중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사용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개선 필요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7" name="Text Box 3">
            <a:extLst>
              <a:ext uri="{FF2B5EF4-FFF2-40B4-BE49-F238E27FC236}">
                <a16:creationId xmlns:a16="http://schemas.microsoft.com/office/drawing/2014/main" id="{68B122DA-F664-F127-E6C0-90C9AF24E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6754" y="4381050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38" name="실행 단추: 앞으로 또는 다음으로 이동 37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A22070D-75E3-C808-7C1B-C059E76C9B66}"/>
              </a:ext>
            </a:extLst>
          </p:cNvPr>
          <p:cNvSpPr>
            <a:spLocks noChangeAspect="1"/>
          </p:cNvSpPr>
          <p:nvPr/>
        </p:nvSpPr>
        <p:spPr>
          <a:xfrm>
            <a:off x="6147758" y="3472347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실행 단추: 앞으로 또는 다음으로 이동 3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34B5295-583A-7FD5-441D-7418D4159FCE}"/>
              </a:ext>
            </a:extLst>
          </p:cNvPr>
          <p:cNvSpPr>
            <a:spLocks noChangeAspect="1"/>
          </p:cNvSpPr>
          <p:nvPr/>
        </p:nvSpPr>
        <p:spPr>
          <a:xfrm>
            <a:off x="6147758" y="4692612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 Box 3">
            <a:extLst>
              <a:ext uri="{FF2B5EF4-FFF2-40B4-BE49-F238E27FC236}">
                <a16:creationId xmlns:a16="http://schemas.microsoft.com/office/drawing/2014/main" id="{B3FF98E5-F563-3DF2-E979-8FC662208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6754" y="4595256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 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924C4F8-5C2B-F96E-1874-60BAAFEA44A4}"/>
              </a:ext>
            </a:extLst>
          </p:cNvPr>
          <p:cNvGraphicFramePr>
            <a:graphicFrameLocks noGrp="1"/>
          </p:cNvGraphicFramePr>
          <p:nvPr/>
        </p:nvGraphicFramePr>
        <p:xfrm>
          <a:off x="254908" y="1295990"/>
          <a:ext cx="5014755" cy="3974935"/>
        </p:xfrm>
        <a:graphic>
          <a:graphicData uri="http://schemas.openxmlformats.org/drawingml/2006/table">
            <a:tbl>
              <a:tblPr/>
              <a:tblGrid>
                <a:gridCol w="419131">
                  <a:extLst>
                    <a:ext uri="{9D8B030D-6E8A-4147-A177-3AD203B41FA5}">
                      <a16:colId xmlns:a16="http://schemas.microsoft.com/office/drawing/2014/main" val="1620837206"/>
                    </a:ext>
                  </a:extLst>
                </a:gridCol>
                <a:gridCol w="641913">
                  <a:extLst>
                    <a:ext uri="{9D8B030D-6E8A-4147-A177-3AD203B41FA5}">
                      <a16:colId xmlns:a16="http://schemas.microsoft.com/office/drawing/2014/main" val="1620672492"/>
                    </a:ext>
                  </a:extLst>
                </a:gridCol>
                <a:gridCol w="366479">
                  <a:extLst>
                    <a:ext uri="{9D8B030D-6E8A-4147-A177-3AD203B41FA5}">
                      <a16:colId xmlns:a16="http://schemas.microsoft.com/office/drawing/2014/main" val="3033238420"/>
                    </a:ext>
                  </a:extLst>
                </a:gridCol>
                <a:gridCol w="366479">
                  <a:extLst>
                    <a:ext uri="{9D8B030D-6E8A-4147-A177-3AD203B41FA5}">
                      <a16:colId xmlns:a16="http://schemas.microsoft.com/office/drawing/2014/main" val="883825043"/>
                    </a:ext>
                  </a:extLst>
                </a:gridCol>
                <a:gridCol w="366479">
                  <a:extLst>
                    <a:ext uri="{9D8B030D-6E8A-4147-A177-3AD203B41FA5}">
                      <a16:colId xmlns:a16="http://schemas.microsoft.com/office/drawing/2014/main" val="3692182814"/>
                    </a:ext>
                  </a:extLst>
                </a:gridCol>
                <a:gridCol w="366479">
                  <a:extLst>
                    <a:ext uri="{9D8B030D-6E8A-4147-A177-3AD203B41FA5}">
                      <a16:colId xmlns:a16="http://schemas.microsoft.com/office/drawing/2014/main" val="2235751444"/>
                    </a:ext>
                  </a:extLst>
                </a:gridCol>
                <a:gridCol w="366479">
                  <a:extLst>
                    <a:ext uri="{9D8B030D-6E8A-4147-A177-3AD203B41FA5}">
                      <a16:colId xmlns:a16="http://schemas.microsoft.com/office/drawing/2014/main" val="1469880766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3417042511"/>
                    </a:ext>
                  </a:extLst>
                </a:gridCol>
                <a:gridCol w="304100">
                  <a:extLst>
                    <a:ext uri="{9D8B030D-6E8A-4147-A177-3AD203B41FA5}">
                      <a16:colId xmlns:a16="http://schemas.microsoft.com/office/drawing/2014/main" val="2302942719"/>
                    </a:ext>
                  </a:extLst>
                </a:gridCol>
                <a:gridCol w="304100">
                  <a:extLst>
                    <a:ext uri="{9D8B030D-6E8A-4147-A177-3AD203B41FA5}">
                      <a16:colId xmlns:a16="http://schemas.microsoft.com/office/drawing/2014/main" val="1207214856"/>
                    </a:ext>
                  </a:extLst>
                </a:gridCol>
                <a:gridCol w="304100">
                  <a:extLst>
                    <a:ext uri="{9D8B030D-6E8A-4147-A177-3AD203B41FA5}">
                      <a16:colId xmlns:a16="http://schemas.microsoft.com/office/drawing/2014/main" val="4197561022"/>
                    </a:ext>
                  </a:extLst>
                </a:gridCol>
                <a:gridCol w="322294">
                  <a:extLst>
                    <a:ext uri="{9D8B030D-6E8A-4147-A177-3AD203B41FA5}">
                      <a16:colId xmlns:a16="http://schemas.microsoft.com/office/drawing/2014/main" val="751601781"/>
                    </a:ext>
                  </a:extLst>
                </a:gridCol>
                <a:gridCol w="304100">
                  <a:extLst>
                    <a:ext uri="{9D8B030D-6E8A-4147-A177-3AD203B41FA5}">
                      <a16:colId xmlns:a16="http://schemas.microsoft.com/office/drawing/2014/main" val="2254213908"/>
                    </a:ext>
                  </a:extLst>
                </a:gridCol>
                <a:gridCol w="485222">
                  <a:extLst>
                    <a:ext uri="{9D8B030D-6E8A-4147-A177-3AD203B41FA5}">
                      <a16:colId xmlns:a16="http://schemas.microsoft.com/office/drawing/2014/main" val="3205511250"/>
                    </a:ext>
                  </a:extLst>
                </a:gridCol>
              </a:tblGrid>
              <a:tr h="2298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  <a:endParaRPr lang="en-US" sz="8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4221661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LGECB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Barranquilla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9809339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LGECB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Bogota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888371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LGECB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Medellín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3953984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LGECL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SANTIAGO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777387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CDMX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5511392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MEX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900521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Monterrey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412109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Guadalajara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542037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Puebla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01753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Tabasco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7461640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Veracruz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005445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Xalapa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405178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Zapopan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868671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LGEPR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Lima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2732113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LGEPS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Guayaquil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628502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LGEPS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Panama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8808795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Rio de Janeiro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7974888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Salvador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006195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Sao Paulo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105578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Belo Horizonte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026432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Campinas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3519269"/>
                  </a:ext>
                </a:extLst>
              </a:tr>
              <a:tr h="170229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LGESP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Curitiba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9954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101B88-F0BA-E1DE-19B7-BAF4E9B24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3286" y="3028666"/>
            <a:ext cx="3682098" cy="1586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216000" indent="-216000" latinLnBrk="0">
              <a:lnSpc>
                <a:spcPct val="120000"/>
              </a:lnSpc>
              <a:spcBef>
                <a:spcPts val="1200"/>
              </a:spcBef>
              <a:buFont typeface="Wingdings" panose="05000000000000000000" pitchFamily="2" charset="2"/>
              <a:buChar char=""/>
              <a:tabLst>
                <a:tab pos="134938" algn="l"/>
              </a:tabLst>
              <a:defRPr kumimoji="0" sz="1400" b="1">
                <a:solidFill>
                  <a:srgbClr val="0000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indent="0">
              <a:lnSpc>
                <a:spcPct val="11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/>
            </a:pP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 2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차 전략도시 이슈 센터 현장 점검 및 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Operation Coaching 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강화 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(`26.1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월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~)</a:t>
            </a:r>
            <a:endParaRPr lang="en-US" altLang="ko-KR" sz="1000" b="0">
              <a:solidFill>
                <a:schemeClr val="tx1"/>
              </a:solidFill>
              <a:ea typeface="LG스마트체 Regular" panose="020B0600000101010101" pitchFamily="34" charset="-127"/>
            </a:endParaRP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47BCF43-7590-7581-93F9-F1E0C0C8E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429" y="3166344"/>
            <a:ext cx="4248472" cy="2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spcBef>
                <a:spcPts val="100"/>
              </a:spcBef>
              <a:buNone/>
            </a:pPr>
            <a:r>
              <a:rPr lang="en-US" altLang="ko-KR" sz="900">
                <a:solidFill>
                  <a:srgbClr val="006600"/>
                </a:solidFill>
              </a:rPr>
              <a:t>1/ 2/ 3 Ground Rule Operation, </a:t>
            </a:r>
            <a:r>
              <a:rPr lang="ko-KR" altLang="en-US" sz="900">
                <a:solidFill>
                  <a:srgbClr val="006600"/>
                </a:solidFill>
              </a:rPr>
              <a:t>안전재고 </a:t>
            </a:r>
            <a:r>
              <a:rPr lang="en-US" altLang="ko-KR" sz="900">
                <a:solidFill>
                  <a:srgbClr val="006600"/>
                </a:solidFill>
              </a:rPr>
              <a:t>3</a:t>
            </a:r>
            <a:r>
              <a:rPr lang="ko-KR" altLang="en-US" sz="900">
                <a:solidFill>
                  <a:srgbClr val="006600"/>
                </a:solidFill>
              </a:rPr>
              <a:t>주 확보 등</a:t>
            </a:r>
            <a:endParaRPr lang="en-US" altLang="ko-KR" sz="900">
              <a:solidFill>
                <a:srgbClr val="0066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CD0D1C0-771B-13D4-7061-AAE118434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3286" y="3579172"/>
            <a:ext cx="2707472" cy="1586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216000" indent="-216000" latinLnBrk="0">
              <a:lnSpc>
                <a:spcPct val="120000"/>
              </a:lnSpc>
              <a:spcBef>
                <a:spcPts val="1200"/>
              </a:spcBef>
              <a:buFont typeface="Wingdings" panose="05000000000000000000" pitchFamily="2" charset="2"/>
              <a:buChar char=""/>
              <a:tabLst>
                <a:tab pos="134938" algn="l"/>
              </a:tabLst>
              <a:defRPr kumimoji="0" sz="1400" b="1">
                <a:solidFill>
                  <a:srgbClr val="0000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indent="0">
              <a:lnSpc>
                <a:spcPct val="11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/>
            </a:pP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 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전략도시 장기 미처리 건 성수기 전 최소화  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(`26.1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월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~)</a:t>
            </a:r>
            <a:endParaRPr lang="en-US" altLang="ko-KR" sz="1000" b="0">
              <a:solidFill>
                <a:schemeClr val="tx1"/>
              </a:solidFill>
              <a:ea typeface="LG스마트체 Regular" panose="020B0600000101010101" pitchFamily="34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84AB701-EB30-AFDB-7649-675E67D52029}"/>
              </a:ext>
            </a:extLst>
          </p:cNvPr>
          <p:cNvSpPr/>
          <p:nvPr/>
        </p:nvSpPr>
        <p:spPr>
          <a:xfrm>
            <a:off x="6915531" y="3760946"/>
            <a:ext cx="1907573" cy="1428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1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None/>
            </a:pP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7</a:t>
            </a:r>
            <a:r>
              <a:rPr lang="ko-KR" altLang="en-US" sz="9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일이상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: 12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월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(484)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→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3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월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(429)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→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5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월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34" charset="-127"/>
              </a:rPr>
              <a:t>(218)</a:t>
            </a:r>
            <a:endParaRPr lang="ko-KR" altLang="en-US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34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C52AC0-4034-5BA3-8ADD-CA1F97FAA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3286" y="3382527"/>
            <a:ext cx="3948197" cy="1586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216000" indent="-216000" latinLnBrk="0">
              <a:lnSpc>
                <a:spcPct val="120000"/>
              </a:lnSpc>
              <a:spcBef>
                <a:spcPts val="1200"/>
              </a:spcBef>
              <a:buFont typeface="Wingdings" panose="05000000000000000000" pitchFamily="2" charset="2"/>
              <a:buChar char=""/>
              <a:tabLst>
                <a:tab pos="134938" algn="l"/>
              </a:tabLst>
              <a:defRPr kumimoji="0" sz="1400" b="1">
                <a:solidFill>
                  <a:srgbClr val="0000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indent="0">
              <a:lnSpc>
                <a:spcPct val="110000"/>
              </a:lnSpc>
              <a:spcBef>
                <a:spcPts val="200"/>
              </a:spcBef>
              <a:spcAft>
                <a:spcPts val="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tabLst/>
            </a:pP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 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성수기 대응 준비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(`26.1~4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월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) : 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설치 서비스센터 확대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(4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개↑</a:t>
            </a:r>
            <a:r>
              <a:rPr lang="en-US" altLang="ko-KR" sz="1000">
                <a:solidFill>
                  <a:schemeClr val="tx1"/>
                </a:solidFill>
                <a:ea typeface="LG스마트체 Regular" panose="020B0600000101010101" pitchFamily="34" charset="-127"/>
              </a:rPr>
              <a:t>), </a:t>
            </a:r>
            <a:r>
              <a:rPr lang="ko-KR" altLang="en-US" sz="1000">
                <a:solidFill>
                  <a:schemeClr val="tx1"/>
                </a:solidFill>
                <a:ea typeface="LG스마트체 Regular" panose="020B0600000101010101" pitchFamily="34" charset="-127"/>
              </a:rPr>
              <a:t>주요 안전 재고 증가</a:t>
            </a:r>
            <a:endParaRPr lang="en-US" altLang="ko-KR" sz="1000" b="0">
              <a:solidFill>
                <a:schemeClr val="tx1"/>
              </a:solidFill>
              <a:ea typeface="LG스마트체 Regular" panose="020B0600000101010101" pitchFamily="34" charset="-127"/>
            </a:endParaRPr>
          </a:p>
        </p:txBody>
      </p:sp>
      <p:sp>
        <p:nvSpPr>
          <p:cNvPr id="22" name="Text Box 3">
            <a:extLst>
              <a:ext uri="{FF2B5EF4-FFF2-40B4-BE49-F238E27FC236}">
                <a16:creationId xmlns:a16="http://schemas.microsoft.com/office/drawing/2014/main" id="{D5CEBE87-B64E-4318-4C58-8177099819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44098" y="3481291"/>
            <a:ext cx="526417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 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3" name="직사각형 72">
            <a:extLst>
              <a:ext uri="{FF2B5EF4-FFF2-40B4-BE49-F238E27FC236}">
                <a16:creationId xmlns:a16="http://schemas.microsoft.com/office/drawing/2014/main" id="{90FD86FE-BB4E-A600-BD5A-765A2DE790C8}"/>
              </a:ext>
            </a:extLst>
          </p:cNvPr>
          <p:cNvSpPr/>
          <p:nvPr/>
        </p:nvSpPr>
        <p:spPr>
          <a:xfrm>
            <a:off x="9688041" y="3519582"/>
            <a:ext cx="189435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냉장고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Comp (500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전진배치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성수기 핵심부품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 안전재고 확보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ESC Credit Limit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한시적 증가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AR/AP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프로세스 변경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(LG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 →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AAFBE1CB-3710-4BA7-3638-0C0DE06DB2FA}"/>
              </a:ext>
            </a:extLst>
          </p:cNvPr>
          <p:cNvGraphicFramePr>
            <a:graphicFrameLocks noGrp="1"/>
          </p:cNvGraphicFramePr>
          <p:nvPr/>
        </p:nvGraphicFramePr>
        <p:xfrm>
          <a:off x="9126996" y="4685866"/>
          <a:ext cx="1508224" cy="503652"/>
        </p:xfrm>
        <a:graphic>
          <a:graphicData uri="http://schemas.openxmlformats.org/drawingml/2006/table">
            <a:tbl>
              <a:tblPr/>
              <a:tblGrid>
                <a:gridCol w="641912">
                  <a:extLst>
                    <a:ext uri="{9D8B030D-6E8A-4147-A177-3AD203B41FA5}">
                      <a16:colId xmlns:a16="http://schemas.microsoft.com/office/drawing/2014/main" val="3508275269"/>
                    </a:ext>
                  </a:extLst>
                </a:gridCol>
                <a:gridCol w="421250">
                  <a:extLst>
                    <a:ext uri="{9D8B030D-6E8A-4147-A177-3AD203B41FA5}">
                      <a16:colId xmlns:a16="http://schemas.microsoft.com/office/drawing/2014/main" val="593572228"/>
                    </a:ext>
                  </a:extLst>
                </a:gridCol>
                <a:gridCol w="445062">
                  <a:extLst>
                    <a:ext uri="{9D8B030D-6E8A-4147-A177-3AD203B41FA5}">
                      <a16:colId xmlns:a16="http://schemas.microsoft.com/office/drawing/2014/main" val="1989207698"/>
                    </a:ext>
                  </a:extLst>
                </a:gridCol>
              </a:tblGrid>
              <a:tr h="1259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도시</a:t>
                      </a:r>
                      <a:endParaRPr 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목표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평균 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</a:t>
                      </a:r>
                      <a:r>
                        <a:rPr lang="en-US" altLang="ko-KR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sz="800" b="0" i="0" u="none" strike="noStrike" kern="120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268340"/>
                  </a:ext>
                </a:extLst>
              </a:tr>
              <a:tr h="1259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Belo Horizonte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C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7897900"/>
                  </a:ext>
                </a:extLst>
              </a:tr>
              <a:tr h="1259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Campinas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C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949246"/>
                  </a:ext>
                </a:extLst>
              </a:tr>
              <a:tr h="1259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Curitiba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66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5420321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747B65AA-2474-9D52-9C85-E9AB6094AD26}"/>
              </a:ext>
            </a:extLst>
          </p:cNvPr>
          <p:cNvSpPr/>
          <p:nvPr/>
        </p:nvSpPr>
        <p:spPr>
          <a:xfrm>
            <a:off x="11778801" y="92171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560608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5A2AA1B-80B3-792E-074E-6A5DED589F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995F4F-AF09-5449-74BB-AFC8BF50C390}"/>
              </a:ext>
            </a:extLst>
          </p:cNvPr>
          <p:cNvSpPr txBox="1"/>
          <p:nvPr/>
        </p:nvSpPr>
        <p:spPr>
          <a:xfrm>
            <a:off x="2258374" y="553547"/>
            <a:ext cx="140615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5A69AD9-B826-477D-30F7-960A1274FE5A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B0FC1937-E522-B987-7D85-2822C5E92469}"/>
              </a:ext>
            </a:extLst>
          </p:cNvPr>
          <p:cNvSpPr txBox="1"/>
          <p:nvPr/>
        </p:nvSpPr>
        <p:spPr>
          <a:xfrm>
            <a:off x="67622" y="48141"/>
            <a:ext cx="52867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아시아 지역 전략도시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및 개선 활동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95D8FBE-1CE5-065F-FC0C-790AE44E80BC}"/>
              </a:ext>
            </a:extLst>
          </p:cNvPr>
          <p:cNvSpPr txBox="1"/>
          <p:nvPr/>
        </p:nvSpPr>
        <p:spPr>
          <a:xfrm>
            <a:off x="5883467" y="905066"/>
            <a:ext cx="53721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중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도시가 목표 미달이며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그 중 태국은 수해피해 복구 영향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24CCD4F-D2B2-4555-9C78-DB559C772DF9}"/>
              </a:ext>
            </a:extLst>
          </p:cNvPr>
          <p:cNvSpPr/>
          <p:nvPr/>
        </p:nvSpPr>
        <p:spPr>
          <a:xfrm>
            <a:off x="5883467" y="3411609"/>
            <a:ext cx="770080" cy="1181469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호주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73EF825-05E6-B270-7642-2A391FF407BC}"/>
              </a:ext>
            </a:extLst>
          </p:cNvPr>
          <p:cNvSpPr/>
          <p:nvPr/>
        </p:nvSpPr>
        <p:spPr>
          <a:xfrm>
            <a:off x="5883467" y="5086160"/>
            <a:ext cx="770080" cy="72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태국</a:t>
            </a: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276CFE1E-BDE5-447A-924E-588B0FE23865}"/>
              </a:ext>
            </a:extLst>
          </p:cNvPr>
          <p:cNvCxnSpPr/>
          <p:nvPr/>
        </p:nvCxnSpPr>
        <p:spPr>
          <a:xfrm>
            <a:off x="6725951" y="3192507"/>
            <a:ext cx="421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CE985327-1A43-54E1-A525-A530DD691531}"/>
              </a:ext>
            </a:extLst>
          </p:cNvPr>
          <p:cNvCxnSpPr/>
          <p:nvPr/>
        </p:nvCxnSpPr>
        <p:spPr>
          <a:xfrm>
            <a:off x="11275779" y="3192507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E490F000-FEE5-EF35-9180-CA9F9B3FF619}"/>
              </a:ext>
            </a:extLst>
          </p:cNvPr>
          <p:cNvSpPr txBox="1"/>
          <p:nvPr/>
        </p:nvSpPr>
        <p:spPr>
          <a:xfrm>
            <a:off x="7927365" y="2926851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C8B4318-FCC9-7694-15CF-1095E9CFB360}"/>
              </a:ext>
            </a:extLst>
          </p:cNvPr>
          <p:cNvSpPr txBox="1"/>
          <p:nvPr/>
        </p:nvSpPr>
        <p:spPr>
          <a:xfrm>
            <a:off x="11408794" y="2915508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738877E8-1488-3B37-5BFA-6F82AD084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4508" y="3377102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모듈 전진배치 부족에 따른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 RTAT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저조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 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차 도시 정예 센터 안정화 필요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5" name="Text Box 3">
            <a:extLst>
              <a:ext uri="{FF2B5EF4-FFF2-40B4-BE49-F238E27FC236}">
                <a16:creationId xmlns:a16="http://schemas.microsoft.com/office/drawing/2014/main" id="{359CA47E-1426-96BB-B87F-A7B2F709E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0858" y="5313508"/>
            <a:ext cx="3628086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송클라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타 지역 기사 추가 투입 통한 미처리 건 해소 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6" name="Text Box 3">
            <a:extLst>
              <a:ext uri="{FF2B5EF4-FFF2-40B4-BE49-F238E27FC236}">
                <a16:creationId xmlns:a16="http://schemas.microsoft.com/office/drawing/2014/main" id="{E06E958D-592B-480E-2600-BB6F317CD2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4508" y="5062742"/>
            <a:ext cx="4380698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■ 연말 수해 피해 이후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,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장기 미처리 해소에 따른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악화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7" name="Text Box 3">
            <a:extLst>
              <a:ext uri="{FF2B5EF4-FFF2-40B4-BE49-F238E27FC236}">
                <a16:creationId xmlns:a16="http://schemas.microsoft.com/office/drawing/2014/main" id="{021084C3-7BE6-8961-0AC1-5D8701E3A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503" y="5284494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8" name="실행 단추: 앞으로 또는 다음으로 이동 37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37A5D4A-F1AC-8354-D862-8A302E3BFE4E}"/>
              </a:ext>
            </a:extLst>
          </p:cNvPr>
          <p:cNvSpPr>
            <a:spLocks noChangeAspect="1"/>
          </p:cNvSpPr>
          <p:nvPr/>
        </p:nvSpPr>
        <p:spPr>
          <a:xfrm>
            <a:off x="6196507" y="4140348"/>
            <a:ext cx="144000" cy="144000"/>
          </a:xfrm>
          <a:prstGeom prst="actionButtonForwardNex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3161F1B-1A6A-3142-DC61-7064930046BD}"/>
              </a:ext>
            </a:extLst>
          </p:cNvPr>
          <p:cNvGraphicFramePr>
            <a:graphicFrameLocks noGrp="1"/>
          </p:cNvGraphicFramePr>
          <p:nvPr/>
        </p:nvGraphicFramePr>
        <p:xfrm>
          <a:off x="282128" y="792272"/>
          <a:ext cx="4922729" cy="5903329"/>
        </p:xfrm>
        <a:graphic>
          <a:graphicData uri="http://schemas.openxmlformats.org/drawingml/2006/table">
            <a:tbl>
              <a:tblPr/>
              <a:tblGrid>
                <a:gridCol w="457828">
                  <a:extLst>
                    <a:ext uri="{9D8B030D-6E8A-4147-A177-3AD203B41FA5}">
                      <a16:colId xmlns:a16="http://schemas.microsoft.com/office/drawing/2014/main" val="1470646158"/>
                    </a:ext>
                  </a:extLst>
                </a:gridCol>
                <a:gridCol w="681600">
                  <a:extLst>
                    <a:ext uri="{9D8B030D-6E8A-4147-A177-3AD203B41FA5}">
                      <a16:colId xmlns:a16="http://schemas.microsoft.com/office/drawing/2014/main" val="796529325"/>
                    </a:ext>
                  </a:extLst>
                </a:gridCol>
                <a:gridCol w="343370">
                  <a:extLst>
                    <a:ext uri="{9D8B030D-6E8A-4147-A177-3AD203B41FA5}">
                      <a16:colId xmlns:a16="http://schemas.microsoft.com/office/drawing/2014/main" val="1131817327"/>
                    </a:ext>
                  </a:extLst>
                </a:gridCol>
                <a:gridCol w="343370">
                  <a:extLst>
                    <a:ext uri="{9D8B030D-6E8A-4147-A177-3AD203B41FA5}">
                      <a16:colId xmlns:a16="http://schemas.microsoft.com/office/drawing/2014/main" val="898923211"/>
                    </a:ext>
                  </a:extLst>
                </a:gridCol>
                <a:gridCol w="343370">
                  <a:extLst>
                    <a:ext uri="{9D8B030D-6E8A-4147-A177-3AD203B41FA5}">
                      <a16:colId xmlns:a16="http://schemas.microsoft.com/office/drawing/2014/main" val="1224131691"/>
                    </a:ext>
                  </a:extLst>
                </a:gridCol>
                <a:gridCol w="343370">
                  <a:extLst>
                    <a:ext uri="{9D8B030D-6E8A-4147-A177-3AD203B41FA5}">
                      <a16:colId xmlns:a16="http://schemas.microsoft.com/office/drawing/2014/main" val="4067667185"/>
                    </a:ext>
                  </a:extLst>
                </a:gridCol>
                <a:gridCol w="343370">
                  <a:extLst>
                    <a:ext uri="{9D8B030D-6E8A-4147-A177-3AD203B41FA5}">
                      <a16:colId xmlns:a16="http://schemas.microsoft.com/office/drawing/2014/main" val="1295565968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940725106"/>
                    </a:ext>
                  </a:extLst>
                </a:gridCol>
                <a:gridCol w="284926">
                  <a:extLst>
                    <a:ext uri="{9D8B030D-6E8A-4147-A177-3AD203B41FA5}">
                      <a16:colId xmlns:a16="http://schemas.microsoft.com/office/drawing/2014/main" val="3595353786"/>
                    </a:ext>
                  </a:extLst>
                </a:gridCol>
                <a:gridCol w="284926">
                  <a:extLst>
                    <a:ext uri="{9D8B030D-6E8A-4147-A177-3AD203B41FA5}">
                      <a16:colId xmlns:a16="http://schemas.microsoft.com/office/drawing/2014/main" val="163522982"/>
                    </a:ext>
                  </a:extLst>
                </a:gridCol>
                <a:gridCol w="284926">
                  <a:extLst>
                    <a:ext uri="{9D8B030D-6E8A-4147-A177-3AD203B41FA5}">
                      <a16:colId xmlns:a16="http://schemas.microsoft.com/office/drawing/2014/main" val="2687614513"/>
                    </a:ext>
                  </a:extLst>
                </a:gridCol>
                <a:gridCol w="301971">
                  <a:extLst>
                    <a:ext uri="{9D8B030D-6E8A-4147-A177-3AD203B41FA5}">
                      <a16:colId xmlns:a16="http://schemas.microsoft.com/office/drawing/2014/main" val="2827067698"/>
                    </a:ext>
                  </a:extLst>
                </a:gridCol>
                <a:gridCol w="284926">
                  <a:extLst>
                    <a:ext uri="{9D8B030D-6E8A-4147-A177-3AD203B41FA5}">
                      <a16:colId xmlns:a16="http://schemas.microsoft.com/office/drawing/2014/main" val="2696861725"/>
                    </a:ext>
                  </a:extLst>
                </a:gridCol>
                <a:gridCol w="527376">
                  <a:extLst>
                    <a:ext uri="{9D8B030D-6E8A-4147-A177-3AD203B41FA5}">
                      <a16:colId xmlns:a16="http://schemas.microsoft.com/office/drawing/2014/main" val="2653479914"/>
                    </a:ext>
                  </a:extLst>
                </a:gridCol>
              </a:tblGrid>
              <a:tr h="1070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  <a:endParaRPr lang="en-US" sz="8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11305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Brisbane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28203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Melbourne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763920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Sydney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28034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Adelaide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 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58633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LGEAP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Perth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 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617339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LGEHK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Hongkong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27231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BEKASI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785847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BOGOR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22402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JAKARTA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425689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TANGERANG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17175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BANDUNG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922360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MAKASSAR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658838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LGEID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SEMARANG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555732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LGEJP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Tokyo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652937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LGEML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KUALA LUMPUR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558320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LGEML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PENANG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279045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LGEML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SELANGOR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20162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Caloocan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03264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Makati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827311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Mandaluyong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63299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Manila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38528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Marikina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015462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Paranaque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107304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Pasay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7662022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Pasig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96943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Quezon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597514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LGEPH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Taguig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56704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LGESL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Singapore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37434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BANGKOK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4667739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CHIANGMAI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075597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CHONBURI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3311580"/>
                  </a:ext>
                </a:extLst>
              </a:tr>
              <a:tr h="107812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NAKHON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94134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PHUKET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116123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SONGKHLA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012920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UDONTHANI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4060930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Gao xiong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744006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Taipei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7132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 zhung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61936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Taipei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077002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 nan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830831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LGETT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Tao yuan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63584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 Nang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6950427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 Noi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2836662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TP HCM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09543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VUNG TAU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055263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BAC NINH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56262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BINH DUONG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8272218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DONG NAI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8238605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 LONG 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8305416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HAI DUONG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3795429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LONG 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2864373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NAM DINH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8096184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TP. CAN THO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754832"/>
                  </a:ext>
                </a:extLst>
              </a:tr>
              <a:tr h="107049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LGEVH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TP. HAI PHONG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2820935"/>
                  </a:ext>
                </a:extLst>
              </a:tr>
            </a:tbl>
          </a:graphicData>
        </a:graphic>
      </p:graphicFrame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819F801C-CE93-9111-84F7-DBDB2830E2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2120727"/>
              </p:ext>
            </p:extLst>
          </p:nvPr>
        </p:nvGraphicFramePr>
        <p:xfrm>
          <a:off x="5979928" y="1198034"/>
          <a:ext cx="2650632" cy="1681056"/>
        </p:xfrm>
        <a:graphic>
          <a:graphicData uri="http://schemas.openxmlformats.org/drawingml/2006/table">
            <a:tbl>
              <a:tblPr/>
              <a:tblGrid>
                <a:gridCol w="378388">
                  <a:extLst>
                    <a:ext uri="{9D8B030D-6E8A-4147-A177-3AD203B41FA5}">
                      <a16:colId xmlns:a16="http://schemas.microsoft.com/office/drawing/2014/main" val="2866285776"/>
                    </a:ext>
                  </a:extLst>
                </a:gridCol>
                <a:gridCol w="481575">
                  <a:extLst>
                    <a:ext uri="{9D8B030D-6E8A-4147-A177-3AD203B41FA5}">
                      <a16:colId xmlns:a16="http://schemas.microsoft.com/office/drawing/2014/main" val="3730090588"/>
                    </a:ext>
                  </a:extLst>
                </a:gridCol>
                <a:gridCol w="527612">
                  <a:extLst>
                    <a:ext uri="{9D8B030D-6E8A-4147-A177-3AD203B41FA5}">
                      <a16:colId xmlns:a16="http://schemas.microsoft.com/office/drawing/2014/main" val="2062746955"/>
                    </a:ext>
                  </a:extLst>
                </a:gridCol>
                <a:gridCol w="421019">
                  <a:extLst>
                    <a:ext uri="{9D8B030D-6E8A-4147-A177-3AD203B41FA5}">
                      <a16:colId xmlns:a16="http://schemas.microsoft.com/office/drawing/2014/main" val="3717337060"/>
                    </a:ext>
                  </a:extLst>
                </a:gridCol>
                <a:gridCol w="421019">
                  <a:extLst>
                    <a:ext uri="{9D8B030D-6E8A-4147-A177-3AD203B41FA5}">
                      <a16:colId xmlns:a16="http://schemas.microsoft.com/office/drawing/2014/main" val="2763191799"/>
                    </a:ext>
                  </a:extLst>
                </a:gridCol>
                <a:gridCol w="421019">
                  <a:extLst>
                    <a:ext uri="{9D8B030D-6E8A-4147-A177-3AD203B41FA5}">
                      <a16:colId xmlns:a16="http://schemas.microsoft.com/office/drawing/2014/main" val="184123140"/>
                    </a:ext>
                  </a:extLst>
                </a:gridCol>
              </a:tblGrid>
              <a:tr h="14008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도시수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안정적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3~4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4~5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이상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0962478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호주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925884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홍콩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006230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1275705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126835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말련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8992061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필리핀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1444095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브라질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5183820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태국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2075224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대만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54287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베트남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135898"/>
                  </a:ext>
                </a:extLst>
              </a:tr>
              <a:tr h="1400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388476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9B2EB9C3-2A6D-568E-C8F3-4B6F031C071E}"/>
              </a:ext>
            </a:extLst>
          </p:cNvPr>
          <p:cNvSpPr txBox="1"/>
          <p:nvPr/>
        </p:nvSpPr>
        <p:spPr>
          <a:xfrm>
            <a:off x="6180609" y="1173179"/>
            <a:ext cx="5453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en-US" altLang="ko-KR" sz="1600">
                <a:solidFill>
                  <a:srgbClr val="C00000"/>
                </a:solidFill>
              </a:rPr>
              <a:t> </a:t>
            </a:r>
            <a:endParaRPr lang="ko-KR" altLang="en-US" sz="1600">
              <a:solidFill>
                <a:srgbClr val="C00000"/>
              </a:solidFill>
            </a:endParaRPr>
          </a:p>
        </p:txBody>
      </p:sp>
      <p:sp>
        <p:nvSpPr>
          <p:cNvPr id="31" name="직사각형 72">
            <a:extLst>
              <a:ext uri="{FF2B5EF4-FFF2-40B4-BE49-F238E27FC236}">
                <a16:creationId xmlns:a16="http://schemas.microsoft.com/office/drawing/2014/main" id="{24D2846C-448F-7138-D2C9-DFCE25F98E51}"/>
              </a:ext>
            </a:extLst>
          </p:cNvPr>
          <p:cNvSpPr/>
          <p:nvPr/>
        </p:nvSpPr>
        <p:spPr>
          <a:xfrm>
            <a:off x="9688668" y="5088674"/>
            <a:ext cx="132916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세척포함 난수리로 지연</a:t>
            </a:r>
          </a:p>
        </p:txBody>
      </p:sp>
      <p:sp>
        <p:nvSpPr>
          <p:cNvPr id="32" name="직사각형 72">
            <a:extLst>
              <a:ext uri="{FF2B5EF4-FFF2-40B4-BE49-F238E27FC236}">
                <a16:creationId xmlns:a16="http://schemas.microsoft.com/office/drawing/2014/main" id="{2DB6B48C-CD65-8AD0-EE03-8A32E18FE1A4}"/>
              </a:ext>
            </a:extLst>
          </p:cNvPr>
          <p:cNvSpPr/>
          <p:nvPr/>
        </p:nvSpPr>
        <p:spPr>
          <a:xfrm>
            <a:off x="9559396" y="5344682"/>
            <a:ext cx="20223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방콕 직영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생산법인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타 도시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0" name="Text Box 3">
            <a:extLst>
              <a:ext uri="{FF2B5EF4-FFF2-40B4-BE49-F238E27FC236}">
                <a16:creationId xmlns:a16="http://schemas.microsoft.com/office/drawing/2014/main" id="{EA4389E4-AF3A-8C47-7A67-D0EDB627F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5163" y="3626101"/>
            <a:ext cx="3628086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브리즈번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TV ASC Top 10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모듈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D/C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판매통한 전진배치 확대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2" name="Text Box 3">
            <a:extLst>
              <a:ext uri="{FF2B5EF4-FFF2-40B4-BE49-F238E27FC236}">
                <a16:creationId xmlns:a16="http://schemas.microsoft.com/office/drawing/2014/main" id="{66C10518-3BEF-88EA-70EE-E707BDEB4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5227" y="3607527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3" name="Text Box 3">
            <a:extLst>
              <a:ext uri="{FF2B5EF4-FFF2-40B4-BE49-F238E27FC236}">
                <a16:creationId xmlns:a16="http://schemas.microsoft.com/office/drawing/2014/main" id="{9E499868-CD46-EE09-D966-C06D9D061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4202" y="3844870"/>
            <a:ext cx="3628086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아델레이드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TV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정예화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ASC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대상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전진배치 </a:t>
            </a:r>
            <a:r>
              <a:rPr lang="en-US" altLang="ko-KR" sz="8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(70% D/C)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4" name="Text Box 3">
            <a:extLst>
              <a:ext uri="{FF2B5EF4-FFF2-40B4-BE49-F238E27FC236}">
                <a16:creationId xmlns:a16="http://schemas.microsoft.com/office/drawing/2014/main" id="{8A6F26EC-C04D-8BD4-EE50-8C1AE3A57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4202" y="4262065"/>
            <a:ext cx="3628086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퍼스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HS/MS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정예화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ASC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조기 안정화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및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TV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전진 배치 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5" name="Text Box 3">
            <a:extLst>
              <a:ext uri="{FF2B5EF4-FFF2-40B4-BE49-F238E27FC236}">
                <a16:creationId xmlns:a16="http://schemas.microsoft.com/office/drawing/2014/main" id="{40F99328-3174-9278-5CCE-44BB16853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5227" y="3844870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~4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7" name="직사각형 72">
            <a:extLst>
              <a:ext uri="{FF2B5EF4-FFF2-40B4-BE49-F238E27FC236}">
                <a16:creationId xmlns:a16="http://schemas.microsoft.com/office/drawing/2014/main" id="{E57CE96D-E98D-F6F4-E99A-4610147C08FA}"/>
              </a:ext>
            </a:extLst>
          </p:cNvPr>
          <p:cNvSpPr/>
          <p:nvPr/>
        </p:nvSpPr>
        <p:spPr>
          <a:xfrm>
            <a:off x="7473739" y="4068904"/>
            <a:ext cx="20223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HS 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안정화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6.2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→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3.3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8" name="Text Box 3">
            <a:extLst>
              <a:ext uri="{FF2B5EF4-FFF2-40B4-BE49-F238E27FC236}">
                <a16:creationId xmlns:a16="http://schemas.microsoft.com/office/drawing/2014/main" id="{01ECF117-06AE-823F-D855-3AACB9DE8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5227" y="4262065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49" name="직사각형 72">
            <a:extLst>
              <a:ext uri="{FF2B5EF4-FFF2-40B4-BE49-F238E27FC236}">
                <a16:creationId xmlns:a16="http://schemas.microsoft.com/office/drawing/2014/main" id="{8035DC55-35C5-59DD-B497-6F8BFDCFBA17}"/>
              </a:ext>
            </a:extLst>
          </p:cNvPr>
          <p:cNvSpPr/>
          <p:nvPr/>
        </p:nvSpPr>
        <p:spPr>
          <a:xfrm>
            <a:off x="7197795" y="4508112"/>
            <a:ext cx="403202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MS N/W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지연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: ESC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예정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의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급작스런 사업철수 후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와 정예화 진행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(4.2W~)</a:t>
            </a:r>
          </a:p>
          <a:p>
            <a:pPr defTabSz="77917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HS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정예화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품질 안정화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현장 동행 통한 전담 기사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명 품질 안정화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3W~)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9B76DE4C-0988-54E6-CB11-307D79B4331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040309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7171D359-3CD2-88A1-8599-BF2949D31C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AC56DC2-877D-2E57-2718-3D09AD013023}"/>
              </a:ext>
            </a:extLst>
          </p:cNvPr>
          <p:cNvSpPr txBox="1"/>
          <p:nvPr/>
        </p:nvSpPr>
        <p:spPr>
          <a:xfrm>
            <a:off x="2215423" y="5085685"/>
            <a:ext cx="314701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최근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 연속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이하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3~4 / 4~5 : 4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누적 실적 기준 구분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4BA4C0-45E7-40C6-4223-BBCB70F71C07}"/>
              </a:ext>
            </a:extLst>
          </p:cNvPr>
          <p:cNvSpPr txBox="1"/>
          <p:nvPr/>
        </p:nvSpPr>
        <p:spPr>
          <a:xfrm>
            <a:off x="2307027" y="989933"/>
            <a:ext cx="140615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【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</a:t>
            </a:r>
            <a:r>
              <a:rPr lang="en-US" altLang="ko-KR" sz="1000" b="1">
                <a:solidFill>
                  <a:srgbClr val="000000"/>
                </a:solidFill>
                <a:latin typeface="Batang" panose="02030600000101010101" pitchFamily="18" charset="-127"/>
                <a:ea typeface="Batang" panose="02030600000101010101" pitchFamily="18" charset="-127"/>
              </a:rPr>
              <a:t>】</a:t>
            </a:r>
            <a:endParaRPr lang="en-US" altLang="ko-KR" sz="10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BE8C8B61-F07B-B872-32AD-6A3431547081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02E928D1-A8B0-81CC-AD2F-5AB085ADD35C}"/>
              </a:ext>
            </a:extLst>
          </p:cNvPr>
          <p:cNvSpPr txBox="1"/>
          <p:nvPr/>
        </p:nvSpPr>
        <p:spPr>
          <a:xfrm>
            <a:off x="67622" y="48141"/>
            <a:ext cx="506228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중아 지역 전략도시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현황 및 개선 활동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46704F2-7C7B-6167-C711-EA5A94A785F2}"/>
              </a:ext>
            </a:extLst>
          </p:cNvPr>
          <p:cNvSpPr txBox="1"/>
          <p:nvPr/>
        </p:nvSpPr>
        <p:spPr>
          <a:xfrm>
            <a:off x="5792771" y="1015213"/>
            <a:ext cx="6300034" cy="5280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중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8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도시가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3~5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일대이며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전쟁영향 부품 공급 이슈 후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급격히 나빠지고 있음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악화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알제리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수입 중단 조치 영향 재고 사전 비축 불가하여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공급 이슈 영향 상대적 큼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4BFEC27-F3F0-0F7C-8F2E-860BC426A7B7}"/>
              </a:ext>
            </a:extLst>
          </p:cNvPr>
          <p:cNvGraphicFramePr>
            <a:graphicFrameLocks noGrp="1"/>
          </p:cNvGraphicFramePr>
          <p:nvPr/>
        </p:nvGraphicFramePr>
        <p:xfrm>
          <a:off x="263086" y="1322987"/>
          <a:ext cx="5033275" cy="3621756"/>
        </p:xfrm>
        <a:graphic>
          <a:graphicData uri="http://schemas.openxmlformats.org/drawingml/2006/table">
            <a:tbl>
              <a:tblPr/>
              <a:tblGrid>
                <a:gridCol w="490082">
                  <a:extLst>
                    <a:ext uri="{9D8B030D-6E8A-4147-A177-3AD203B41FA5}">
                      <a16:colId xmlns:a16="http://schemas.microsoft.com/office/drawing/2014/main" val="812560326"/>
                    </a:ext>
                  </a:extLst>
                </a:gridCol>
                <a:gridCol w="662550">
                  <a:extLst>
                    <a:ext uri="{9D8B030D-6E8A-4147-A177-3AD203B41FA5}">
                      <a16:colId xmlns:a16="http://schemas.microsoft.com/office/drawing/2014/main" val="2861833269"/>
                    </a:ext>
                  </a:extLst>
                </a:gridCol>
                <a:gridCol w="367561">
                  <a:extLst>
                    <a:ext uri="{9D8B030D-6E8A-4147-A177-3AD203B41FA5}">
                      <a16:colId xmlns:a16="http://schemas.microsoft.com/office/drawing/2014/main" val="1782718855"/>
                    </a:ext>
                  </a:extLst>
                </a:gridCol>
                <a:gridCol w="367561">
                  <a:extLst>
                    <a:ext uri="{9D8B030D-6E8A-4147-A177-3AD203B41FA5}">
                      <a16:colId xmlns:a16="http://schemas.microsoft.com/office/drawing/2014/main" val="167595007"/>
                    </a:ext>
                  </a:extLst>
                </a:gridCol>
                <a:gridCol w="367561">
                  <a:extLst>
                    <a:ext uri="{9D8B030D-6E8A-4147-A177-3AD203B41FA5}">
                      <a16:colId xmlns:a16="http://schemas.microsoft.com/office/drawing/2014/main" val="1230000022"/>
                    </a:ext>
                  </a:extLst>
                </a:gridCol>
                <a:gridCol w="367561">
                  <a:extLst>
                    <a:ext uri="{9D8B030D-6E8A-4147-A177-3AD203B41FA5}">
                      <a16:colId xmlns:a16="http://schemas.microsoft.com/office/drawing/2014/main" val="56224981"/>
                    </a:ext>
                  </a:extLst>
                </a:gridCol>
                <a:gridCol w="367561">
                  <a:extLst>
                    <a:ext uri="{9D8B030D-6E8A-4147-A177-3AD203B41FA5}">
                      <a16:colId xmlns:a16="http://schemas.microsoft.com/office/drawing/2014/main" val="3149084744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4249264477"/>
                    </a:ext>
                  </a:extLst>
                </a:gridCol>
                <a:gridCol w="304998">
                  <a:extLst>
                    <a:ext uri="{9D8B030D-6E8A-4147-A177-3AD203B41FA5}">
                      <a16:colId xmlns:a16="http://schemas.microsoft.com/office/drawing/2014/main" val="854939979"/>
                    </a:ext>
                  </a:extLst>
                </a:gridCol>
                <a:gridCol w="304998">
                  <a:extLst>
                    <a:ext uri="{9D8B030D-6E8A-4147-A177-3AD203B41FA5}">
                      <a16:colId xmlns:a16="http://schemas.microsoft.com/office/drawing/2014/main" val="2654937789"/>
                    </a:ext>
                  </a:extLst>
                </a:gridCol>
                <a:gridCol w="304998">
                  <a:extLst>
                    <a:ext uri="{9D8B030D-6E8A-4147-A177-3AD203B41FA5}">
                      <a16:colId xmlns:a16="http://schemas.microsoft.com/office/drawing/2014/main" val="1700942721"/>
                    </a:ext>
                  </a:extLst>
                </a:gridCol>
                <a:gridCol w="323246">
                  <a:extLst>
                    <a:ext uri="{9D8B030D-6E8A-4147-A177-3AD203B41FA5}">
                      <a16:colId xmlns:a16="http://schemas.microsoft.com/office/drawing/2014/main" val="2732821549"/>
                    </a:ext>
                  </a:extLst>
                </a:gridCol>
                <a:gridCol w="304998">
                  <a:extLst>
                    <a:ext uri="{9D8B030D-6E8A-4147-A177-3AD203B41FA5}">
                      <a16:colId xmlns:a16="http://schemas.microsoft.com/office/drawing/2014/main" val="4266555630"/>
                    </a:ext>
                  </a:extLst>
                </a:gridCol>
                <a:gridCol w="402200">
                  <a:extLst>
                    <a:ext uri="{9D8B030D-6E8A-4147-A177-3AD203B41FA5}">
                      <a16:colId xmlns:a16="http://schemas.microsoft.com/office/drawing/2014/main" val="1806903066"/>
                    </a:ext>
                  </a:extLst>
                </a:gridCol>
              </a:tblGrid>
              <a:tr h="1361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  <a:endParaRPr lang="en-US" sz="8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67122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Abuja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785609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Lagos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5813493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Algiers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893186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Nairobi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6230249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Ruiru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997551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Alex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807653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Cairo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156530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Mansoura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379951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 GHARBIYA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7042596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 MENIYA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694170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QENA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779023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Doha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853955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Abu-</a:t>
                      </a:r>
                      <a:r>
                        <a:rPr lang="en-US" sz="800" b="0" i="0" u="none" strike="noStrike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dhabi</a:t>
                      </a:r>
                      <a:endParaRPr lang="en-US" sz="8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4692200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Dubai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336172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LGELF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Iraq-Baghdad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6116454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LGELF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Jordan-Amman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943805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LGEMC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Casablanca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058677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LGEMC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Marrakech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887976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Johannesburg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141022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JEDDAH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07556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Khobar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39344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RIYADH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133148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Ankara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9140174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Istanbul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7014169"/>
                  </a:ext>
                </a:extLst>
              </a:tr>
              <a:tr h="139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Izmir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898889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274D07D-DDBC-0751-2D55-2F82C51790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630940"/>
              </p:ext>
            </p:extLst>
          </p:nvPr>
        </p:nvGraphicFramePr>
        <p:xfrm>
          <a:off x="5899630" y="1598931"/>
          <a:ext cx="2515349" cy="1463040"/>
        </p:xfrm>
        <a:graphic>
          <a:graphicData uri="http://schemas.openxmlformats.org/drawingml/2006/table">
            <a:tbl>
              <a:tblPr/>
              <a:tblGrid>
                <a:gridCol w="572063">
                  <a:extLst>
                    <a:ext uri="{9D8B030D-6E8A-4147-A177-3AD203B41FA5}">
                      <a16:colId xmlns:a16="http://schemas.microsoft.com/office/drawing/2014/main" val="2222433359"/>
                    </a:ext>
                  </a:extLst>
                </a:gridCol>
                <a:gridCol w="522850">
                  <a:extLst>
                    <a:ext uri="{9D8B030D-6E8A-4147-A177-3AD203B41FA5}">
                      <a16:colId xmlns:a16="http://schemas.microsoft.com/office/drawing/2014/main" val="194184239"/>
                    </a:ext>
                  </a:extLst>
                </a:gridCol>
                <a:gridCol w="545589">
                  <a:extLst>
                    <a:ext uri="{9D8B030D-6E8A-4147-A177-3AD203B41FA5}">
                      <a16:colId xmlns:a16="http://schemas.microsoft.com/office/drawing/2014/main" val="1404019616"/>
                    </a:ext>
                  </a:extLst>
                </a:gridCol>
                <a:gridCol w="456772">
                  <a:extLst>
                    <a:ext uri="{9D8B030D-6E8A-4147-A177-3AD203B41FA5}">
                      <a16:colId xmlns:a16="http://schemas.microsoft.com/office/drawing/2014/main" val="1163693436"/>
                    </a:ext>
                  </a:extLst>
                </a:gridCol>
                <a:gridCol w="418075">
                  <a:extLst>
                    <a:ext uri="{9D8B030D-6E8A-4147-A177-3AD203B41FA5}">
                      <a16:colId xmlns:a16="http://schemas.microsoft.com/office/drawing/2014/main" val="3707523699"/>
                    </a:ext>
                  </a:extLst>
                </a:gridCol>
              </a:tblGrid>
              <a:tr h="1142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국가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도시수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안정적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3~4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4~5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4401427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나이지리아</a:t>
                      </a:r>
                      <a:r>
                        <a:rPr 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7943434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알제리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1061353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케냐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0460133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이집트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1584522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걸프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8472976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레반트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2167194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모로코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7276350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남아공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5491623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사우디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4106048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err="1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튀르키예</a:t>
                      </a:r>
                      <a:endParaRPr lang="en-US" sz="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2085453"/>
                  </a:ext>
                </a:extLst>
              </a:tr>
              <a:tr h="7853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</a:t>
                      </a:r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902603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CA29F263-432A-4952-6FE6-EA669BF9CDE6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060573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F7A92F6A-A837-C2AD-BD15-D9F9985F6E1A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173AC4A3-0709-EFC3-9736-B848AED50FE5}"/>
              </a:ext>
            </a:extLst>
          </p:cNvPr>
          <p:cNvSpPr txBox="1"/>
          <p:nvPr/>
        </p:nvSpPr>
        <p:spPr>
          <a:xfrm>
            <a:off x="67622" y="48141"/>
            <a:ext cx="25551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Trend (1/2)</a:t>
            </a:r>
            <a:endParaRPr lang="ko-KR" altLang="en-US" sz="2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" name="실행 단추: 뒤로 또는 앞으로 이동 5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D649587-AF55-8ACD-BAC3-FCC7BA205476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CE8B35A-A78A-1AC9-C30F-19CE909F85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176916"/>
              </p:ext>
            </p:extLst>
          </p:nvPr>
        </p:nvGraphicFramePr>
        <p:xfrm>
          <a:off x="8144734" y="848361"/>
          <a:ext cx="3954252" cy="5954620"/>
        </p:xfrm>
        <a:graphic>
          <a:graphicData uri="http://schemas.openxmlformats.org/drawingml/2006/table">
            <a:tbl>
              <a:tblPr/>
              <a:tblGrid>
                <a:gridCol w="260913">
                  <a:extLst>
                    <a:ext uri="{9D8B030D-6E8A-4147-A177-3AD203B41FA5}">
                      <a16:colId xmlns:a16="http://schemas.microsoft.com/office/drawing/2014/main" val="2808270548"/>
                    </a:ext>
                  </a:extLst>
                </a:gridCol>
                <a:gridCol w="523363">
                  <a:extLst>
                    <a:ext uri="{9D8B030D-6E8A-4147-A177-3AD203B41FA5}">
                      <a16:colId xmlns:a16="http://schemas.microsoft.com/office/drawing/2014/main" val="97622553"/>
                    </a:ext>
                  </a:extLst>
                </a:gridCol>
                <a:gridCol w="262802">
                  <a:extLst>
                    <a:ext uri="{9D8B030D-6E8A-4147-A177-3AD203B41FA5}">
                      <a16:colId xmlns:a16="http://schemas.microsoft.com/office/drawing/2014/main" val="1068384220"/>
                    </a:ext>
                  </a:extLst>
                </a:gridCol>
                <a:gridCol w="262802">
                  <a:extLst>
                    <a:ext uri="{9D8B030D-6E8A-4147-A177-3AD203B41FA5}">
                      <a16:colId xmlns:a16="http://schemas.microsoft.com/office/drawing/2014/main" val="3335777535"/>
                    </a:ext>
                  </a:extLst>
                </a:gridCol>
                <a:gridCol w="262802">
                  <a:extLst>
                    <a:ext uri="{9D8B030D-6E8A-4147-A177-3AD203B41FA5}">
                      <a16:colId xmlns:a16="http://schemas.microsoft.com/office/drawing/2014/main" val="3918764472"/>
                    </a:ext>
                  </a:extLst>
                </a:gridCol>
                <a:gridCol w="262802">
                  <a:extLst>
                    <a:ext uri="{9D8B030D-6E8A-4147-A177-3AD203B41FA5}">
                      <a16:colId xmlns:a16="http://schemas.microsoft.com/office/drawing/2014/main" val="2420815286"/>
                    </a:ext>
                  </a:extLst>
                </a:gridCol>
                <a:gridCol w="262802">
                  <a:extLst>
                    <a:ext uri="{9D8B030D-6E8A-4147-A177-3AD203B41FA5}">
                      <a16:colId xmlns:a16="http://schemas.microsoft.com/office/drawing/2014/main" val="3239780433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1832910269"/>
                    </a:ext>
                  </a:extLst>
                </a:gridCol>
                <a:gridCol w="273340">
                  <a:extLst>
                    <a:ext uri="{9D8B030D-6E8A-4147-A177-3AD203B41FA5}">
                      <a16:colId xmlns:a16="http://schemas.microsoft.com/office/drawing/2014/main" val="1999331812"/>
                    </a:ext>
                  </a:extLst>
                </a:gridCol>
                <a:gridCol w="273340">
                  <a:extLst>
                    <a:ext uri="{9D8B030D-6E8A-4147-A177-3AD203B41FA5}">
                      <a16:colId xmlns:a16="http://schemas.microsoft.com/office/drawing/2014/main" val="1499582351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3948270682"/>
                    </a:ext>
                  </a:extLst>
                </a:gridCol>
                <a:gridCol w="273340">
                  <a:extLst>
                    <a:ext uri="{9D8B030D-6E8A-4147-A177-3AD203B41FA5}">
                      <a16:colId xmlns:a16="http://schemas.microsoft.com/office/drawing/2014/main" val="1349057713"/>
                    </a:ext>
                  </a:extLst>
                </a:gridCol>
                <a:gridCol w="273340">
                  <a:extLst>
                    <a:ext uri="{9D8B030D-6E8A-4147-A177-3AD203B41FA5}">
                      <a16:colId xmlns:a16="http://schemas.microsoft.com/office/drawing/2014/main" val="4085713897"/>
                    </a:ext>
                  </a:extLst>
                </a:gridCol>
                <a:gridCol w="380481">
                  <a:extLst>
                    <a:ext uri="{9D8B030D-6E8A-4147-A177-3AD203B41FA5}">
                      <a16:colId xmlns:a16="http://schemas.microsoft.com/office/drawing/2014/main" val="2151017701"/>
                    </a:ext>
                  </a:extLst>
                </a:gridCol>
              </a:tblGrid>
              <a:tr h="128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387284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Brisbane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883463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Melbourne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32529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Sydney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79310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Adelaide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077400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Perth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6428065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Hongkong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062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BEKASI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2994559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BOGOR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2189482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JAKARTA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70176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TANGERANG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598975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BANDUNG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949982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MAKASSAR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232088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SEMARANG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9462850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Tokyo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901273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KL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64236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PENANG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860478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SELANGOR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046219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Caloocan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23754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Makati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3546078"/>
                  </a:ext>
                </a:extLst>
              </a:tr>
              <a:tr h="128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Mandaluyong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571269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Manila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5554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Marikina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1288694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Paranaque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68572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Pasay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75750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Pasig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66652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Quezon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05176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Taguig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0028975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Singapore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839226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BANGKOK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766348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CHIANGMAI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4479502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CHONBURI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079630"/>
                  </a:ext>
                </a:extLst>
              </a:tr>
              <a:tr h="128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NAKHON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50192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PHUKET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430773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SONGKHLA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33252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UDONTHANI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21523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Gao xiong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35479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New Taipei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53052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 zhung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48269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Taipei city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46696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Tai nan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836283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Tao yuan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421350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 Nang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222698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 Noi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4636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TP HCM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689591"/>
                  </a:ext>
                </a:extLst>
              </a:tr>
              <a:tr h="128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 RIA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0687708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BAC NINH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6486587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BINH DUONG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750813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DONG NAI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1986751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 LONG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94609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HAI DUONG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060306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LONG 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0287423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NAM DINH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92192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CAN THO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384424"/>
                  </a:ext>
                </a:extLst>
              </a:tr>
              <a:tr h="642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HAI PHONG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9507490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CD89E82-61CF-DB87-F046-D46972AE90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620663"/>
              </p:ext>
            </p:extLst>
          </p:nvPr>
        </p:nvGraphicFramePr>
        <p:xfrm>
          <a:off x="3834156" y="848361"/>
          <a:ext cx="4254044" cy="5654040"/>
        </p:xfrm>
        <a:graphic>
          <a:graphicData uri="http://schemas.openxmlformats.org/drawingml/2006/table">
            <a:tbl>
              <a:tblPr/>
              <a:tblGrid>
                <a:gridCol w="260913">
                  <a:extLst>
                    <a:ext uri="{9D8B030D-6E8A-4147-A177-3AD203B41FA5}">
                      <a16:colId xmlns:a16="http://schemas.microsoft.com/office/drawing/2014/main" val="2285668167"/>
                    </a:ext>
                  </a:extLst>
                </a:gridCol>
                <a:gridCol w="509075">
                  <a:extLst>
                    <a:ext uri="{9D8B030D-6E8A-4147-A177-3AD203B41FA5}">
                      <a16:colId xmlns:a16="http://schemas.microsoft.com/office/drawing/2014/main" val="2414756691"/>
                    </a:ext>
                  </a:extLst>
                </a:gridCol>
                <a:gridCol w="299013">
                  <a:extLst>
                    <a:ext uri="{9D8B030D-6E8A-4147-A177-3AD203B41FA5}">
                      <a16:colId xmlns:a16="http://schemas.microsoft.com/office/drawing/2014/main" val="2098262765"/>
                    </a:ext>
                  </a:extLst>
                </a:gridCol>
                <a:gridCol w="299013">
                  <a:extLst>
                    <a:ext uri="{9D8B030D-6E8A-4147-A177-3AD203B41FA5}">
                      <a16:colId xmlns:a16="http://schemas.microsoft.com/office/drawing/2014/main" val="488840924"/>
                    </a:ext>
                  </a:extLst>
                </a:gridCol>
                <a:gridCol w="299013">
                  <a:extLst>
                    <a:ext uri="{9D8B030D-6E8A-4147-A177-3AD203B41FA5}">
                      <a16:colId xmlns:a16="http://schemas.microsoft.com/office/drawing/2014/main" val="905675257"/>
                    </a:ext>
                  </a:extLst>
                </a:gridCol>
                <a:gridCol w="299013">
                  <a:extLst>
                    <a:ext uri="{9D8B030D-6E8A-4147-A177-3AD203B41FA5}">
                      <a16:colId xmlns:a16="http://schemas.microsoft.com/office/drawing/2014/main" val="346959552"/>
                    </a:ext>
                  </a:extLst>
                </a:gridCol>
                <a:gridCol w="299013">
                  <a:extLst>
                    <a:ext uri="{9D8B030D-6E8A-4147-A177-3AD203B41FA5}">
                      <a16:colId xmlns:a16="http://schemas.microsoft.com/office/drawing/2014/main" val="3700099576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2693949275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1707084385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2289031160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251370313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4056854340"/>
                    </a:ext>
                  </a:extLst>
                </a:gridCol>
                <a:gridCol w="284725">
                  <a:extLst>
                    <a:ext uri="{9D8B030D-6E8A-4147-A177-3AD203B41FA5}">
                      <a16:colId xmlns:a16="http://schemas.microsoft.com/office/drawing/2014/main" val="851358514"/>
                    </a:ext>
                  </a:extLst>
                </a:gridCol>
                <a:gridCol w="467966">
                  <a:extLst>
                    <a:ext uri="{9D8B030D-6E8A-4147-A177-3AD203B41FA5}">
                      <a16:colId xmlns:a16="http://schemas.microsoft.com/office/drawing/2014/main" val="379124186"/>
                    </a:ext>
                  </a:extLst>
                </a:gridCol>
              </a:tblGrid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811359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Almaty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323742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Tashkent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49706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Astana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10756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Moscow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489997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Amsterdam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032461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Den Haag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8538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Berlin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913172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Frankfurt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28222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Hamburg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75652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Koeln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0013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Muenchen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423673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Bochum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41750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Bremen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046103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Dortmund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31390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Dresden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888711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Duesseldorf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485541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Duisburg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2332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Essen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959582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Hannover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129055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Leipzig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83379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BARCELONA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9704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MADRID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693365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VALENCIA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195895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Alicante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3304663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Asturias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541991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Cordoba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23089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Granada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996795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Malaga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0675418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Murcia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844232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Il de France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1744633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Lyon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469525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Marseille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573429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Nice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34121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Toulon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1684748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Milan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9256614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Rome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707811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Bologna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2414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Napoli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3782101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PADOVA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7446018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Budapest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8982582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Pest </a:t>
                      </a:r>
                      <a:r>
                        <a:rPr 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megye</a:t>
                      </a:r>
                      <a:endParaRPr 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46328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Katowice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12587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O.Katowice</a:t>
                      </a:r>
                      <a:endParaRPr 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573880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O.Warsaw</a:t>
                      </a:r>
                      <a:endParaRPr 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240119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Warsaw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211833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Birmingham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054566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London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162926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Manchester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852940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Coventry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789911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Nottingham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671945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Sheffield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7252187"/>
                  </a:ext>
                </a:extLst>
              </a:tr>
              <a:tr h="8368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UK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Wolverhamp</a:t>
                      </a:r>
                      <a:r>
                        <a:rPr 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213138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2010AF-97A9-69FC-C659-77DB48B84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787028"/>
              </p:ext>
            </p:extLst>
          </p:nvPr>
        </p:nvGraphicFramePr>
        <p:xfrm>
          <a:off x="65514" y="833122"/>
          <a:ext cx="3729967" cy="4351322"/>
        </p:xfrm>
        <a:graphic>
          <a:graphicData uri="http://schemas.openxmlformats.org/drawingml/2006/table">
            <a:tbl>
              <a:tblPr/>
              <a:tblGrid>
                <a:gridCol w="188912">
                  <a:extLst>
                    <a:ext uri="{9D8B030D-6E8A-4147-A177-3AD203B41FA5}">
                      <a16:colId xmlns:a16="http://schemas.microsoft.com/office/drawing/2014/main" val="484953510"/>
                    </a:ext>
                  </a:extLst>
                </a:gridCol>
                <a:gridCol w="509075">
                  <a:extLst>
                    <a:ext uri="{9D8B030D-6E8A-4147-A177-3AD203B41FA5}">
                      <a16:colId xmlns:a16="http://schemas.microsoft.com/office/drawing/2014/main" val="1415296114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3187858286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3801444450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1706750582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762929388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3453026117"/>
                    </a:ext>
                  </a:extLst>
                </a:gridCol>
                <a:gridCol w="61400">
                  <a:extLst>
                    <a:ext uri="{9D8B030D-6E8A-4147-A177-3AD203B41FA5}">
                      <a16:colId xmlns:a16="http://schemas.microsoft.com/office/drawing/2014/main" val="1813439055"/>
                    </a:ext>
                  </a:extLst>
                </a:gridCol>
                <a:gridCol w="216009">
                  <a:extLst>
                    <a:ext uri="{9D8B030D-6E8A-4147-A177-3AD203B41FA5}">
                      <a16:colId xmlns:a16="http://schemas.microsoft.com/office/drawing/2014/main" val="2617585378"/>
                    </a:ext>
                  </a:extLst>
                </a:gridCol>
                <a:gridCol w="260318">
                  <a:extLst>
                    <a:ext uri="{9D8B030D-6E8A-4147-A177-3AD203B41FA5}">
                      <a16:colId xmlns:a16="http://schemas.microsoft.com/office/drawing/2014/main" val="3852936128"/>
                    </a:ext>
                  </a:extLst>
                </a:gridCol>
                <a:gridCol w="216009">
                  <a:extLst>
                    <a:ext uri="{9D8B030D-6E8A-4147-A177-3AD203B41FA5}">
                      <a16:colId xmlns:a16="http://schemas.microsoft.com/office/drawing/2014/main" val="3672708262"/>
                    </a:ext>
                  </a:extLst>
                </a:gridCol>
                <a:gridCol w="228932">
                  <a:extLst>
                    <a:ext uri="{9D8B030D-6E8A-4147-A177-3AD203B41FA5}">
                      <a16:colId xmlns:a16="http://schemas.microsoft.com/office/drawing/2014/main" val="354688005"/>
                    </a:ext>
                  </a:extLst>
                </a:gridCol>
                <a:gridCol w="216009">
                  <a:extLst>
                    <a:ext uri="{9D8B030D-6E8A-4147-A177-3AD203B41FA5}">
                      <a16:colId xmlns:a16="http://schemas.microsoft.com/office/drawing/2014/main" val="2114591809"/>
                    </a:ext>
                  </a:extLst>
                </a:gridCol>
                <a:gridCol w="531713">
                  <a:extLst>
                    <a:ext uri="{9D8B030D-6E8A-4147-A177-3AD203B41FA5}">
                      <a16:colId xmlns:a16="http://schemas.microsoft.com/office/drawing/2014/main" val="926522531"/>
                    </a:ext>
                  </a:extLst>
                </a:gridCol>
              </a:tblGrid>
              <a:tr h="1224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086110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Barranquilla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044406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Bogota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74548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Medellín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653673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SANTIAGO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581027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CDMX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025576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MEX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3097756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Monterrey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0323950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Guadalajara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439621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Puebla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150496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Tabasco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396950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Veracruz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277754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Xalapa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604808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Zapopan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209453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Lima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3976015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Guayaquil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875387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Panama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373480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Rio de Janeiro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2100444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Salvador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0238083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Sao Paulo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17243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Belo Horizonte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2900510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Campinas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9283618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SP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Curitiba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642859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Atlanta, GA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9803614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Los Angeles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9410856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New Jersey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7420855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Dallas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2262454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Las Vegas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8907050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North Jersey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701761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Philadelphia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9965067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San Diego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10241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Tampa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4979828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Washington, DC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Over 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62861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Calgary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317321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Ottawa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477422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Toronto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555811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Vancouver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3453433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Edmonton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9297512"/>
                  </a:ext>
                </a:extLst>
              </a:tr>
              <a:tr h="1112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Winnipeg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890404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51D5A23-97B7-C5A3-0BCE-778A220A081F}"/>
              </a:ext>
            </a:extLst>
          </p:cNvPr>
          <p:cNvSpPr txBox="1"/>
          <p:nvPr/>
        </p:nvSpPr>
        <p:spPr>
          <a:xfrm>
            <a:off x="1510004" y="509806"/>
            <a:ext cx="111280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[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중남미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/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북미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]</a:t>
            </a:r>
            <a:endParaRPr lang="ko-KR" altLang="en-US" sz="1200" b="1">
              <a:latin typeface="LG스마트체 Regular" panose="020B0600000101010101" pitchFamily="50" charset="-127"/>
              <a:ea typeface="LG스마트체 Regular" panose="020B0600000101010101" pitchFamily="50" charset="-127"/>
              <a:cs typeface="Microsoft Sans Serif" panose="020B06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48954AA-8761-CE0C-2787-0E793688219F}"/>
              </a:ext>
            </a:extLst>
          </p:cNvPr>
          <p:cNvSpPr txBox="1"/>
          <p:nvPr/>
        </p:nvSpPr>
        <p:spPr>
          <a:xfrm>
            <a:off x="5529554" y="498912"/>
            <a:ext cx="10134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[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유럽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/ CIS ]</a:t>
            </a:r>
            <a:endParaRPr lang="ko-KR" altLang="en-US" sz="1200" b="1">
              <a:latin typeface="LG스마트체 Regular" panose="020B0600000101010101" pitchFamily="50" charset="-127"/>
              <a:ea typeface="LG스마트체 Regular" panose="020B0600000101010101" pitchFamily="50" charset="-127"/>
              <a:cs typeface="Microsoft Sans Serif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8E12A7D-78E6-95CC-FB43-F4AE35504911}"/>
              </a:ext>
            </a:extLst>
          </p:cNvPr>
          <p:cNvSpPr txBox="1"/>
          <p:nvPr/>
        </p:nvSpPr>
        <p:spPr>
          <a:xfrm>
            <a:off x="9657054" y="551579"/>
            <a:ext cx="7970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[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아시아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 ]</a:t>
            </a:r>
            <a:endParaRPr lang="ko-KR" altLang="en-US" sz="1200" b="1">
              <a:latin typeface="LG스마트체 Regular" panose="020B0600000101010101" pitchFamily="50" charset="-127"/>
              <a:ea typeface="LG스마트체 Regular" panose="020B0600000101010101" pitchFamily="50" charset="-127"/>
              <a:cs typeface="Microsoft Sans Serif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9497713-8A4E-F9E8-4585-FB5239DA9F05}"/>
              </a:ext>
            </a:extLst>
          </p:cNvPr>
          <p:cNvSpPr txBox="1"/>
          <p:nvPr/>
        </p:nvSpPr>
        <p:spPr>
          <a:xfrm>
            <a:off x="93014" y="5358734"/>
            <a:ext cx="30492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최근 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개월 연속 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이하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b="1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Trend 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참고 선정</a:t>
            </a:r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  <a:p>
            <a:r>
              <a:rPr lang="en-US" altLang="ko-KR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- 3~4 / 4~5 : 4</a:t>
            </a:r>
            <a:r>
              <a:rPr lang="ko-KR" altLang="en-US" sz="9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누적 실적 기준 구분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9A71201-94BC-DE27-96EA-34277200CC3C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8226037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457920B-7778-0735-A308-278F9CB5B1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A97E47A0-F0F9-A1E0-9836-C296A4EDEFC0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1733FC0-E115-E53E-6126-251C48E7806B}"/>
              </a:ext>
            </a:extLst>
          </p:cNvPr>
          <p:cNvSpPr txBox="1"/>
          <p:nvPr/>
        </p:nvSpPr>
        <p:spPr>
          <a:xfrm>
            <a:off x="67622" y="48141"/>
            <a:ext cx="25551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도시별 </a:t>
            </a:r>
            <a:r>
              <a:rPr lang="en-US" altLang="ko-KR" sz="2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Trend (2/2)</a:t>
            </a:r>
            <a:endParaRPr lang="ko-KR" altLang="en-US" sz="2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D23E74B-FBD6-A69F-DB7C-062B8EA2BF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371068"/>
              </p:ext>
            </p:extLst>
          </p:nvPr>
        </p:nvGraphicFramePr>
        <p:xfrm>
          <a:off x="341504" y="1253331"/>
          <a:ext cx="4673349" cy="4470226"/>
        </p:xfrm>
        <a:graphic>
          <a:graphicData uri="http://schemas.openxmlformats.org/drawingml/2006/table">
            <a:tbl>
              <a:tblPr/>
              <a:tblGrid>
                <a:gridCol w="339357">
                  <a:extLst>
                    <a:ext uri="{9D8B030D-6E8A-4147-A177-3AD203B41FA5}">
                      <a16:colId xmlns:a16="http://schemas.microsoft.com/office/drawing/2014/main" val="157179591"/>
                    </a:ext>
                  </a:extLst>
                </a:gridCol>
                <a:gridCol w="370926">
                  <a:extLst>
                    <a:ext uri="{9D8B030D-6E8A-4147-A177-3AD203B41FA5}">
                      <a16:colId xmlns:a16="http://schemas.microsoft.com/office/drawing/2014/main" val="491951695"/>
                    </a:ext>
                  </a:extLst>
                </a:gridCol>
                <a:gridCol w="723388">
                  <a:extLst>
                    <a:ext uri="{9D8B030D-6E8A-4147-A177-3AD203B41FA5}">
                      <a16:colId xmlns:a16="http://schemas.microsoft.com/office/drawing/2014/main" val="4095839318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1625990641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1739911335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1611850420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833374447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1498320203"/>
                    </a:ext>
                  </a:extLst>
                </a:gridCol>
                <a:gridCol w="65109">
                  <a:extLst>
                    <a:ext uri="{9D8B030D-6E8A-4147-A177-3AD203B41FA5}">
                      <a16:colId xmlns:a16="http://schemas.microsoft.com/office/drawing/2014/main" val="4077016213"/>
                    </a:ext>
                  </a:extLst>
                </a:gridCol>
                <a:gridCol w="230842">
                  <a:extLst>
                    <a:ext uri="{9D8B030D-6E8A-4147-A177-3AD203B41FA5}">
                      <a16:colId xmlns:a16="http://schemas.microsoft.com/office/drawing/2014/main" val="1785040201"/>
                    </a:ext>
                  </a:extLst>
                </a:gridCol>
                <a:gridCol w="278194">
                  <a:extLst>
                    <a:ext uri="{9D8B030D-6E8A-4147-A177-3AD203B41FA5}">
                      <a16:colId xmlns:a16="http://schemas.microsoft.com/office/drawing/2014/main" val="1532145490"/>
                    </a:ext>
                  </a:extLst>
                </a:gridCol>
                <a:gridCol w="230842">
                  <a:extLst>
                    <a:ext uri="{9D8B030D-6E8A-4147-A177-3AD203B41FA5}">
                      <a16:colId xmlns:a16="http://schemas.microsoft.com/office/drawing/2014/main" val="1012743533"/>
                    </a:ext>
                  </a:extLst>
                </a:gridCol>
                <a:gridCol w="244653">
                  <a:extLst>
                    <a:ext uri="{9D8B030D-6E8A-4147-A177-3AD203B41FA5}">
                      <a16:colId xmlns:a16="http://schemas.microsoft.com/office/drawing/2014/main" val="1827714916"/>
                    </a:ext>
                  </a:extLst>
                </a:gridCol>
                <a:gridCol w="230842">
                  <a:extLst>
                    <a:ext uri="{9D8B030D-6E8A-4147-A177-3AD203B41FA5}">
                      <a16:colId xmlns:a16="http://schemas.microsoft.com/office/drawing/2014/main" val="364410203"/>
                    </a:ext>
                  </a:extLst>
                </a:gridCol>
                <a:gridCol w="568226">
                  <a:extLst>
                    <a:ext uri="{9D8B030D-6E8A-4147-A177-3AD203B41FA5}">
                      <a16:colId xmlns:a16="http://schemas.microsoft.com/office/drawing/2014/main" val="4078487598"/>
                    </a:ext>
                  </a:extLst>
                </a:gridCol>
              </a:tblGrid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Region</a:t>
                      </a:r>
                      <a:endParaRPr lang="en-US" sz="6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Subs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City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25.12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26.04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W17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Category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622550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Bangalore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785040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Calcutta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00699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Chennai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136326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Delhi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524069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Mumbai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809630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Ahmedabad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273581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Bhubneshwar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9571853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Chandigarh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223840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Ghaziabad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288944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Gurgaon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476679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India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LGEIL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Hyderabad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771009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Abuja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629884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Lagos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00978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Algiers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4~5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3250706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Nairobi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41065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Ruiru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454002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Alex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5471133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Cairo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959215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Mansoura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495558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 GHARBIYA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15004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AL MENIYA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92847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LGEEG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QENA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3615680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Qatar - Doha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412610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UAE-Abu-dhabi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080450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LGEGF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UAE-Dubai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734503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LGELF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Iraq-Baghdad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465414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LGELF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Jordan-Amman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18830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LGEMC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Casablanca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2220394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LGEMC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Marrakech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332426"/>
                  </a:ext>
                </a:extLst>
              </a:tr>
              <a:tr h="19022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Johannesburg / Pretoria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3~4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6132469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JEDDAH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2034762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Khobar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365578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LGESJ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RIYADH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1455039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Ankara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881239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Istanbul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1470050"/>
                  </a:ext>
                </a:extLst>
              </a:tr>
              <a:tr h="1188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MEA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LGETK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Izmir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Stable 3</a:t>
                      </a:r>
                    </a:p>
                  </a:txBody>
                  <a:tcPr marL="18000" marR="18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BB5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251736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12CC7C9-8DAF-D5A5-7D1A-466934C0CDE8}"/>
              </a:ext>
            </a:extLst>
          </p:cNvPr>
          <p:cNvSpPr txBox="1"/>
          <p:nvPr/>
        </p:nvSpPr>
        <p:spPr>
          <a:xfrm>
            <a:off x="2265654" y="857444"/>
            <a:ext cx="111280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[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중남미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/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북미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Microsoft Sans Serif" panose="020B0604020202020204" pitchFamily="34" charset="0"/>
              </a:rPr>
              <a:t>]</a:t>
            </a:r>
            <a:endParaRPr lang="ko-KR" altLang="en-US" sz="1200" b="1">
              <a:latin typeface="LG스마트체 Regular" panose="020B0600000101010101" pitchFamily="50" charset="-127"/>
              <a:ea typeface="LG스마트체 Regular" panose="020B0600000101010101" pitchFamily="50" charset="-127"/>
              <a:cs typeface="Microsoft Sans Serif" panose="020B0604020202020204" pitchFamily="34" charset="0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742EFA3F-0145-0758-6514-F1138950E2EC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67798D5-1D29-149F-F6D3-4679540B138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54896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A7B1816-7B20-A32E-E3DE-CB010AD672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F5DF51C-11E6-E224-EE1D-D5F66970A26E}"/>
              </a:ext>
            </a:extLst>
          </p:cNvPr>
          <p:cNvSpPr txBox="1"/>
          <p:nvPr/>
        </p:nvSpPr>
        <p:spPr>
          <a:xfrm>
            <a:off x="161508" y="349250"/>
            <a:ext cx="18036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LGEDG) Frankfurt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BC6833D-282F-5C54-5944-884CAF0E7D21}"/>
              </a:ext>
            </a:extLst>
          </p:cNvPr>
          <p:cNvGraphicFramePr>
            <a:graphicFrameLocks noGrp="1"/>
          </p:cNvGraphicFramePr>
          <p:nvPr/>
        </p:nvGraphicFramePr>
        <p:xfrm>
          <a:off x="495244" y="1002868"/>
          <a:ext cx="5474244" cy="2778343"/>
        </p:xfrm>
        <a:graphic>
          <a:graphicData uri="http://schemas.openxmlformats.org/drawingml/2006/table">
            <a:tbl>
              <a:tblPr/>
              <a:tblGrid>
                <a:gridCol w="331451">
                  <a:extLst>
                    <a:ext uri="{9D8B030D-6E8A-4147-A177-3AD203B41FA5}">
                      <a16:colId xmlns:a16="http://schemas.microsoft.com/office/drawing/2014/main" val="184468732"/>
                    </a:ext>
                  </a:extLst>
                </a:gridCol>
                <a:gridCol w="369551">
                  <a:extLst>
                    <a:ext uri="{9D8B030D-6E8A-4147-A177-3AD203B41FA5}">
                      <a16:colId xmlns:a16="http://schemas.microsoft.com/office/drawing/2014/main" val="1783868710"/>
                    </a:ext>
                  </a:extLst>
                </a:gridCol>
                <a:gridCol w="192132">
                  <a:extLst>
                    <a:ext uri="{9D8B030D-6E8A-4147-A177-3AD203B41FA5}">
                      <a16:colId xmlns:a16="http://schemas.microsoft.com/office/drawing/2014/main" val="1298904947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1527735394"/>
                    </a:ext>
                  </a:extLst>
                </a:gridCol>
                <a:gridCol w="218693">
                  <a:extLst>
                    <a:ext uri="{9D8B030D-6E8A-4147-A177-3AD203B41FA5}">
                      <a16:colId xmlns:a16="http://schemas.microsoft.com/office/drawing/2014/main" val="2143050183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886688115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3352188882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513290420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4145342508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418140249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3639527099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1529606502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946522069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923283243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1983979283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289048250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559077687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4175258198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3019998916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976479097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1050478195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1536442696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1391024265"/>
                    </a:ext>
                  </a:extLst>
                </a:gridCol>
                <a:gridCol w="218885">
                  <a:extLst>
                    <a:ext uri="{9D8B030D-6E8A-4147-A177-3AD203B41FA5}">
                      <a16:colId xmlns:a16="http://schemas.microsoft.com/office/drawing/2014/main" val="978777258"/>
                    </a:ext>
                  </a:extLst>
                </a:gridCol>
              </a:tblGrid>
              <a:tr h="12626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712343"/>
                  </a:ext>
                </a:extLst>
              </a:tr>
              <a:tr h="16262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/>
                </a:tc>
                <a:extLst>
                  <a:ext uri="{0D108BD9-81ED-4DB2-BD59-A6C34878D82A}">
                    <a16:rowId xmlns:a16="http://schemas.microsoft.com/office/drawing/2014/main" val="1120903774"/>
                  </a:ext>
                </a:extLst>
              </a:tr>
              <a:tr h="120061"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Frankfurt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SCHMIDT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783024"/>
                  </a:ext>
                </a:extLst>
              </a:tr>
              <a:tr h="125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039845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563" marR="8563" marT="856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900379"/>
                  </a:ext>
                </a:extLst>
              </a:tr>
              <a:tr h="125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406077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9874710"/>
                  </a:ext>
                </a:extLst>
              </a:tr>
              <a:tr h="125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2484113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82910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9308594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981678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5452480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910564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6480776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6685048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7777115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563" marR="8563" marT="856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1985155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397081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605599"/>
                  </a:ext>
                </a:extLst>
              </a:tr>
              <a:tr h="1200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31113"/>
                  </a:ext>
                </a:extLst>
              </a:tr>
              <a:tr h="120061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Frankfurt Total</a:t>
                      </a:r>
                    </a:p>
                  </a:txBody>
                  <a:tcPr marL="8563" marR="8563" marT="856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6813733"/>
                  </a:ext>
                </a:extLst>
              </a:tr>
              <a:tr h="12006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563" marR="8563" marT="856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295954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FA5C4E31-4192-79E3-4EB2-8E9F590AB3CF}"/>
              </a:ext>
            </a:extLst>
          </p:cNvPr>
          <p:cNvSpPr txBox="1"/>
          <p:nvPr/>
        </p:nvSpPr>
        <p:spPr>
          <a:xfrm>
            <a:off x="6247612" y="1002868"/>
            <a:ext cx="249940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완료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SCHMIDT </a:t>
            </a:r>
          </a:p>
          <a:p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LTV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일대로 개선 필요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세탁기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월부터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악화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27C7629E-2E25-7120-1590-8A4D477D6BE8}"/>
              </a:ext>
            </a:extLst>
          </p:cNvPr>
          <p:cNvCxnSpPr/>
          <p:nvPr/>
        </p:nvCxnSpPr>
        <p:spPr>
          <a:xfrm>
            <a:off x="6521809" y="2260906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BAA143C1-DF23-5005-FE6B-1F9262AFEF77}"/>
              </a:ext>
            </a:extLst>
          </p:cNvPr>
          <p:cNvCxnSpPr/>
          <p:nvPr/>
        </p:nvCxnSpPr>
        <p:spPr>
          <a:xfrm>
            <a:off x="10157637" y="2260906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D05382E3-E1CB-01B7-0279-A507E2DED5CE}"/>
              </a:ext>
            </a:extLst>
          </p:cNvPr>
          <p:cNvSpPr txBox="1"/>
          <p:nvPr/>
        </p:nvSpPr>
        <p:spPr>
          <a:xfrm>
            <a:off x="7081872" y="1995250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C5AF1D9-694F-D613-8825-AE31A487A720}"/>
              </a:ext>
            </a:extLst>
          </p:cNvPr>
          <p:cNvSpPr txBox="1"/>
          <p:nvPr/>
        </p:nvSpPr>
        <p:spPr>
          <a:xfrm>
            <a:off x="10290652" y="198390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2" name="Text Box 3">
            <a:extLst>
              <a:ext uri="{FF2B5EF4-FFF2-40B4-BE49-F238E27FC236}">
                <a16:creationId xmlns:a16="http://schemas.microsoft.com/office/drawing/2014/main" id="{A4AA82F6-23A6-73C1-6DF9-C270B672C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629" y="2391707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평가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Incentive Scheme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 관련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3" name="Text Box 3">
            <a:extLst>
              <a:ext uri="{FF2B5EF4-FFF2-40B4-BE49-F238E27FC236}">
                <a16:creationId xmlns:a16="http://schemas.microsoft.com/office/drawing/2014/main" id="{16B94895-4DBD-709F-0B61-E191D7B9B3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3624" y="2391707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4" name="직사각형 72">
            <a:extLst>
              <a:ext uri="{FF2B5EF4-FFF2-40B4-BE49-F238E27FC236}">
                <a16:creationId xmlns:a16="http://schemas.microsoft.com/office/drawing/2014/main" id="{13392E96-7416-7619-B2C0-EDDC5D2C75B1}"/>
              </a:ext>
            </a:extLst>
          </p:cNvPr>
          <p:cNvSpPr/>
          <p:nvPr/>
        </p:nvSpPr>
        <p:spPr>
          <a:xfrm>
            <a:off x="6663549" y="2801248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전용처리율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Index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 Box 3">
            <a:extLst>
              <a:ext uri="{FF2B5EF4-FFF2-40B4-BE49-F238E27FC236}">
                <a16:creationId xmlns:a16="http://schemas.microsoft.com/office/drawing/2014/main" id="{D6C025A3-184C-4A89-7190-33F5305421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629" y="3181786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HS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중심 주요 부품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Discount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Buffer Stock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운영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6" name="직사각형 72">
            <a:extLst>
              <a:ext uri="{FF2B5EF4-FFF2-40B4-BE49-F238E27FC236}">
                <a16:creationId xmlns:a16="http://schemas.microsoft.com/office/drawing/2014/main" id="{34E23E99-A281-9988-AE13-69147543FB2B}"/>
              </a:ext>
            </a:extLst>
          </p:cNvPr>
          <p:cNvSpPr/>
          <p:nvPr/>
        </p:nvSpPr>
        <p:spPr>
          <a:xfrm>
            <a:off x="6663549" y="3452785"/>
            <a:ext cx="3554659" cy="4471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- 3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36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부품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157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공급</a:t>
            </a:r>
            <a:b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※ </a:t>
            </a:r>
            <a:r>
              <a:rPr lang="en-US" altLang="ko-KR" sz="10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Milkrun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검토 했으나 비용 증가 이슈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서부 지역 대비 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26% </a:t>
            </a:r>
            <a:r>
              <a:rPr lang="ko-KR" altLang="en-US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증가</a:t>
            </a:r>
            <a:r>
              <a:rPr lang="en-US" altLang="ko-KR" sz="9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05098F82-592E-69C0-B37E-B3DC1E061E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8208" y="3274122"/>
            <a:ext cx="604013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분기별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0A7B4C9-7A13-DE87-579D-D995CC217471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841FFE0-92BC-9898-DA5E-5456F76A386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2568206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60C4D34-EACE-776B-4246-9F6CA326BE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4B73E56-8B41-9F37-6C58-FF65F3CF594B}"/>
              </a:ext>
            </a:extLst>
          </p:cNvPr>
          <p:cNvSpPr txBox="1"/>
          <p:nvPr/>
        </p:nvSpPr>
        <p:spPr>
          <a:xfrm>
            <a:off x="161508" y="349250"/>
            <a:ext cx="2068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LGEDG) Duesseldorf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5292C793-5785-4C9E-29C7-645D38637413}"/>
              </a:ext>
            </a:extLst>
          </p:cNvPr>
          <p:cNvGraphicFramePr>
            <a:graphicFrameLocks noGrp="1"/>
          </p:cNvGraphicFramePr>
          <p:nvPr/>
        </p:nvGraphicFramePr>
        <p:xfrm>
          <a:off x="498898" y="1210254"/>
          <a:ext cx="6909006" cy="2758610"/>
        </p:xfrm>
        <a:graphic>
          <a:graphicData uri="http://schemas.openxmlformats.org/drawingml/2006/table">
            <a:tbl>
              <a:tblPr/>
              <a:tblGrid>
                <a:gridCol w="427744">
                  <a:extLst>
                    <a:ext uri="{9D8B030D-6E8A-4147-A177-3AD203B41FA5}">
                      <a16:colId xmlns:a16="http://schemas.microsoft.com/office/drawing/2014/main" val="65145509"/>
                    </a:ext>
                  </a:extLst>
                </a:gridCol>
                <a:gridCol w="300744">
                  <a:extLst>
                    <a:ext uri="{9D8B030D-6E8A-4147-A177-3AD203B41FA5}">
                      <a16:colId xmlns:a16="http://schemas.microsoft.com/office/drawing/2014/main" val="3626037486"/>
                    </a:ext>
                  </a:extLst>
                </a:gridCol>
                <a:gridCol w="225006">
                  <a:extLst>
                    <a:ext uri="{9D8B030D-6E8A-4147-A177-3AD203B41FA5}">
                      <a16:colId xmlns:a16="http://schemas.microsoft.com/office/drawing/2014/main" val="986098683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3585731603"/>
                    </a:ext>
                  </a:extLst>
                </a:gridCol>
                <a:gridCol w="226131">
                  <a:extLst>
                    <a:ext uri="{9D8B030D-6E8A-4147-A177-3AD203B41FA5}">
                      <a16:colId xmlns:a16="http://schemas.microsoft.com/office/drawing/2014/main" val="21112812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044872296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2570652219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949593949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288926230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384317973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1501808964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561472512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2034746815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4081000216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2373027907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784052371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694289886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3335747342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2867856758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1904105677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4240793635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3525496540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3142199909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2994351483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502989898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3974066746"/>
                    </a:ext>
                  </a:extLst>
                </a:gridCol>
                <a:gridCol w="238943">
                  <a:extLst>
                    <a:ext uri="{9D8B030D-6E8A-4147-A177-3AD203B41FA5}">
                      <a16:colId xmlns:a16="http://schemas.microsoft.com/office/drawing/2014/main" val="642640980"/>
                    </a:ext>
                  </a:extLst>
                </a:gridCol>
                <a:gridCol w="240713">
                  <a:extLst>
                    <a:ext uri="{9D8B030D-6E8A-4147-A177-3AD203B41FA5}">
                      <a16:colId xmlns:a16="http://schemas.microsoft.com/office/drawing/2014/main" val="1629348997"/>
                    </a:ext>
                  </a:extLst>
                </a:gridCol>
              </a:tblGrid>
              <a:tr h="9784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26.02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597213"/>
                  </a:ext>
                </a:extLst>
              </a:tr>
              <a:tr h="13253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W06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34621783"/>
                  </a:ext>
                </a:extLst>
              </a:tr>
              <a:tr h="97848">
                <a:tc rowSpan="2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Duesseldorf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MILLAN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6624576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6064140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9693370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5916867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640669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0979303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7836015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1376082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0502416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8379339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4809571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23571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413613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519171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3503538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497" marR="7497" marT="749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7492816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025355"/>
                  </a:ext>
                </a:extLst>
              </a:tr>
              <a:tr h="1022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3488586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MILLAN Total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2363215"/>
                  </a:ext>
                </a:extLst>
              </a:tr>
              <a:tr h="97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2941495"/>
                  </a:ext>
                </a:extLst>
              </a:tr>
              <a:tr h="97848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Duesseldorf Total</a:t>
                      </a:r>
                    </a:p>
                  </a:txBody>
                  <a:tcPr marL="7497" marR="7497" marT="749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506582"/>
                  </a:ext>
                </a:extLst>
              </a:tr>
              <a:tr h="97848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497" marR="7497" marT="749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874905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6A817EA3-F17D-D7C0-163A-BF1B6B48E052}"/>
              </a:ext>
            </a:extLst>
          </p:cNvPr>
          <p:cNvSpPr txBox="1"/>
          <p:nvPr/>
        </p:nvSpPr>
        <p:spPr>
          <a:xfrm>
            <a:off x="7620000" y="1210254"/>
            <a:ext cx="2947230" cy="5505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7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</a:t>
            </a:r>
            <a:r>
              <a:rPr lang="ko-KR" altLang="en-US" sz="1200" b="1" i="0" u="none" strike="noStrike" err="1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1~2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건 발생 시 이탈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pPr>
              <a:lnSpc>
                <a:spcPct val="130000"/>
              </a:lnSpc>
            </a:pP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- MILLAN 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미처리 건 선제관리만 되면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일 가능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8A7A2422-B81E-61AF-9AF9-D515F4059547}"/>
              </a:ext>
            </a:extLst>
          </p:cNvPr>
          <p:cNvCxnSpPr/>
          <p:nvPr/>
        </p:nvCxnSpPr>
        <p:spPr>
          <a:xfrm>
            <a:off x="7659202" y="2404931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1C2891E-2C58-8475-8B4A-411E152CA6DD}"/>
              </a:ext>
            </a:extLst>
          </p:cNvPr>
          <p:cNvCxnSpPr/>
          <p:nvPr/>
        </p:nvCxnSpPr>
        <p:spPr>
          <a:xfrm>
            <a:off x="11230377" y="2404931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36687D47-229C-D6D8-2A65-FEC5DA8DB6EC}"/>
              </a:ext>
            </a:extLst>
          </p:cNvPr>
          <p:cNvSpPr txBox="1"/>
          <p:nvPr/>
        </p:nvSpPr>
        <p:spPr>
          <a:xfrm>
            <a:off x="8219265" y="2139275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AB5CC27-662E-6FF8-161C-FA128FE2B20B}"/>
              </a:ext>
            </a:extLst>
          </p:cNvPr>
          <p:cNvSpPr txBox="1"/>
          <p:nvPr/>
        </p:nvSpPr>
        <p:spPr>
          <a:xfrm>
            <a:off x="11363392" y="2127932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637A7DFD-DD14-DDCB-BDBA-36A27A6DE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7885" y="2521011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평가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Incentive Scheme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 관련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30E6FE0E-DDE5-99A4-8AD1-D531E3261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54283" y="2521011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2" name="직사각형 72">
            <a:extLst>
              <a:ext uri="{FF2B5EF4-FFF2-40B4-BE49-F238E27FC236}">
                <a16:creationId xmlns:a16="http://schemas.microsoft.com/office/drawing/2014/main" id="{AC5204D1-A5B1-16ED-62DE-A572EA54AEE8}"/>
              </a:ext>
            </a:extLst>
          </p:cNvPr>
          <p:cNvSpPr/>
          <p:nvPr/>
        </p:nvSpPr>
        <p:spPr>
          <a:xfrm>
            <a:off x="7827333" y="2930552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전용처리율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Index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 Box 3">
            <a:extLst>
              <a:ext uri="{FF2B5EF4-FFF2-40B4-BE49-F238E27FC236}">
                <a16:creationId xmlns:a16="http://schemas.microsoft.com/office/drawing/2014/main" id="{07293518-375C-6146-9E79-E9793C423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7885" y="3262745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네트워크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전용처리율 개선 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DMS2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중심의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안정적 운영 추진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F9E2B0D9-6622-DB12-C1B3-8A657EE29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54283" y="3262745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지속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5" name="직사각형 72">
            <a:extLst>
              <a:ext uri="{FF2B5EF4-FFF2-40B4-BE49-F238E27FC236}">
                <a16:creationId xmlns:a16="http://schemas.microsoft.com/office/drawing/2014/main" id="{E80FA721-6B21-32BB-8871-D26BD1506DBB}"/>
              </a:ext>
            </a:extLst>
          </p:cNvPr>
          <p:cNvSpPr/>
          <p:nvPr/>
        </p:nvSpPr>
        <p:spPr>
          <a:xfrm>
            <a:off x="7827333" y="3672286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’26.1Q 57%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’26.4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86%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실행 단추: 뒤로 또는 앞으로 이동 15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04F5A2D0-3C85-FFDA-4691-C23EF636B25A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BC6519-874E-1CAA-4282-F038F8B1D0C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802603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3825793-A38D-C22C-FF93-E1451D662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6E8D54E0-3B82-A9EC-F932-12FE7B51305D}"/>
              </a:ext>
            </a:extLst>
          </p:cNvPr>
          <p:cNvSpPr txBox="1"/>
          <p:nvPr/>
        </p:nvSpPr>
        <p:spPr>
          <a:xfrm>
            <a:off x="161508" y="349250"/>
            <a:ext cx="18036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LGEDG) Hamburg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6FAC19-AA89-EFCD-855A-9048A8E3C73B}"/>
              </a:ext>
            </a:extLst>
          </p:cNvPr>
          <p:cNvGraphicFramePr>
            <a:graphicFrameLocks noGrp="1"/>
          </p:cNvGraphicFramePr>
          <p:nvPr/>
        </p:nvGraphicFramePr>
        <p:xfrm>
          <a:off x="207430" y="928480"/>
          <a:ext cx="6863979" cy="2858693"/>
        </p:xfrm>
        <a:graphic>
          <a:graphicData uri="http://schemas.openxmlformats.org/drawingml/2006/table">
            <a:tbl>
              <a:tblPr/>
              <a:tblGrid>
                <a:gridCol w="337909">
                  <a:extLst>
                    <a:ext uri="{9D8B030D-6E8A-4147-A177-3AD203B41FA5}">
                      <a16:colId xmlns:a16="http://schemas.microsoft.com/office/drawing/2014/main" val="460647164"/>
                    </a:ext>
                  </a:extLst>
                </a:gridCol>
                <a:gridCol w="358546">
                  <a:extLst>
                    <a:ext uri="{9D8B030D-6E8A-4147-A177-3AD203B41FA5}">
                      <a16:colId xmlns:a16="http://schemas.microsoft.com/office/drawing/2014/main" val="258374405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869655753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720486475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390979280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80561911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4160633794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140589231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30411810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382754892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1720681028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3769634662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1973682407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32219482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4245485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14392883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4141494586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976074195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116870345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617957533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1766815904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779457449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221562084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21645206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4425959"/>
                  </a:ext>
                </a:extLst>
              </a:tr>
              <a:tr h="14150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/>
                </a:tc>
                <a:extLst>
                  <a:ext uri="{0D108BD9-81ED-4DB2-BD59-A6C34878D82A}">
                    <a16:rowId xmlns:a16="http://schemas.microsoft.com/office/drawing/2014/main" val="1159750735"/>
                  </a:ext>
                </a:extLst>
              </a:tr>
              <a:tr h="70433">
                <a:tc rowSpan="2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Hamburg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TASAT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0969332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556182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823" marR="7823" marT="78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4559760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167809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583156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0504966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553474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21911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823" marR="7823" marT="78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50642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473901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2176509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9610070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2766748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7586670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823" marR="7823" marT="78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609530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17658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282093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2373096"/>
                  </a:ext>
                </a:extLst>
              </a:tr>
              <a:tr h="70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TASAT SERVICE Total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622398"/>
                  </a:ext>
                </a:extLst>
              </a:tr>
              <a:tr h="90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2536656"/>
                  </a:ext>
                </a:extLst>
              </a:tr>
              <a:tr h="70433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Hamburg Total</a:t>
                      </a:r>
                    </a:p>
                  </a:txBody>
                  <a:tcPr marL="7823" marR="7823" marT="7823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568638"/>
                  </a:ext>
                </a:extLst>
              </a:tr>
              <a:tr h="90514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823" marR="7823" marT="7823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185519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1C33D55-D533-D0E5-21E1-E23D9C787FDE}"/>
              </a:ext>
            </a:extLst>
          </p:cNvPr>
          <p:cNvGraphicFramePr>
            <a:graphicFrameLocks noGrp="1"/>
          </p:cNvGraphicFramePr>
          <p:nvPr/>
        </p:nvGraphicFramePr>
        <p:xfrm>
          <a:off x="207430" y="3897165"/>
          <a:ext cx="6863986" cy="1251008"/>
        </p:xfrm>
        <a:graphic>
          <a:graphicData uri="http://schemas.openxmlformats.org/drawingml/2006/table">
            <a:tbl>
              <a:tblPr/>
              <a:tblGrid>
                <a:gridCol w="421766">
                  <a:extLst>
                    <a:ext uri="{9D8B030D-6E8A-4147-A177-3AD203B41FA5}">
                      <a16:colId xmlns:a16="http://schemas.microsoft.com/office/drawing/2014/main" val="999856749"/>
                    </a:ext>
                  </a:extLst>
                </a:gridCol>
                <a:gridCol w="210442">
                  <a:extLst>
                    <a:ext uri="{9D8B030D-6E8A-4147-A177-3AD203B41FA5}">
                      <a16:colId xmlns:a16="http://schemas.microsoft.com/office/drawing/2014/main" val="3106879620"/>
                    </a:ext>
                  </a:extLst>
                </a:gridCol>
                <a:gridCol w="902898">
                  <a:extLst>
                    <a:ext uri="{9D8B030D-6E8A-4147-A177-3AD203B41FA5}">
                      <a16:colId xmlns:a16="http://schemas.microsoft.com/office/drawing/2014/main" val="2821182786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2372404621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3165747404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692415283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2658694158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832806501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3574479049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161145862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2775279034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2575574002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1478573769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1897687894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2388338420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4108891293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3138994317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1488639287"/>
                    </a:ext>
                  </a:extLst>
                </a:gridCol>
                <a:gridCol w="333055">
                  <a:extLst>
                    <a:ext uri="{9D8B030D-6E8A-4147-A177-3AD203B41FA5}">
                      <a16:colId xmlns:a16="http://schemas.microsoft.com/office/drawing/2014/main" val="3580477315"/>
                    </a:ext>
                  </a:extLst>
                </a:gridCol>
              </a:tblGrid>
              <a:tr h="75685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Measures (Days)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3403130"/>
                  </a:ext>
                </a:extLst>
              </a:tr>
              <a:tr h="108293">
                <a:tc rowSpan="1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TASAT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</a:t>
                      </a:r>
                    </a:p>
                  </a:txBody>
                  <a:tcPr marL="7048" marR="7048" marT="704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048" marR="7048" marT="704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Receipt ~ Transfer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944784"/>
                  </a:ext>
                </a:extLst>
              </a:tr>
              <a:tr h="1082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Transfer ~ Accept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8889126"/>
                  </a:ext>
                </a:extLst>
              </a:tr>
              <a:tr h="81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Accept ~ Repair Start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399449"/>
                  </a:ext>
                </a:extLst>
              </a:tr>
              <a:tr h="81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Start ~ Repair End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79574"/>
                  </a:ext>
                </a:extLst>
              </a:tr>
              <a:tr h="756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0933829"/>
                  </a:ext>
                </a:extLst>
              </a:tr>
              <a:tr h="1082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048" marR="7048" marT="704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Receipt ~ Transfer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813510"/>
                  </a:ext>
                </a:extLst>
              </a:tr>
              <a:tr h="1082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Transfer ~ Accept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6749104"/>
                  </a:ext>
                </a:extLst>
              </a:tr>
              <a:tr h="81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Accept ~ Repair Start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6142479"/>
                  </a:ext>
                </a:extLst>
              </a:tr>
              <a:tr h="81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Start ~ Repair End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0.0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1814933"/>
                  </a:ext>
                </a:extLst>
              </a:tr>
              <a:tr h="756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11.6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048" marR="7048" marT="704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695692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767F0F1-571B-1C91-046F-1813286F67F3}"/>
              </a:ext>
            </a:extLst>
          </p:cNvPr>
          <p:cNvSpPr txBox="1"/>
          <p:nvPr/>
        </p:nvSpPr>
        <p:spPr>
          <a:xfrm>
            <a:off x="7211681" y="979549"/>
            <a:ext cx="4825044" cy="5505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TASAT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이관승인에서 수리 시작까지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L/T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전년대비 지속 개선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중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달성위해서는 추가 개선 필요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967D38C5-D7EB-9A55-18BB-584CBA792260}"/>
              </a:ext>
            </a:extLst>
          </p:cNvPr>
          <p:cNvCxnSpPr/>
          <p:nvPr/>
        </p:nvCxnSpPr>
        <p:spPr>
          <a:xfrm>
            <a:off x="7360150" y="2231355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5ABC24AC-B291-7DC1-C8F2-B7970E1893EF}"/>
              </a:ext>
            </a:extLst>
          </p:cNvPr>
          <p:cNvCxnSpPr/>
          <p:nvPr/>
        </p:nvCxnSpPr>
        <p:spPr>
          <a:xfrm>
            <a:off x="10995978" y="2231355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881A6D05-3DBF-4499-E989-AAA293DAEC56}"/>
              </a:ext>
            </a:extLst>
          </p:cNvPr>
          <p:cNvSpPr txBox="1"/>
          <p:nvPr/>
        </p:nvSpPr>
        <p:spPr>
          <a:xfrm>
            <a:off x="7920213" y="1965699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B5FE942-37EF-FD3E-5A4D-D2615C990AAF}"/>
              </a:ext>
            </a:extLst>
          </p:cNvPr>
          <p:cNvSpPr txBox="1"/>
          <p:nvPr/>
        </p:nvSpPr>
        <p:spPr>
          <a:xfrm>
            <a:off x="11128993" y="1954356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8C1E3914-19DB-D613-E9A9-9FE6042A0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799" y="2327053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평가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Incentive Scheme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 관련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7" name="Text Box 3">
            <a:extLst>
              <a:ext uri="{FF2B5EF4-FFF2-40B4-BE49-F238E27FC236}">
                <a16:creationId xmlns:a16="http://schemas.microsoft.com/office/drawing/2014/main" id="{60950BBE-7055-C7DB-4648-B39F6C1BF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23375" y="2327053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9" name="직사각형 72">
            <a:extLst>
              <a:ext uri="{FF2B5EF4-FFF2-40B4-BE49-F238E27FC236}">
                <a16:creationId xmlns:a16="http://schemas.microsoft.com/office/drawing/2014/main" id="{3695C74F-738A-682C-DDD0-36DB5924A023}"/>
              </a:ext>
            </a:extLst>
          </p:cNvPr>
          <p:cNvSpPr/>
          <p:nvPr/>
        </p:nvSpPr>
        <p:spPr>
          <a:xfrm>
            <a:off x="7550247" y="2718122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전용처리율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Index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30B2BA13-D9FC-D304-9728-7E9464BD5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799" y="3211655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이슈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내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LG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담당 인원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Admin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부재 발생으로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신규 인원이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LG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건 관리 중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359D66D-1375-85B5-63F1-780E08A89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23375" y="3211655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8" name="직사각형 72">
            <a:extLst>
              <a:ext uri="{FF2B5EF4-FFF2-40B4-BE49-F238E27FC236}">
                <a16:creationId xmlns:a16="http://schemas.microsoft.com/office/drawing/2014/main" id="{8CC42A43-28AE-69FB-FDBB-066E5FB7FC89}"/>
              </a:ext>
            </a:extLst>
          </p:cNvPr>
          <p:cNvSpPr/>
          <p:nvPr/>
        </p:nvSpPr>
        <p:spPr>
          <a:xfrm>
            <a:off x="7550247" y="3639667"/>
            <a:ext cx="3418023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자사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FSR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지원 강화 통해 신규 인원의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Operation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조기 안정화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직사각형 72">
            <a:extLst>
              <a:ext uri="{FF2B5EF4-FFF2-40B4-BE49-F238E27FC236}">
                <a16:creationId xmlns:a16="http://schemas.microsoft.com/office/drawing/2014/main" id="{D169F1DA-FF2E-042A-B2D8-5753207AB9DE}"/>
              </a:ext>
            </a:extLst>
          </p:cNvPr>
          <p:cNvSpPr/>
          <p:nvPr/>
        </p:nvSpPr>
        <p:spPr>
          <a:xfrm>
            <a:off x="8866466" y="3068976"/>
            <a:ext cx="670118" cy="2455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출산 휴가</a:t>
            </a:r>
          </a:p>
        </p:txBody>
      </p:sp>
      <p:sp>
        <p:nvSpPr>
          <p:cNvPr id="20" name="직사각형 72">
            <a:extLst>
              <a:ext uri="{FF2B5EF4-FFF2-40B4-BE49-F238E27FC236}">
                <a16:creationId xmlns:a16="http://schemas.microsoft.com/office/drawing/2014/main" id="{F0059CC3-305B-E05D-1B4F-55B26DAA7161}"/>
              </a:ext>
            </a:extLst>
          </p:cNvPr>
          <p:cNvSpPr/>
          <p:nvPr/>
        </p:nvSpPr>
        <p:spPr>
          <a:xfrm>
            <a:off x="9538623" y="3068976"/>
            <a:ext cx="670118" cy="2455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 병가</a:t>
            </a: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5D579D6C-9BF8-2291-6445-C28436DB08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799" y="4049666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네트워크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DMS2 Riding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Pin Point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교육 실시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" name="Text Box 3">
            <a:extLst>
              <a:ext uri="{FF2B5EF4-FFF2-40B4-BE49-F238E27FC236}">
                <a16:creationId xmlns:a16="http://schemas.microsoft.com/office/drawing/2014/main" id="{FAAA7409-759D-774F-8E00-A1D366A192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23375" y="4049666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7FDB56D-DCD4-5C24-326E-FD253F8CB9C8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476480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F2863F6-C28E-857F-EC1E-BD1166AB2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7D4061C0-651A-B823-C295-C0154C847FD3}"/>
              </a:ext>
            </a:extLst>
          </p:cNvPr>
          <p:cNvSpPr txBox="1"/>
          <p:nvPr/>
        </p:nvSpPr>
        <p:spPr>
          <a:xfrm>
            <a:off x="161508" y="349250"/>
            <a:ext cx="16786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LGEDG) Bremen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0ED9B19-17B3-CCEE-A843-A247B5C11598}"/>
              </a:ext>
            </a:extLst>
          </p:cNvPr>
          <p:cNvGraphicFramePr>
            <a:graphicFrameLocks noGrp="1"/>
          </p:cNvGraphicFramePr>
          <p:nvPr/>
        </p:nvGraphicFramePr>
        <p:xfrm>
          <a:off x="309985" y="892362"/>
          <a:ext cx="7155776" cy="4213763"/>
        </p:xfrm>
        <a:graphic>
          <a:graphicData uri="http://schemas.openxmlformats.org/drawingml/2006/table">
            <a:tbl>
              <a:tblPr/>
              <a:tblGrid>
                <a:gridCol w="394537">
                  <a:extLst>
                    <a:ext uri="{9D8B030D-6E8A-4147-A177-3AD203B41FA5}">
                      <a16:colId xmlns:a16="http://schemas.microsoft.com/office/drawing/2014/main" val="3757036200"/>
                    </a:ext>
                  </a:extLst>
                </a:gridCol>
                <a:gridCol w="394537">
                  <a:extLst>
                    <a:ext uri="{9D8B030D-6E8A-4147-A177-3AD203B41FA5}">
                      <a16:colId xmlns:a16="http://schemas.microsoft.com/office/drawing/2014/main" val="1140518511"/>
                    </a:ext>
                  </a:extLst>
                </a:gridCol>
                <a:gridCol w="173175">
                  <a:extLst>
                    <a:ext uri="{9D8B030D-6E8A-4147-A177-3AD203B41FA5}">
                      <a16:colId xmlns:a16="http://schemas.microsoft.com/office/drawing/2014/main" val="2017114077"/>
                    </a:ext>
                  </a:extLst>
                </a:gridCol>
                <a:gridCol w="284584">
                  <a:extLst>
                    <a:ext uri="{9D8B030D-6E8A-4147-A177-3AD203B41FA5}">
                      <a16:colId xmlns:a16="http://schemas.microsoft.com/office/drawing/2014/main" val="961544741"/>
                    </a:ext>
                  </a:extLst>
                </a:gridCol>
                <a:gridCol w="394537">
                  <a:extLst>
                    <a:ext uri="{9D8B030D-6E8A-4147-A177-3AD203B41FA5}">
                      <a16:colId xmlns:a16="http://schemas.microsoft.com/office/drawing/2014/main" val="3587688387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2281892872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290226261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1483190921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3357803599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406460600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969075913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2181384096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137528002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3030354064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1205764795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3448162646"/>
                    </a:ext>
                  </a:extLst>
                </a:gridCol>
                <a:gridCol w="306863">
                  <a:extLst>
                    <a:ext uri="{9D8B030D-6E8A-4147-A177-3AD203B41FA5}">
                      <a16:colId xmlns:a16="http://schemas.microsoft.com/office/drawing/2014/main" val="2791812917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2904496287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14843471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629861687"/>
                    </a:ext>
                  </a:extLst>
                </a:gridCol>
                <a:gridCol w="246587">
                  <a:extLst>
                    <a:ext uri="{9D8B030D-6E8A-4147-A177-3AD203B41FA5}">
                      <a16:colId xmlns:a16="http://schemas.microsoft.com/office/drawing/2014/main" val="1259991220"/>
                    </a:ext>
                  </a:extLst>
                </a:gridCol>
                <a:gridCol w="246587">
                  <a:extLst>
                    <a:ext uri="{9D8B030D-6E8A-4147-A177-3AD203B41FA5}">
                      <a16:colId xmlns:a16="http://schemas.microsoft.com/office/drawing/2014/main" val="1583282923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2498256178"/>
                    </a:ext>
                  </a:extLst>
                </a:gridCol>
                <a:gridCol w="246587">
                  <a:extLst>
                    <a:ext uri="{9D8B030D-6E8A-4147-A177-3AD203B41FA5}">
                      <a16:colId xmlns:a16="http://schemas.microsoft.com/office/drawing/2014/main" val="3517141962"/>
                    </a:ext>
                  </a:extLst>
                </a:gridCol>
                <a:gridCol w="246587">
                  <a:extLst>
                    <a:ext uri="{9D8B030D-6E8A-4147-A177-3AD203B41FA5}">
                      <a16:colId xmlns:a16="http://schemas.microsoft.com/office/drawing/2014/main" val="2225538007"/>
                    </a:ext>
                  </a:extLst>
                </a:gridCol>
                <a:gridCol w="246587">
                  <a:extLst>
                    <a:ext uri="{9D8B030D-6E8A-4147-A177-3AD203B41FA5}">
                      <a16:colId xmlns:a16="http://schemas.microsoft.com/office/drawing/2014/main" val="2437561748"/>
                    </a:ext>
                  </a:extLst>
                </a:gridCol>
                <a:gridCol w="248413">
                  <a:extLst>
                    <a:ext uri="{9D8B030D-6E8A-4147-A177-3AD203B41FA5}">
                      <a16:colId xmlns:a16="http://schemas.microsoft.com/office/drawing/2014/main" val="3936965472"/>
                    </a:ext>
                  </a:extLst>
                </a:gridCol>
              </a:tblGrid>
              <a:tr h="1375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918647"/>
                  </a:ext>
                </a:extLst>
              </a:tr>
              <a:tr h="18636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W09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54880608"/>
                  </a:ext>
                </a:extLst>
              </a:tr>
              <a:tr h="137582">
                <a:tc rowSpan="2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Bremen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AUVICO: BREMEN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3805421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4168160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8384187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990552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3868747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560900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652108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404919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9070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3283333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979300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8093805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1628966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539032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22983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9314425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243834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139066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43332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0317833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3684933"/>
                  </a:ext>
                </a:extLst>
              </a:tr>
              <a:tr h="143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137773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860293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0794738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AUVICO: BREMEN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789175"/>
                  </a:ext>
                </a:extLst>
              </a:tr>
              <a:tr h="1375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267800"/>
                  </a:ext>
                </a:extLst>
              </a:tr>
              <a:tr h="137582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Bremen Total</a:t>
                      </a:r>
                    </a:p>
                  </a:txBody>
                  <a:tcPr marL="6254" marR="6254" marT="625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729498"/>
                  </a:ext>
                </a:extLst>
              </a:tr>
              <a:tr h="137582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254" marR="6254" marT="625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029018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FB82FCC6-D8C4-ED87-4257-0D57599FD3EF}"/>
              </a:ext>
            </a:extLst>
          </p:cNvPr>
          <p:cNvSpPr txBox="1"/>
          <p:nvPr/>
        </p:nvSpPr>
        <p:spPr>
          <a:xfrm>
            <a:off x="7592502" y="968007"/>
            <a:ext cx="4536819" cy="7906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완료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AUVICO</a:t>
            </a:r>
          </a:p>
          <a:p>
            <a:pPr>
              <a:lnSpc>
                <a:spcPct val="130000"/>
              </a:lnSpc>
            </a:pP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평균 건수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10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건 미만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</a:t>
            </a:r>
          </a:p>
          <a:p>
            <a:pPr>
              <a:lnSpc>
                <a:spcPct val="130000"/>
              </a:lnSpc>
            </a:pPr>
            <a:r>
              <a:rPr lang="en-US" altLang="ko-KR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Auvico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의  소수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7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이탈 및 월 누적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지속 영향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4EEDA961-FDA4-2F9B-6CC9-D88BB788EF18}"/>
              </a:ext>
            </a:extLst>
          </p:cNvPr>
          <p:cNvCxnSpPr/>
          <p:nvPr/>
        </p:nvCxnSpPr>
        <p:spPr>
          <a:xfrm>
            <a:off x="7659202" y="2473247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0A3ED102-96E7-2B15-F965-709A2FE965BE}"/>
              </a:ext>
            </a:extLst>
          </p:cNvPr>
          <p:cNvCxnSpPr/>
          <p:nvPr/>
        </p:nvCxnSpPr>
        <p:spPr>
          <a:xfrm>
            <a:off x="11295030" y="2473247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C2524EBF-857C-EE53-0F60-802AB89A38B0}"/>
              </a:ext>
            </a:extLst>
          </p:cNvPr>
          <p:cNvSpPr txBox="1"/>
          <p:nvPr/>
        </p:nvSpPr>
        <p:spPr>
          <a:xfrm>
            <a:off x="8219265" y="2207591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60F3185-A4FE-3447-C8FF-D730149B402D}"/>
              </a:ext>
            </a:extLst>
          </p:cNvPr>
          <p:cNvSpPr txBox="1"/>
          <p:nvPr/>
        </p:nvSpPr>
        <p:spPr>
          <a:xfrm>
            <a:off x="11428045" y="202075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B5FDCAC8-4005-858F-5AFF-622D834E73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7885" y="2567198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평가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Incentive Scheme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 관련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" name="Text Box 3">
            <a:extLst>
              <a:ext uri="{FF2B5EF4-FFF2-40B4-BE49-F238E27FC236}">
                <a16:creationId xmlns:a16="http://schemas.microsoft.com/office/drawing/2014/main" id="{FC6E2D74-2E26-8479-D481-D79348B88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18936" y="2567198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5" name="직사각형 72">
            <a:extLst>
              <a:ext uri="{FF2B5EF4-FFF2-40B4-BE49-F238E27FC236}">
                <a16:creationId xmlns:a16="http://schemas.microsoft.com/office/drawing/2014/main" id="{963AB435-DE49-107D-A5A8-38FB3CE145FE}"/>
              </a:ext>
            </a:extLst>
          </p:cNvPr>
          <p:cNvSpPr/>
          <p:nvPr/>
        </p:nvSpPr>
        <p:spPr>
          <a:xfrm>
            <a:off x="7827333" y="2976739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전용처리율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Index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실행 단추: 뒤로 또는 앞으로 이동 1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F0F706C-9B4A-C013-2965-3A24D105A1E0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5F26DB-BE8C-7519-0605-F73AE2A027A3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350618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ED0E6FCC-238B-B5E9-F5B6-5F91226608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F8F42CC4-EDE7-8129-E7B7-6DA52BE7F6C0}"/>
              </a:ext>
            </a:extLst>
          </p:cNvPr>
          <p:cNvSpPr txBox="1"/>
          <p:nvPr/>
        </p:nvSpPr>
        <p:spPr>
          <a:xfrm>
            <a:off x="161508" y="349250"/>
            <a:ext cx="18469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LGEDG) Hannover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9147D01-0D08-19D1-7439-C8454F020FCC}"/>
              </a:ext>
            </a:extLst>
          </p:cNvPr>
          <p:cNvGraphicFramePr>
            <a:graphicFrameLocks noGrp="1"/>
          </p:cNvGraphicFramePr>
          <p:nvPr/>
        </p:nvGraphicFramePr>
        <p:xfrm>
          <a:off x="458639" y="956547"/>
          <a:ext cx="6717793" cy="2982847"/>
        </p:xfrm>
        <a:graphic>
          <a:graphicData uri="http://schemas.openxmlformats.org/drawingml/2006/table">
            <a:tbl>
              <a:tblPr/>
              <a:tblGrid>
                <a:gridCol w="356329">
                  <a:extLst>
                    <a:ext uri="{9D8B030D-6E8A-4147-A177-3AD203B41FA5}">
                      <a16:colId xmlns:a16="http://schemas.microsoft.com/office/drawing/2014/main" val="3455428246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2364636699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3266360769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917365284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77313249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3611466538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2532733494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519859281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481979530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3111486870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4054204946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655058228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424447890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577229452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3528054400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000090466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991368688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2331210197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3543826322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4284215829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2254831427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4067043034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576597036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1374493324"/>
                    </a:ext>
                  </a:extLst>
                </a:gridCol>
                <a:gridCol w="265061">
                  <a:extLst>
                    <a:ext uri="{9D8B030D-6E8A-4147-A177-3AD203B41FA5}">
                      <a16:colId xmlns:a16="http://schemas.microsoft.com/office/drawing/2014/main" val="4146698920"/>
                    </a:ext>
                  </a:extLst>
                </a:gridCol>
              </a:tblGrid>
              <a:tr h="13156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26.02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0370540"/>
                  </a:ext>
                </a:extLst>
              </a:tr>
              <a:tr h="17820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27853665"/>
                  </a:ext>
                </a:extLst>
              </a:tr>
              <a:tr h="131561"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Hannover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HTV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6768983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949976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709947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4150934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42521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396208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392793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4835817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978670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770260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4220286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0932121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733610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192875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455731"/>
                  </a:ext>
                </a:extLst>
              </a:tr>
              <a:tr h="1375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7132356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428183"/>
                  </a:ext>
                </a:extLst>
              </a:tr>
              <a:tr h="1315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1701800"/>
                  </a:ext>
                </a:extLst>
              </a:tr>
              <a:tr h="131561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Hannover Total</a:t>
                      </a:r>
                    </a:p>
                  </a:txBody>
                  <a:tcPr marL="8302" marR="8302" marT="8302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9722625"/>
                  </a:ext>
                </a:extLst>
              </a:tr>
              <a:tr h="13156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8302" marR="8302" marT="8302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039167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9910D82C-5BE1-50F3-861E-401925BB857D}"/>
              </a:ext>
            </a:extLst>
          </p:cNvPr>
          <p:cNvSpPr txBox="1"/>
          <p:nvPr/>
        </p:nvSpPr>
        <p:spPr>
          <a:xfrm>
            <a:off x="7315200" y="1215339"/>
            <a:ext cx="2947230" cy="5505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7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</a:t>
            </a:r>
            <a:r>
              <a:rPr lang="ko-KR" altLang="en-US" sz="1200" b="1" i="0" u="none" strike="noStrike" err="1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1~2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건 발생 시 이탈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pPr>
              <a:lnSpc>
                <a:spcPct val="130000"/>
              </a:lnSpc>
            </a:pP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- HTV 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미처리 건 선제관리만 되면 </a:t>
            </a:r>
            <a:r>
              <a:rPr lang="en-US" altLang="ko-KR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 i="0" u="none" strike="noStrike"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일 가능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CDD50303-2365-60AA-EE0C-4FB719A7EA2C}"/>
              </a:ext>
            </a:extLst>
          </p:cNvPr>
          <p:cNvCxnSpPr/>
          <p:nvPr/>
        </p:nvCxnSpPr>
        <p:spPr>
          <a:xfrm>
            <a:off x="7578688" y="2349515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02E85E0C-1B13-31D7-C78A-09DC753D18FA}"/>
              </a:ext>
            </a:extLst>
          </p:cNvPr>
          <p:cNvCxnSpPr/>
          <p:nvPr/>
        </p:nvCxnSpPr>
        <p:spPr>
          <a:xfrm>
            <a:off x="11168335" y="2349515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3924C42-7384-3ED7-72F6-EBB18F35A55B}"/>
              </a:ext>
            </a:extLst>
          </p:cNvPr>
          <p:cNvSpPr txBox="1"/>
          <p:nvPr/>
        </p:nvSpPr>
        <p:spPr>
          <a:xfrm>
            <a:off x="8138751" y="2083859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03A9280-F6FF-2E89-07FF-457D2B2EA12D}"/>
              </a:ext>
            </a:extLst>
          </p:cNvPr>
          <p:cNvSpPr txBox="1"/>
          <p:nvPr/>
        </p:nvSpPr>
        <p:spPr>
          <a:xfrm>
            <a:off x="11301350" y="2072516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37086D02-F6BA-4AA7-388D-CEA52A531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288" y="2428651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서비스센터 평가 및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Incentive Scheme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내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전략도시 관련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KPI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반영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7D7427C2-8EDF-10D5-CE8E-CB9A931C1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80392" y="2428651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2" name="직사각형 72">
            <a:extLst>
              <a:ext uri="{FF2B5EF4-FFF2-40B4-BE49-F238E27FC236}">
                <a16:creationId xmlns:a16="http://schemas.microsoft.com/office/drawing/2014/main" id="{02505224-D201-92D8-6FFD-5B32076A48A8}"/>
              </a:ext>
            </a:extLst>
          </p:cNvPr>
          <p:cNvSpPr/>
          <p:nvPr/>
        </p:nvSpPr>
        <p:spPr>
          <a:xfrm>
            <a:off x="7725736" y="2838192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kumimoji="0"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전략도시 </a:t>
            </a: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전용처리율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Index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 Box 3">
            <a:extLst>
              <a:ext uri="{FF2B5EF4-FFF2-40B4-BE49-F238E27FC236}">
                <a16:creationId xmlns:a16="http://schemas.microsoft.com/office/drawing/2014/main" id="{A4EE5DAF-EDFA-474B-5D48-EE828C708A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288" y="3235037"/>
            <a:ext cx="3628086" cy="457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네트워크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전용처리율 개선 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DMS2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중심의</a:t>
            </a:r>
            <a:b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</a:b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안정적 운영 추진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D08F167A-AD03-2F16-8D77-7864111906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61920" y="3299691"/>
            <a:ext cx="526417" cy="288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지속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5" name="직사각형 72">
            <a:extLst>
              <a:ext uri="{FF2B5EF4-FFF2-40B4-BE49-F238E27FC236}">
                <a16:creationId xmlns:a16="http://schemas.microsoft.com/office/drawing/2014/main" id="{6D2B6C3A-9B31-85E9-6143-A2D53332C2A1}"/>
              </a:ext>
            </a:extLst>
          </p:cNvPr>
          <p:cNvSpPr/>
          <p:nvPr/>
        </p:nvSpPr>
        <p:spPr>
          <a:xfrm>
            <a:off x="7725736" y="3644578"/>
            <a:ext cx="3057351" cy="2626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779174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’26.1Q 73% 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’26.4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71% (80%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수준 개선 필요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kumimoji="0" lang="ko-KR" altLang="en-US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실행 단추: 뒤로 또는 앞으로 이동 15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4D1D77A-D302-E6C1-BFAC-958F0549947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1890B7-13E4-1A94-BB60-2552872F9BCE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021956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865F6E8-59DC-D76A-75B3-1B947644DD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971C7D9E-5D96-9058-6637-9E5B6B4C7173}"/>
              </a:ext>
            </a:extLst>
          </p:cNvPr>
          <p:cNvSpPr txBox="1"/>
          <p:nvPr/>
        </p:nvSpPr>
        <p:spPr>
          <a:xfrm>
            <a:off x="161508" y="349250"/>
            <a:ext cx="13949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LGEIS) Rome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BBA72ED-6BAE-8A67-FD61-9D608294DA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893347"/>
              </p:ext>
            </p:extLst>
          </p:nvPr>
        </p:nvGraphicFramePr>
        <p:xfrm>
          <a:off x="325487" y="843705"/>
          <a:ext cx="6767492" cy="5469436"/>
        </p:xfrm>
        <a:graphic>
          <a:graphicData uri="http://schemas.openxmlformats.org/drawingml/2006/table">
            <a:tbl>
              <a:tblPr/>
              <a:tblGrid>
                <a:gridCol w="477735">
                  <a:extLst>
                    <a:ext uri="{9D8B030D-6E8A-4147-A177-3AD203B41FA5}">
                      <a16:colId xmlns:a16="http://schemas.microsoft.com/office/drawing/2014/main" val="2983967785"/>
                    </a:ext>
                  </a:extLst>
                </a:gridCol>
                <a:gridCol w="952635">
                  <a:extLst>
                    <a:ext uri="{9D8B030D-6E8A-4147-A177-3AD203B41FA5}">
                      <a16:colId xmlns:a16="http://schemas.microsoft.com/office/drawing/2014/main" val="2822522082"/>
                    </a:ext>
                  </a:extLst>
                </a:gridCol>
                <a:gridCol w="482561">
                  <a:extLst>
                    <a:ext uri="{9D8B030D-6E8A-4147-A177-3AD203B41FA5}">
                      <a16:colId xmlns:a16="http://schemas.microsoft.com/office/drawing/2014/main" val="3287673427"/>
                    </a:ext>
                  </a:extLst>
                </a:gridCol>
                <a:gridCol w="226803">
                  <a:extLst>
                    <a:ext uri="{9D8B030D-6E8A-4147-A177-3AD203B41FA5}">
                      <a16:colId xmlns:a16="http://schemas.microsoft.com/office/drawing/2014/main" val="1058986900"/>
                    </a:ext>
                  </a:extLst>
                </a:gridCol>
                <a:gridCol w="482561">
                  <a:extLst>
                    <a:ext uri="{9D8B030D-6E8A-4147-A177-3AD203B41FA5}">
                      <a16:colId xmlns:a16="http://schemas.microsoft.com/office/drawing/2014/main" val="3647911426"/>
                    </a:ext>
                  </a:extLst>
                </a:gridCol>
                <a:gridCol w="212326">
                  <a:extLst>
                    <a:ext uri="{9D8B030D-6E8A-4147-A177-3AD203B41FA5}">
                      <a16:colId xmlns:a16="http://schemas.microsoft.com/office/drawing/2014/main" val="2658145183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271373022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165868811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3632931009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952070807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3290000817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2013916244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278593890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454109634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4021525605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2761364103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3808559110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542072184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158378733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4039233250"/>
                    </a:ext>
                  </a:extLst>
                </a:gridCol>
                <a:gridCol w="217152">
                  <a:extLst>
                    <a:ext uri="{9D8B030D-6E8A-4147-A177-3AD203B41FA5}">
                      <a16:colId xmlns:a16="http://schemas.microsoft.com/office/drawing/2014/main" val="2542896793"/>
                    </a:ext>
                  </a:extLst>
                </a:gridCol>
                <a:gridCol w="217152">
                  <a:extLst>
                    <a:ext uri="{9D8B030D-6E8A-4147-A177-3AD203B41FA5}">
                      <a16:colId xmlns:a16="http://schemas.microsoft.com/office/drawing/2014/main" val="3927737899"/>
                    </a:ext>
                  </a:extLst>
                </a:gridCol>
                <a:gridCol w="217152">
                  <a:extLst>
                    <a:ext uri="{9D8B030D-6E8A-4147-A177-3AD203B41FA5}">
                      <a16:colId xmlns:a16="http://schemas.microsoft.com/office/drawing/2014/main" val="2870331722"/>
                    </a:ext>
                  </a:extLst>
                </a:gridCol>
                <a:gridCol w="218761">
                  <a:extLst>
                    <a:ext uri="{9D8B030D-6E8A-4147-A177-3AD203B41FA5}">
                      <a16:colId xmlns:a16="http://schemas.microsoft.com/office/drawing/2014/main" val="11155311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98243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57347309"/>
                  </a:ext>
                </a:extLst>
              </a:tr>
              <a:tr h="88786">
                <a:tc rowSpan="4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Rome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D.G.S. ELETTRONICA (HE)</a:t>
                      </a:r>
                    </a:p>
                  </a:txBody>
                  <a:tcPr marL="4036" marR="4036" marT="403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3947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439137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70949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73080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6399174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217071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D.G.S. ELETTRONICA (HE) Total</a:t>
                      </a:r>
                    </a:p>
                  </a:txBody>
                  <a:tcPr marL="4036" marR="4036" marT="403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43355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3935420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GI.ZETA (HA)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001118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97869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949098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559822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0901718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44319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128571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7227262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05544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075551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25582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82592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GI.ZETA (HA)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683328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240631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PANASERVICE (HA)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771812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70261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8016938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138129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56093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63561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79062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1245814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315308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6525363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06853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3014642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PANASERVICE (HA)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706280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88845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PANASERVICE S.R.L. (HE)</a:t>
                      </a:r>
                    </a:p>
                  </a:txBody>
                  <a:tcPr marL="4036" marR="4036" marT="4036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25286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6408634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4738069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096830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30315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2815986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PANASERVICE S.R.L. (HE) Total</a:t>
                      </a:r>
                    </a:p>
                  </a:txBody>
                  <a:tcPr marL="4036" marR="4036" marT="4036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5454987"/>
                  </a:ext>
                </a:extLst>
              </a:tr>
              <a:tr h="887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068414"/>
                  </a:ext>
                </a:extLst>
              </a:tr>
              <a:tr h="88786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Rome Total</a:t>
                      </a:r>
                    </a:p>
                  </a:txBody>
                  <a:tcPr marL="4036" marR="4036" marT="4036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6386530"/>
                  </a:ext>
                </a:extLst>
              </a:tr>
              <a:tr h="88786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036" marR="4036" marT="403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59848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F7F99311-2786-7B00-DBC3-E696031F5EDB}"/>
              </a:ext>
            </a:extLst>
          </p:cNvPr>
          <p:cNvSpPr txBox="1"/>
          <p:nvPr/>
        </p:nvSpPr>
        <p:spPr>
          <a:xfrm>
            <a:off x="7200181" y="796182"/>
            <a:ext cx="45262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i="0" u="none" strike="noStrike" kern="12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- D.G.S. ELETTRONICA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LTV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사용 건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개선되면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일내 진입 가능</a:t>
            </a:r>
            <a:endParaRPr lang="en-US" altLang="ko-KR" sz="12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49F112E2-0C05-6E18-EE66-1E202B9D4344}"/>
              </a:ext>
            </a:extLst>
          </p:cNvPr>
          <p:cNvCxnSpPr/>
          <p:nvPr/>
        </p:nvCxnSpPr>
        <p:spPr>
          <a:xfrm>
            <a:off x="7407453" y="1631971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D9C8BB1E-DF3B-7CA0-3479-143462750BD7}"/>
              </a:ext>
            </a:extLst>
          </p:cNvPr>
          <p:cNvCxnSpPr/>
          <p:nvPr/>
        </p:nvCxnSpPr>
        <p:spPr>
          <a:xfrm>
            <a:off x="11043281" y="1631971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B7D9095E-826B-9E7D-AB4F-0BDB891D3D20}"/>
              </a:ext>
            </a:extLst>
          </p:cNvPr>
          <p:cNvSpPr txBox="1"/>
          <p:nvPr/>
        </p:nvSpPr>
        <p:spPr>
          <a:xfrm>
            <a:off x="7967516" y="1366315"/>
            <a:ext cx="237116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EF92129-7758-6244-AEDF-3755436879EC}"/>
              </a:ext>
            </a:extLst>
          </p:cNvPr>
          <p:cNvSpPr txBox="1"/>
          <p:nvPr/>
        </p:nvSpPr>
        <p:spPr>
          <a:xfrm>
            <a:off x="11176296" y="1354972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FEA9E6D-A23E-DF84-5C59-95CEBEF18560}"/>
              </a:ext>
            </a:extLst>
          </p:cNvPr>
          <p:cNvSpPr txBox="1"/>
          <p:nvPr/>
        </p:nvSpPr>
        <p:spPr>
          <a:xfrm>
            <a:off x="7268987" y="1705648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: Sub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창고 운영을 통한 공급 리드타임 단축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AE46F58-8D4A-6EBC-B3E0-B98D10D00532}"/>
              </a:ext>
            </a:extLst>
          </p:cNvPr>
          <p:cNvSpPr txBox="1"/>
          <p:nvPr/>
        </p:nvSpPr>
        <p:spPr>
          <a:xfrm>
            <a:off x="11195707" y="1647225"/>
            <a:ext cx="4443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TBD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A3B9187-8A07-0253-ADC3-C43CD61E2A1F}"/>
              </a:ext>
            </a:extLst>
          </p:cNvPr>
          <p:cNvSpPr txBox="1"/>
          <p:nvPr/>
        </p:nvSpPr>
        <p:spPr>
          <a:xfrm>
            <a:off x="10957067" y="1835188"/>
            <a:ext cx="10672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창고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System 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 중 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C1159DF0-A050-AC68-B320-244639792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86625" y="2208813"/>
            <a:ext cx="4684395" cy="2312258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A5287522-1828-39CD-C0B9-2842595421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15187" y="4620063"/>
            <a:ext cx="4717733" cy="1978965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3E3A418B-F3C5-EEAD-C129-078D515A48B1}"/>
              </a:ext>
            </a:extLst>
          </p:cNvPr>
          <p:cNvSpPr txBox="1"/>
          <p:nvPr/>
        </p:nvSpPr>
        <p:spPr>
          <a:xfrm>
            <a:off x="7259829" y="1995579"/>
            <a:ext cx="403147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OLED </a:t>
            </a:r>
            <a:r>
              <a:rPr lang="ko-KR" altLang="en-US" sz="105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비축 적확도 및 소요량 대비 보유량  문제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13362D-2975-5CB6-610E-A83F743B5CCA}"/>
              </a:ext>
            </a:extLst>
          </p:cNvPr>
          <p:cNvSpPr/>
          <p:nvPr/>
        </p:nvSpPr>
        <p:spPr>
          <a:xfrm>
            <a:off x="8343900" y="2495550"/>
            <a:ext cx="958850" cy="88900"/>
          </a:xfrm>
          <a:prstGeom prst="rect">
            <a:avLst/>
          </a:prstGeom>
          <a:noFill/>
          <a:ln w="19050">
            <a:solidFill>
              <a:srgbClr val="0000F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594FA59-18B4-D63A-9E41-24F9CEBBBA0A}"/>
              </a:ext>
            </a:extLst>
          </p:cNvPr>
          <p:cNvSpPr/>
          <p:nvPr/>
        </p:nvSpPr>
        <p:spPr>
          <a:xfrm>
            <a:off x="8343900" y="2914650"/>
            <a:ext cx="958850" cy="889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24137AD-E25F-990E-9703-873EBD8A4335}"/>
              </a:ext>
            </a:extLst>
          </p:cNvPr>
          <p:cNvSpPr/>
          <p:nvPr/>
        </p:nvSpPr>
        <p:spPr>
          <a:xfrm>
            <a:off x="8343900" y="3486150"/>
            <a:ext cx="958850" cy="889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8A615A1-6939-60CE-12AD-7D67BCF9FD34}"/>
              </a:ext>
            </a:extLst>
          </p:cNvPr>
          <p:cNvSpPr/>
          <p:nvPr/>
        </p:nvSpPr>
        <p:spPr>
          <a:xfrm>
            <a:off x="8343900" y="3892550"/>
            <a:ext cx="958850" cy="889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실행 단추: 뒤로 또는 앞으로 이동 20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C12BB152-450E-3DA5-2FC6-16D6676D3C4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00C98A7-FB63-2A6B-438C-470B1A59B6D3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7513475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CBBDDE9-917D-7C20-4DBB-1D6615304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8E628368-DD18-C4EA-467A-5B5627BD49D6}"/>
              </a:ext>
            </a:extLst>
          </p:cNvPr>
          <p:cNvSpPr txBox="1"/>
          <p:nvPr/>
        </p:nvSpPr>
        <p:spPr>
          <a:xfrm>
            <a:off x="161508" y="349250"/>
            <a:ext cx="1447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LGEIS) Napoli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7EA8927-54FA-7471-342D-C5DDA0255660}"/>
              </a:ext>
            </a:extLst>
          </p:cNvPr>
          <p:cNvSpPr txBox="1"/>
          <p:nvPr/>
        </p:nvSpPr>
        <p:spPr>
          <a:xfrm>
            <a:off x="6600563" y="1259457"/>
            <a:ext cx="395050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Mega Service LTV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건 개선 필요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 배치 확대 방안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04F5CCB-49EB-FC92-A248-11643142AC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1355907"/>
              </p:ext>
            </p:extLst>
          </p:nvPr>
        </p:nvGraphicFramePr>
        <p:xfrm>
          <a:off x="264338" y="1039355"/>
          <a:ext cx="6205490" cy="4553284"/>
        </p:xfrm>
        <a:graphic>
          <a:graphicData uri="http://schemas.openxmlformats.org/drawingml/2006/table">
            <a:tbl>
              <a:tblPr/>
              <a:tblGrid>
                <a:gridCol w="468161">
                  <a:extLst>
                    <a:ext uri="{9D8B030D-6E8A-4147-A177-3AD203B41FA5}">
                      <a16:colId xmlns:a16="http://schemas.microsoft.com/office/drawing/2014/main" val="4254135430"/>
                    </a:ext>
                  </a:extLst>
                </a:gridCol>
                <a:gridCol w="572197">
                  <a:extLst>
                    <a:ext uri="{9D8B030D-6E8A-4147-A177-3AD203B41FA5}">
                      <a16:colId xmlns:a16="http://schemas.microsoft.com/office/drawing/2014/main" val="2382496533"/>
                    </a:ext>
                  </a:extLst>
                </a:gridCol>
                <a:gridCol w="472890">
                  <a:extLst>
                    <a:ext uri="{9D8B030D-6E8A-4147-A177-3AD203B41FA5}">
                      <a16:colId xmlns:a16="http://schemas.microsoft.com/office/drawing/2014/main" val="3228672623"/>
                    </a:ext>
                  </a:extLst>
                </a:gridCol>
                <a:gridCol w="222258">
                  <a:extLst>
                    <a:ext uri="{9D8B030D-6E8A-4147-A177-3AD203B41FA5}">
                      <a16:colId xmlns:a16="http://schemas.microsoft.com/office/drawing/2014/main" val="3400397467"/>
                    </a:ext>
                  </a:extLst>
                </a:gridCol>
                <a:gridCol w="218693">
                  <a:extLst>
                    <a:ext uri="{9D8B030D-6E8A-4147-A177-3AD203B41FA5}">
                      <a16:colId xmlns:a16="http://schemas.microsoft.com/office/drawing/2014/main" val="2400138712"/>
                    </a:ext>
                  </a:extLst>
                </a:gridCol>
                <a:gridCol w="208072">
                  <a:extLst>
                    <a:ext uri="{9D8B030D-6E8A-4147-A177-3AD203B41FA5}">
                      <a16:colId xmlns:a16="http://schemas.microsoft.com/office/drawing/2014/main" val="3158889495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077205392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6491130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910153876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999872908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053370925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239733786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3949320765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3902752076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2104816875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68058346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3073070527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497278375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4064321406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4267429698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598649664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023026689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450751371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1617009491"/>
                    </a:ext>
                  </a:extLst>
                </a:gridCol>
                <a:gridCol w="212801">
                  <a:extLst>
                    <a:ext uri="{9D8B030D-6E8A-4147-A177-3AD203B41FA5}">
                      <a16:colId xmlns:a16="http://schemas.microsoft.com/office/drawing/2014/main" val="3616223494"/>
                    </a:ext>
                  </a:extLst>
                </a:gridCol>
              </a:tblGrid>
              <a:tr h="10358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3050771"/>
                  </a:ext>
                </a:extLst>
              </a:tr>
              <a:tr h="2081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7105657"/>
                  </a:ext>
                </a:extLst>
              </a:tr>
              <a:tr h="103581">
                <a:tc rowSpan="3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Napoli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MEGA SERVICE (HA)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823688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4699569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712269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015888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9490667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3306222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6652922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013707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798224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979676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717042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225049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MEGA SERVICE (HA)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2375629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31964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MEGA SERVICE (HE)</a:t>
                      </a:r>
                    </a:p>
                  </a:txBody>
                  <a:tcPr marL="4708" marR="4708" marT="4708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3416848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920219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0591105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152270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137720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7891788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MEGA SERVICE (HE) Total</a:t>
                      </a:r>
                    </a:p>
                  </a:txBody>
                  <a:tcPr marL="4708" marR="4708" marT="4708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3033180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6698071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MULTISERVICE IN (HA)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89404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7404587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22644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711767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735624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9676830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758000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101314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4142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6684937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195258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680223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MULTISERVICE IN (HA)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8942420"/>
                  </a:ext>
                </a:extLst>
              </a:tr>
              <a:tr h="103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893564"/>
                  </a:ext>
                </a:extLst>
              </a:tr>
              <a:tr h="103581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Napoli Total</a:t>
                      </a:r>
                    </a:p>
                  </a:txBody>
                  <a:tcPr marL="4708" marR="4708" marT="4708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0388649"/>
                  </a:ext>
                </a:extLst>
              </a:tr>
              <a:tr h="10358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708" marR="4708" marT="470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671400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4CBDBCED-ACC6-8C98-8759-8B7E69FB15E5}"/>
              </a:ext>
            </a:extLst>
          </p:cNvPr>
          <p:cNvCxnSpPr/>
          <p:nvPr/>
        </p:nvCxnSpPr>
        <p:spPr>
          <a:xfrm>
            <a:off x="6809356" y="2046938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0DD22A9-502F-A51B-5FA7-A463122F06D8}"/>
              </a:ext>
            </a:extLst>
          </p:cNvPr>
          <p:cNvCxnSpPr/>
          <p:nvPr/>
        </p:nvCxnSpPr>
        <p:spPr>
          <a:xfrm>
            <a:off x="10445184" y="2046938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762A287C-FFDA-E3BA-3646-D7D6E4D39827}"/>
              </a:ext>
            </a:extLst>
          </p:cNvPr>
          <p:cNvSpPr txBox="1"/>
          <p:nvPr/>
        </p:nvSpPr>
        <p:spPr>
          <a:xfrm>
            <a:off x="7369419" y="1781282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FFBA85B-EB2D-5C63-C17D-970FA5E743A3}"/>
              </a:ext>
            </a:extLst>
          </p:cNvPr>
          <p:cNvSpPr txBox="1"/>
          <p:nvPr/>
        </p:nvSpPr>
        <p:spPr>
          <a:xfrm>
            <a:off x="10578199" y="1769939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9D8F590-3B3F-73D5-441C-9FF129A555D6}"/>
              </a:ext>
            </a:extLst>
          </p:cNvPr>
          <p:cNvSpPr txBox="1"/>
          <p:nvPr/>
        </p:nvSpPr>
        <p:spPr>
          <a:xfrm>
            <a:off x="6606047" y="939864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Touch</a:t>
            </a:r>
            <a:r>
              <a:rPr lang="ko-KR" altLang="en-US" sz="105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포인트 </a:t>
            </a:r>
            <a:r>
              <a:rPr lang="en-US" altLang="ko-KR" sz="105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 </a:t>
            </a:r>
            <a:r>
              <a:rPr lang="ko-KR" altLang="en-US" sz="105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① </a:t>
            </a:r>
            <a:r>
              <a:rPr lang="en-US" altLang="ko-KR" sz="1050" b="1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 Part Y  </a:t>
            </a:r>
            <a:endParaRPr lang="ko-KR" altLang="en-US" sz="1050" b="1">
              <a:solidFill>
                <a:srgbClr val="0000FF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DD9A828-8DEA-21F9-2520-0E5954895447}"/>
              </a:ext>
            </a:extLst>
          </p:cNvPr>
          <p:cNvSpPr txBox="1"/>
          <p:nvPr/>
        </p:nvSpPr>
        <p:spPr>
          <a:xfrm>
            <a:off x="6849887" y="2176183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: Sub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창고 운영을 통한 공급 리드타임 단축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5699F3-E736-4C5C-1894-9B3A831F2B56}"/>
              </a:ext>
            </a:extLst>
          </p:cNvPr>
          <p:cNvSpPr txBox="1"/>
          <p:nvPr/>
        </p:nvSpPr>
        <p:spPr>
          <a:xfrm>
            <a:off x="10548007" y="2148240"/>
            <a:ext cx="4443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TBD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96E68D1-BD6E-70B0-9233-5CB8C0F4E066}"/>
              </a:ext>
            </a:extLst>
          </p:cNvPr>
          <p:cNvSpPr txBox="1"/>
          <p:nvPr/>
        </p:nvSpPr>
        <p:spPr>
          <a:xfrm>
            <a:off x="10309367" y="2336203"/>
            <a:ext cx="10672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창고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System 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 중 </a:t>
            </a:r>
          </a:p>
        </p:txBody>
      </p:sp>
      <p:sp>
        <p:nvSpPr>
          <p:cNvPr id="14" name="실행 단추: 뒤로 또는 앞으로 이동 13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AEB25F1-D851-DA21-FC85-6A64CEBABD1A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62CB170-93F7-757A-251E-7F6F4CA57E78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59622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03DE659-FE5A-DC6C-EFDE-B08D84F413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6F19313C-3860-2C2C-3B2B-84A8A276F947}"/>
              </a:ext>
            </a:extLst>
          </p:cNvPr>
          <p:cNvSpPr txBox="1"/>
          <p:nvPr/>
        </p:nvSpPr>
        <p:spPr>
          <a:xfrm>
            <a:off x="161508" y="349250"/>
            <a:ext cx="16257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LGEIS) Bologna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3BF17E3C-06F9-3961-4D59-11860BDA59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063246"/>
              </p:ext>
            </p:extLst>
          </p:nvPr>
        </p:nvGraphicFramePr>
        <p:xfrm>
          <a:off x="385546" y="941385"/>
          <a:ext cx="6438006" cy="4445228"/>
        </p:xfrm>
        <a:graphic>
          <a:graphicData uri="http://schemas.openxmlformats.org/drawingml/2006/table">
            <a:tbl>
              <a:tblPr/>
              <a:tblGrid>
                <a:gridCol w="502213">
                  <a:extLst>
                    <a:ext uri="{9D8B030D-6E8A-4147-A177-3AD203B41FA5}">
                      <a16:colId xmlns:a16="http://schemas.microsoft.com/office/drawing/2014/main" val="726578464"/>
                    </a:ext>
                  </a:extLst>
                </a:gridCol>
                <a:gridCol w="613815">
                  <a:extLst>
                    <a:ext uri="{9D8B030D-6E8A-4147-A177-3AD203B41FA5}">
                      <a16:colId xmlns:a16="http://schemas.microsoft.com/office/drawing/2014/main" val="4131498409"/>
                    </a:ext>
                  </a:extLst>
                </a:gridCol>
                <a:gridCol w="507286">
                  <a:extLst>
                    <a:ext uri="{9D8B030D-6E8A-4147-A177-3AD203B41FA5}">
                      <a16:colId xmlns:a16="http://schemas.microsoft.com/office/drawing/2014/main" val="4055536987"/>
                    </a:ext>
                  </a:extLst>
                </a:gridCol>
                <a:gridCol w="238424">
                  <a:extLst>
                    <a:ext uri="{9D8B030D-6E8A-4147-A177-3AD203B41FA5}">
                      <a16:colId xmlns:a16="http://schemas.microsoft.com/office/drawing/2014/main" val="4084451145"/>
                    </a:ext>
                  </a:extLst>
                </a:gridCol>
                <a:gridCol w="218693">
                  <a:extLst>
                    <a:ext uri="{9D8B030D-6E8A-4147-A177-3AD203B41FA5}">
                      <a16:colId xmlns:a16="http://schemas.microsoft.com/office/drawing/2014/main" val="1691113488"/>
                    </a:ext>
                  </a:extLst>
                </a:gridCol>
                <a:gridCol w="223206">
                  <a:extLst>
                    <a:ext uri="{9D8B030D-6E8A-4147-A177-3AD203B41FA5}">
                      <a16:colId xmlns:a16="http://schemas.microsoft.com/office/drawing/2014/main" val="613257452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3600364917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278372176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2016295305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1699523128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734584380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425342926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420722226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2659204273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854547789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91626118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2444017838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559153783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1451493896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22501880"/>
                    </a:ext>
                  </a:extLst>
                </a:gridCol>
                <a:gridCol w="228278">
                  <a:extLst>
                    <a:ext uri="{9D8B030D-6E8A-4147-A177-3AD203B41FA5}">
                      <a16:colId xmlns:a16="http://schemas.microsoft.com/office/drawing/2014/main" val="2130281968"/>
                    </a:ext>
                  </a:extLst>
                </a:gridCol>
                <a:gridCol w="228278">
                  <a:extLst>
                    <a:ext uri="{9D8B030D-6E8A-4147-A177-3AD203B41FA5}">
                      <a16:colId xmlns:a16="http://schemas.microsoft.com/office/drawing/2014/main" val="1134227074"/>
                    </a:ext>
                  </a:extLst>
                </a:gridCol>
                <a:gridCol w="228278">
                  <a:extLst>
                    <a:ext uri="{9D8B030D-6E8A-4147-A177-3AD203B41FA5}">
                      <a16:colId xmlns:a16="http://schemas.microsoft.com/office/drawing/2014/main" val="3101496555"/>
                    </a:ext>
                  </a:extLst>
                </a:gridCol>
                <a:gridCol w="229969">
                  <a:extLst>
                    <a:ext uri="{9D8B030D-6E8A-4147-A177-3AD203B41FA5}">
                      <a16:colId xmlns:a16="http://schemas.microsoft.com/office/drawing/2014/main" val="101798648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658566"/>
                  </a:ext>
                </a:extLst>
              </a:tr>
              <a:tr h="22410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/>
                </a:tc>
                <a:extLst>
                  <a:ext uri="{0D108BD9-81ED-4DB2-BD59-A6C34878D82A}">
                    <a16:rowId xmlns:a16="http://schemas.microsoft.com/office/drawing/2014/main" val="2170059467"/>
                  </a:ext>
                </a:extLst>
              </a:tr>
              <a:tr h="111547">
                <a:tc rowSpan="3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Bologna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2G VIDEOCLIMA (HE)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393168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6291670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070" marR="5070" marT="5070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116257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3120578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00835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468425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B.B.C. SNC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941493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9327125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006390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0365767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04019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5217190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02911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090716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372588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019950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480990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900430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B.B.C. SNC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449389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180020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GLC SNC DI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CATALANOTTI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GASPARE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1672926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926516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250452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28368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6099688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346954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3195393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239291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070" marR="5070" marT="5070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393969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099210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5907432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9468583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GLC SNC DI CATALANOTTI GASPARE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7809946"/>
                  </a:ext>
                </a:extLst>
              </a:tr>
              <a:tr h="1115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68254"/>
                  </a:ext>
                </a:extLst>
              </a:tr>
              <a:tr h="111547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Bologna Total</a:t>
                      </a:r>
                    </a:p>
                  </a:txBody>
                  <a:tcPr marL="5070" marR="5070" marT="507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238840"/>
                  </a:ext>
                </a:extLst>
              </a:tr>
              <a:tr h="111547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070" marR="5070" marT="507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8084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57B6C81E-DA87-1348-C725-FE8E2DC43661}"/>
              </a:ext>
            </a:extLst>
          </p:cNvPr>
          <p:cNvSpPr txBox="1"/>
          <p:nvPr/>
        </p:nvSpPr>
        <p:spPr>
          <a:xfrm>
            <a:off x="6875913" y="813372"/>
            <a:ext cx="496026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건수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 미만으로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사전 관리 필요</a:t>
            </a:r>
            <a:endParaRPr lang="en-US" altLang="ko-KR" sz="12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- 2G VODEPCLIMA TV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 건 및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GLC SNC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세탁기 부품 사용 건 개선 필요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E4390909-AEDB-41A0-E37B-537916C97204}"/>
              </a:ext>
            </a:extLst>
          </p:cNvPr>
          <p:cNvCxnSpPr/>
          <p:nvPr/>
        </p:nvCxnSpPr>
        <p:spPr>
          <a:xfrm>
            <a:off x="7160164" y="17222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2BC60D3-80A3-2291-B83D-1C657BC963B2}"/>
              </a:ext>
            </a:extLst>
          </p:cNvPr>
          <p:cNvCxnSpPr/>
          <p:nvPr/>
        </p:nvCxnSpPr>
        <p:spPr>
          <a:xfrm>
            <a:off x="10795992" y="17222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BCAB529D-3B17-0384-7B86-B510B84510B7}"/>
              </a:ext>
            </a:extLst>
          </p:cNvPr>
          <p:cNvSpPr txBox="1"/>
          <p:nvPr/>
        </p:nvSpPr>
        <p:spPr>
          <a:xfrm>
            <a:off x="7720227" y="1456638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807309D-EC0C-AD8B-88D9-728DBEDC9955}"/>
              </a:ext>
            </a:extLst>
          </p:cNvPr>
          <p:cNvSpPr txBox="1"/>
          <p:nvPr/>
        </p:nvSpPr>
        <p:spPr>
          <a:xfrm>
            <a:off x="10929007" y="1445295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D330522-B5EF-FAD4-BB4A-7CEBBF69E2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2423"/>
          <a:stretch/>
        </p:blipFill>
        <p:spPr>
          <a:xfrm>
            <a:off x="7033625" y="3185432"/>
            <a:ext cx="4586875" cy="2710544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7E57FC92-D49A-80F8-CDF8-3D8D2BC834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3131"/>
          <a:stretch/>
        </p:blipFill>
        <p:spPr>
          <a:xfrm>
            <a:off x="9054192" y="2777219"/>
            <a:ext cx="2890156" cy="2310494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EECA4E84-E10B-54F9-E8E3-4FC55C41F5DA}"/>
              </a:ext>
            </a:extLst>
          </p:cNvPr>
          <p:cNvSpPr txBox="1"/>
          <p:nvPr/>
        </p:nvSpPr>
        <p:spPr>
          <a:xfrm>
            <a:off x="6956567" y="2334298"/>
            <a:ext cx="373864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WM : </a:t>
            </a:r>
            <a:r>
              <a:rPr lang="ko-KR" altLang="en-US" sz="105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난수리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고객 클레임 건 빠른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DR 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조치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(※ Logic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개선필요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92A988A-E1C8-038B-5A02-3582C20B3130}"/>
              </a:ext>
            </a:extLst>
          </p:cNvPr>
          <p:cNvSpPr/>
          <p:nvPr/>
        </p:nvSpPr>
        <p:spPr>
          <a:xfrm>
            <a:off x="9044940" y="4783455"/>
            <a:ext cx="2887980" cy="27432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D8D2819-4BF8-68DE-4610-40F9B58DA5D0}"/>
              </a:ext>
            </a:extLst>
          </p:cNvPr>
          <p:cNvSpPr/>
          <p:nvPr/>
        </p:nvSpPr>
        <p:spPr>
          <a:xfrm>
            <a:off x="7043738" y="5354954"/>
            <a:ext cx="4553902" cy="54102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629D3A5-40D6-9D0E-E4ED-E9D089349516}"/>
              </a:ext>
            </a:extLst>
          </p:cNvPr>
          <p:cNvSpPr txBox="1"/>
          <p:nvPr/>
        </p:nvSpPr>
        <p:spPr>
          <a:xfrm>
            <a:off x="6956567" y="1823758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: Sub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창고 운영을 통한 공급 리드타임 단축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28417E0-102B-0093-A0B5-161BCAED4AD4}"/>
              </a:ext>
            </a:extLst>
          </p:cNvPr>
          <p:cNvSpPr txBox="1"/>
          <p:nvPr/>
        </p:nvSpPr>
        <p:spPr>
          <a:xfrm>
            <a:off x="6941327" y="2585758"/>
            <a:ext cx="252271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**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세탁기 및 건조기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Case Study  (Ship to Code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3D10079-1939-8767-568C-42A987559F71}"/>
              </a:ext>
            </a:extLst>
          </p:cNvPr>
          <p:cNvSpPr txBox="1"/>
          <p:nvPr/>
        </p:nvSpPr>
        <p:spPr>
          <a:xfrm>
            <a:off x="10929007" y="2321595"/>
            <a:ext cx="4988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6F64E33-88FC-49C0-F070-149C8F52D3DB}"/>
              </a:ext>
            </a:extLst>
          </p:cNvPr>
          <p:cNvSpPr txBox="1"/>
          <p:nvPr/>
        </p:nvSpPr>
        <p:spPr>
          <a:xfrm>
            <a:off x="10929007" y="1818675"/>
            <a:ext cx="4443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TBD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17F945D-9C6A-37D3-2CDA-4B8B529BA91B}"/>
              </a:ext>
            </a:extLst>
          </p:cNvPr>
          <p:cNvSpPr txBox="1"/>
          <p:nvPr/>
        </p:nvSpPr>
        <p:spPr>
          <a:xfrm>
            <a:off x="10690367" y="2006638"/>
            <a:ext cx="10672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창고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System 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 중 </a:t>
            </a:r>
          </a:p>
        </p:txBody>
      </p:sp>
      <p:sp>
        <p:nvSpPr>
          <p:cNvPr id="2" name="실행 단추: 뒤로 또는 앞으로 이동 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922D9472-C64E-7C52-D5B1-42C62FE28CDC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3399C5E-FBEA-081B-2D8A-CCE2BD4FECE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820589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8FF4D1F-0AF1-0929-5379-37B4095C9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25CD64C-B166-DE78-1F5D-FC37163ED4A5}"/>
              </a:ext>
            </a:extLst>
          </p:cNvPr>
          <p:cNvSpPr txBox="1"/>
          <p:nvPr/>
        </p:nvSpPr>
        <p:spPr>
          <a:xfrm>
            <a:off x="161508" y="349250"/>
            <a:ext cx="135325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LGEIS) Milan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85999EC-7480-1F51-EC7E-CC215039DED6}"/>
              </a:ext>
            </a:extLst>
          </p:cNvPr>
          <p:cNvSpPr txBox="1"/>
          <p:nvPr/>
        </p:nvSpPr>
        <p:spPr>
          <a:xfrm>
            <a:off x="6724025" y="1573964"/>
            <a:ext cx="379219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- 2F Service 26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 신규 발생 중이나 부품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  <a:endParaRPr lang="en-US" altLang="ko-KR" sz="12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냉장고 교환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영향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장기건은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로직 변경 후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미발생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예정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486DAAD-11BB-99F3-E1EA-C265D02AD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9339323"/>
              </p:ext>
            </p:extLst>
          </p:nvPr>
        </p:nvGraphicFramePr>
        <p:xfrm>
          <a:off x="308798" y="1159888"/>
          <a:ext cx="6310544" cy="4665798"/>
        </p:xfrm>
        <a:graphic>
          <a:graphicData uri="http://schemas.openxmlformats.org/drawingml/2006/table">
            <a:tbl>
              <a:tblPr/>
              <a:tblGrid>
                <a:gridCol w="518312">
                  <a:extLst>
                    <a:ext uri="{9D8B030D-6E8A-4147-A177-3AD203B41FA5}">
                      <a16:colId xmlns:a16="http://schemas.microsoft.com/office/drawing/2014/main" val="1457458495"/>
                    </a:ext>
                  </a:extLst>
                </a:gridCol>
                <a:gridCol w="633492">
                  <a:extLst>
                    <a:ext uri="{9D8B030D-6E8A-4147-A177-3AD203B41FA5}">
                      <a16:colId xmlns:a16="http://schemas.microsoft.com/office/drawing/2014/main" val="2376942594"/>
                    </a:ext>
                  </a:extLst>
                </a:gridCol>
                <a:gridCol w="203284">
                  <a:extLst>
                    <a:ext uri="{9D8B030D-6E8A-4147-A177-3AD203B41FA5}">
                      <a16:colId xmlns:a16="http://schemas.microsoft.com/office/drawing/2014/main" val="2038678697"/>
                    </a:ext>
                  </a:extLst>
                </a:gridCol>
                <a:gridCol w="220902">
                  <a:extLst>
                    <a:ext uri="{9D8B030D-6E8A-4147-A177-3AD203B41FA5}">
                      <a16:colId xmlns:a16="http://schemas.microsoft.com/office/drawing/2014/main" val="1263203771"/>
                    </a:ext>
                  </a:extLst>
                </a:gridCol>
                <a:gridCol w="237275">
                  <a:extLst>
                    <a:ext uri="{9D8B030D-6E8A-4147-A177-3AD203B41FA5}">
                      <a16:colId xmlns:a16="http://schemas.microsoft.com/office/drawing/2014/main" val="1491067568"/>
                    </a:ext>
                  </a:extLst>
                </a:gridCol>
                <a:gridCol w="230361">
                  <a:extLst>
                    <a:ext uri="{9D8B030D-6E8A-4147-A177-3AD203B41FA5}">
                      <a16:colId xmlns:a16="http://schemas.microsoft.com/office/drawing/2014/main" val="3932661776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595877742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2104735560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2973218952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2977091322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1062047572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1508822519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3631657044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3556154185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3146947212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430977865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2735960343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975987719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1359722326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2427923512"/>
                    </a:ext>
                  </a:extLst>
                </a:gridCol>
                <a:gridCol w="235596">
                  <a:extLst>
                    <a:ext uri="{9D8B030D-6E8A-4147-A177-3AD203B41FA5}">
                      <a16:colId xmlns:a16="http://schemas.microsoft.com/office/drawing/2014/main" val="2264986043"/>
                    </a:ext>
                  </a:extLst>
                </a:gridCol>
                <a:gridCol w="235596">
                  <a:extLst>
                    <a:ext uri="{9D8B030D-6E8A-4147-A177-3AD203B41FA5}">
                      <a16:colId xmlns:a16="http://schemas.microsoft.com/office/drawing/2014/main" val="4280621288"/>
                    </a:ext>
                  </a:extLst>
                </a:gridCol>
                <a:gridCol w="235596">
                  <a:extLst>
                    <a:ext uri="{9D8B030D-6E8A-4147-A177-3AD203B41FA5}">
                      <a16:colId xmlns:a16="http://schemas.microsoft.com/office/drawing/2014/main" val="3213054515"/>
                    </a:ext>
                  </a:extLst>
                </a:gridCol>
                <a:gridCol w="237342">
                  <a:extLst>
                    <a:ext uri="{9D8B030D-6E8A-4147-A177-3AD203B41FA5}">
                      <a16:colId xmlns:a16="http://schemas.microsoft.com/office/drawing/2014/main" val="1175343191"/>
                    </a:ext>
                  </a:extLst>
                </a:gridCol>
              </a:tblGrid>
              <a:tr h="19886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1380307"/>
                  </a:ext>
                </a:extLst>
              </a:tr>
              <a:tr h="21397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8580191"/>
                  </a:ext>
                </a:extLst>
              </a:tr>
              <a:tr h="111920">
                <a:tc rowSpan="3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Milan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2F SERVICE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(HE)</a:t>
                      </a:r>
                    </a:p>
                  </a:txBody>
                  <a:tcPr marL="4823" marR="4823" marT="48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1368507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09776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4082133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879612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908279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106282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2F SERVICE (HE) Total</a:t>
                      </a:r>
                    </a:p>
                  </a:txBody>
                  <a:tcPr marL="4823" marR="4823" marT="48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28094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8233839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CAE DI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ALFREDO DELEDDA (HA)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294503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24.0</a:t>
                      </a:r>
                    </a:p>
                  </a:txBody>
                  <a:tcPr marL="4823" marR="4823" marT="48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311146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687052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020634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407694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346259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9283976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489280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228981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769752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0282077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5387541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CAE DI ALFREDO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DELEDDA (HA)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6390227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657961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CAT MILANO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DI DENIS SERRA (HA)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2232754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385984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850243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982178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4198590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8755189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121780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4689367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928724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546989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8345075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3236278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CAT MILANO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DI DENIS SERRA (HA)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218472"/>
                  </a:ext>
                </a:extLst>
              </a:tr>
              <a:tr h="111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1112975"/>
                  </a:ext>
                </a:extLst>
              </a:tr>
              <a:tr h="111920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Milan Total</a:t>
                      </a:r>
                    </a:p>
                  </a:txBody>
                  <a:tcPr marL="4823" marR="4823" marT="48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786511"/>
                  </a:ext>
                </a:extLst>
              </a:tr>
              <a:tr h="111920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823" marR="4823" marT="48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1031889"/>
                  </a:ext>
                </a:extLst>
              </a:tr>
            </a:tbl>
          </a:graphicData>
        </a:graphic>
      </p:graphicFrame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6DDE773-4054-5D86-FAD8-ADE72A0016F3}"/>
              </a:ext>
            </a:extLst>
          </p:cNvPr>
          <p:cNvCxnSpPr/>
          <p:nvPr/>
        </p:nvCxnSpPr>
        <p:spPr>
          <a:xfrm>
            <a:off x="6941627" y="2414998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685A2CFD-7A64-49BD-CBA3-749B2C428179}"/>
              </a:ext>
            </a:extLst>
          </p:cNvPr>
          <p:cNvCxnSpPr/>
          <p:nvPr/>
        </p:nvCxnSpPr>
        <p:spPr>
          <a:xfrm>
            <a:off x="10577455" y="2414998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93D4BC25-3F1E-8E35-82DE-3E660A33D6AF}"/>
              </a:ext>
            </a:extLst>
          </p:cNvPr>
          <p:cNvSpPr txBox="1"/>
          <p:nvPr/>
        </p:nvSpPr>
        <p:spPr>
          <a:xfrm>
            <a:off x="7501690" y="2149342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83F273D-341A-1153-0C1C-30CF9F94316A}"/>
              </a:ext>
            </a:extLst>
          </p:cNvPr>
          <p:cNvSpPr txBox="1"/>
          <p:nvPr/>
        </p:nvSpPr>
        <p:spPr>
          <a:xfrm>
            <a:off x="10710470" y="2137999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BE412C9-DA98-F9B0-F485-204D92E7BA00}"/>
              </a:ext>
            </a:extLst>
          </p:cNvPr>
          <p:cNvSpPr txBox="1"/>
          <p:nvPr/>
        </p:nvSpPr>
        <p:spPr>
          <a:xfrm>
            <a:off x="6956567" y="2526703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: Sub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창고 운영을 통한 공급 리드타임 단축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132CB8E-8B10-622F-81A2-01205A7CB9F0}"/>
              </a:ext>
            </a:extLst>
          </p:cNvPr>
          <p:cNvSpPr txBox="1"/>
          <p:nvPr/>
        </p:nvSpPr>
        <p:spPr>
          <a:xfrm>
            <a:off x="10929007" y="2521620"/>
            <a:ext cx="4443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TBD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0F02507-066F-E0C8-8B4D-643192CA187D}"/>
              </a:ext>
            </a:extLst>
          </p:cNvPr>
          <p:cNvSpPr txBox="1"/>
          <p:nvPr/>
        </p:nvSpPr>
        <p:spPr>
          <a:xfrm>
            <a:off x="10690367" y="2709583"/>
            <a:ext cx="10672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창고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System 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 중 </a:t>
            </a:r>
          </a:p>
        </p:txBody>
      </p:sp>
      <p:sp>
        <p:nvSpPr>
          <p:cNvPr id="13" name="실행 단추: 뒤로 또는 앞으로 이동 1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A7A4A9F-8345-01E5-11CD-D05B19E4BE4B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844B106-E2FA-20F1-8A17-DCBF6B044A5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1576458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7E14F6B-212D-B973-6520-2C72F95931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F9EED20-05CD-57F0-FEF1-009AA9BE05D5}"/>
              </a:ext>
            </a:extLst>
          </p:cNvPr>
          <p:cNvSpPr txBox="1"/>
          <p:nvPr/>
        </p:nvSpPr>
        <p:spPr>
          <a:xfrm>
            <a:off x="161508" y="349250"/>
            <a:ext cx="15440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LGEIS) Padova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DB8F901-4DAB-1ABB-9252-78012A3D08F7}"/>
              </a:ext>
            </a:extLst>
          </p:cNvPr>
          <p:cNvSpPr txBox="1"/>
          <p:nvPr/>
        </p:nvSpPr>
        <p:spPr>
          <a:xfrm>
            <a:off x="7392655" y="1539018"/>
            <a:ext cx="306045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건수 </a:t>
            </a:r>
            <a:r>
              <a:rPr lang="en-US" altLang="ko-KR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 미만으로 </a:t>
            </a:r>
            <a:r>
              <a:rPr lang="ko-KR" altLang="en-US" sz="1200" b="1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사전 관리 필요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892A4A0-3C71-7AA5-1557-EB9984008E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117677"/>
              </p:ext>
            </p:extLst>
          </p:nvPr>
        </p:nvGraphicFramePr>
        <p:xfrm>
          <a:off x="161508" y="1173366"/>
          <a:ext cx="6895765" cy="4425177"/>
        </p:xfrm>
        <a:graphic>
          <a:graphicData uri="http://schemas.openxmlformats.org/drawingml/2006/table">
            <a:tbl>
              <a:tblPr/>
              <a:tblGrid>
                <a:gridCol w="559721">
                  <a:extLst>
                    <a:ext uri="{9D8B030D-6E8A-4147-A177-3AD203B41FA5}">
                      <a16:colId xmlns:a16="http://schemas.microsoft.com/office/drawing/2014/main" val="914734843"/>
                    </a:ext>
                  </a:extLst>
                </a:gridCol>
                <a:gridCol w="684103">
                  <a:extLst>
                    <a:ext uri="{9D8B030D-6E8A-4147-A177-3AD203B41FA5}">
                      <a16:colId xmlns:a16="http://schemas.microsoft.com/office/drawing/2014/main" val="1602626582"/>
                    </a:ext>
                  </a:extLst>
                </a:gridCol>
                <a:gridCol w="565374">
                  <a:extLst>
                    <a:ext uri="{9D8B030D-6E8A-4147-A177-3AD203B41FA5}">
                      <a16:colId xmlns:a16="http://schemas.microsoft.com/office/drawing/2014/main" val="2309660359"/>
                    </a:ext>
                  </a:extLst>
                </a:gridCol>
                <a:gridCol w="265726">
                  <a:extLst>
                    <a:ext uri="{9D8B030D-6E8A-4147-A177-3AD203B41FA5}">
                      <a16:colId xmlns:a16="http://schemas.microsoft.com/office/drawing/2014/main" val="3705814391"/>
                    </a:ext>
                  </a:extLst>
                </a:gridCol>
                <a:gridCol w="218693">
                  <a:extLst>
                    <a:ext uri="{9D8B030D-6E8A-4147-A177-3AD203B41FA5}">
                      <a16:colId xmlns:a16="http://schemas.microsoft.com/office/drawing/2014/main" val="3898577393"/>
                    </a:ext>
                  </a:extLst>
                </a:gridCol>
                <a:gridCol w="248765">
                  <a:extLst>
                    <a:ext uri="{9D8B030D-6E8A-4147-A177-3AD203B41FA5}">
                      <a16:colId xmlns:a16="http://schemas.microsoft.com/office/drawing/2014/main" val="506185586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3714359359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2375614204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1532217543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428726372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3907752767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2279240551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852413524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1370396542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1597053370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4199455718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3607399727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3921422369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4166403660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2934205158"/>
                    </a:ext>
                  </a:extLst>
                </a:gridCol>
                <a:gridCol w="254419">
                  <a:extLst>
                    <a:ext uri="{9D8B030D-6E8A-4147-A177-3AD203B41FA5}">
                      <a16:colId xmlns:a16="http://schemas.microsoft.com/office/drawing/2014/main" val="1405010685"/>
                    </a:ext>
                  </a:extLst>
                </a:gridCol>
                <a:gridCol w="254419">
                  <a:extLst>
                    <a:ext uri="{9D8B030D-6E8A-4147-A177-3AD203B41FA5}">
                      <a16:colId xmlns:a16="http://schemas.microsoft.com/office/drawing/2014/main" val="3016231907"/>
                    </a:ext>
                  </a:extLst>
                </a:gridCol>
                <a:gridCol w="256303">
                  <a:extLst>
                    <a:ext uri="{9D8B030D-6E8A-4147-A177-3AD203B41FA5}">
                      <a16:colId xmlns:a16="http://schemas.microsoft.com/office/drawing/2014/main" val="713336204"/>
                    </a:ext>
                  </a:extLst>
                </a:gridCol>
              </a:tblGrid>
              <a:tr h="12429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7434324"/>
                  </a:ext>
                </a:extLst>
              </a:tr>
              <a:tr h="2497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2581470"/>
                  </a:ext>
                </a:extLst>
              </a:tr>
              <a:tr h="124292">
                <a:tc rowSpan="3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PADOVA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 GIORGIO DI DANI CLAUDIO (HA)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488871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62840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8442097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0778843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376240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2220507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27393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742998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359284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715478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6641554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5285644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 GIORGIO DI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DANI CLAUDIO (HA)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5870332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368178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TELEASSISTENZA (HE)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0910922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351761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056943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879254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0401969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60782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TELEASSISTENZA (HE)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782891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442888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TELESERVICE SNC DI PIANI G. E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824885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066573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146557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217143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198398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8607544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TELESERVICE SNC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it-IT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DI PIANI G. E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0028407"/>
                  </a:ext>
                </a:extLst>
              </a:tr>
              <a:tr h="124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323496"/>
                  </a:ext>
                </a:extLst>
              </a:tr>
              <a:tr h="124292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PADOVA Total</a:t>
                      </a:r>
                    </a:p>
                  </a:txBody>
                  <a:tcPr marL="5650" marR="5650" marT="565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0072501"/>
                  </a:ext>
                </a:extLst>
              </a:tr>
              <a:tr h="124292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650" marR="5650" marT="565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9722018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50D6018-4C1F-977B-CBC1-BD1830946BB0}"/>
              </a:ext>
            </a:extLst>
          </p:cNvPr>
          <p:cNvCxnSpPr/>
          <p:nvPr/>
        </p:nvCxnSpPr>
        <p:spPr>
          <a:xfrm>
            <a:off x="7476466" y="2358672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B60C9B8F-1613-0052-2E40-C8AC2F4938CB}"/>
              </a:ext>
            </a:extLst>
          </p:cNvPr>
          <p:cNvCxnSpPr/>
          <p:nvPr/>
        </p:nvCxnSpPr>
        <p:spPr>
          <a:xfrm>
            <a:off x="11112294" y="2358672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7A87F955-DAA3-2211-54BD-0D00D52476C2}"/>
              </a:ext>
            </a:extLst>
          </p:cNvPr>
          <p:cNvSpPr txBox="1"/>
          <p:nvPr/>
        </p:nvSpPr>
        <p:spPr>
          <a:xfrm>
            <a:off x="8036529" y="2093016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78E7988-1020-20A7-318B-75F9E3BDCA0C}"/>
              </a:ext>
            </a:extLst>
          </p:cNvPr>
          <p:cNvSpPr txBox="1"/>
          <p:nvPr/>
        </p:nvSpPr>
        <p:spPr>
          <a:xfrm>
            <a:off x="11245309" y="2081673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32AA3C7-786E-E82C-3EFB-D72172058AEF}"/>
              </a:ext>
            </a:extLst>
          </p:cNvPr>
          <p:cNvSpPr txBox="1"/>
          <p:nvPr/>
        </p:nvSpPr>
        <p:spPr>
          <a:xfrm>
            <a:off x="7503719" y="2624328"/>
            <a:ext cx="322375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: Sub</a:t>
            </a:r>
            <a:r>
              <a:rPr lang="ko-KR" altLang="en-US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창고 운영을 통한 공급 리드타임 단축 </a:t>
            </a: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4AA2B66-8849-CC96-8049-616193AD86F1}"/>
              </a:ext>
            </a:extLst>
          </p:cNvPr>
          <p:cNvSpPr txBox="1"/>
          <p:nvPr/>
        </p:nvSpPr>
        <p:spPr>
          <a:xfrm>
            <a:off x="11201839" y="2596385"/>
            <a:ext cx="4443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TBD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DF7F2BB-529C-F79A-5DCE-159DA63F8A9B}"/>
              </a:ext>
            </a:extLst>
          </p:cNvPr>
          <p:cNvSpPr txBox="1"/>
          <p:nvPr/>
        </p:nvSpPr>
        <p:spPr>
          <a:xfrm>
            <a:off x="10963199" y="2784348"/>
            <a:ext cx="106729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창고 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System  </a:t>
            </a:r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셋업 중 </a:t>
            </a:r>
          </a:p>
        </p:txBody>
      </p:sp>
      <p:sp>
        <p:nvSpPr>
          <p:cNvPr id="14" name="실행 단추: 뒤로 또는 앞으로 이동 13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3757CD4-5B02-2DAB-60D0-85E370EED314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7445F1-7641-973A-A294-3D7F60556ACC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1968920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C8CFD1D-293F-2BF9-C17C-F43D92546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0B939203-0DF4-BD2E-1195-90F5EAFD06A7}"/>
              </a:ext>
            </a:extLst>
          </p:cNvPr>
          <p:cNvSpPr txBox="1"/>
          <p:nvPr/>
        </p:nvSpPr>
        <p:spPr>
          <a:xfrm>
            <a:off x="161508" y="349250"/>
            <a:ext cx="16546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London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E7FAD9C-EEF1-6F87-D401-52D7DC51A81E}"/>
              </a:ext>
            </a:extLst>
          </p:cNvPr>
          <p:cNvGraphicFramePr>
            <a:graphicFrameLocks noGrp="1"/>
          </p:cNvGraphicFramePr>
          <p:nvPr/>
        </p:nvGraphicFramePr>
        <p:xfrm>
          <a:off x="239493" y="718582"/>
          <a:ext cx="6376333" cy="5186817"/>
        </p:xfrm>
        <a:graphic>
          <a:graphicData uri="http://schemas.openxmlformats.org/drawingml/2006/table">
            <a:tbl>
              <a:tblPr/>
              <a:tblGrid>
                <a:gridCol w="365411">
                  <a:extLst>
                    <a:ext uri="{9D8B030D-6E8A-4147-A177-3AD203B41FA5}">
                      <a16:colId xmlns:a16="http://schemas.microsoft.com/office/drawing/2014/main" val="2963656272"/>
                    </a:ext>
                  </a:extLst>
                </a:gridCol>
                <a:gridCol w="365411">
                  <a:extLst>
                    <a:ext uri="{9D8B030D-6E8A-4147-A177-3AD203B41FA5}">
                      <a16:colId xmlns:a16="http://schemas.microsoft.com/office/drawing/2014/main" val="2474691626"/>
                    </a:ext>
                  </a:extLst>
                </a:gridCol>
                <a:gridCol w="365411">
                  <a:extLst>
                    <a:ext uri="{9D8B030D-6E8A-4147-A177-3AD203B41FA5}">
                      <a16:colId xmlns:a16="http://schemas.microsoft.com/office/drawing/2014/main" val="208079660"/>
                    </a:ext>
                  </a:extLst>
                </a:gridCol>
                <a:gridCol w="365411">
                  <a:extLst>
                    <a:ext uri="{9D8B030D-6E8A-4147-A177-3AD203B41FA5}">
                      <a16:colId xmlns:a16="http://schemas.microsoft.com/office/drawing/2014/main" val="463495644"/>
                    </a:ext>
                  </a:extLst>
                </a:gridCol>
                <a:gridCol w="365411">
                  <a:extLst>
                    <a:ext uri="{9D8B030D-6E8A-4147-A177-3AD203B41FA5}">
                      <a16:colId xmlns:a16="http://schemas.microsoft.com/office/drawing/2014/main" val="1409436442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3118413632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3065796777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4112429011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2817150454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4120060271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2606240035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1045877043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1042662645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3208879010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3516981799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468617746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1334843083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3763720744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2462901103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419178656"/>
                    </a:ext>
                  </a:extLst>
                </a:gridCol>
                <a:gridCol w="228382">
                  <a:extLst>
                    <a:ext uri="{9D8B030D-6E8A-4147-A177-3AD203B41FA5}">
                      <a16:colId xmlns:a16="http://schemas.microsoft.com/office/drawing/2014/main" val="1927625902"/>
                    </a:ext>
                  </a:extLst>
                </a:gridCol>
                <a:gridCol w="228382">
                  <a:extLst>
                    <a:ext uri="{9D8B030D-6E8A-4147-A177-3AD203B41FA5}">
                      <a16:colId xmlns:a16="http://schemas.microsoft.com/office/drawing/2014/main" val="3611273108"/>
                    </a:ext>
                  </a:extLst>
                </a:gridCol>
                <a:gridCol w="228382">
                  <a:extLst>
                    <a:ext uri="{9D8B030D-6E8A-4147-A177-3AD203B41FA5}">
                      <a16:colId xmlns:a16="http://schemas.microsoft.com/office/drawing/2014/main" val="2337145878"/>
                    </a:ext>
                  </a:extLst>
                </a:gridCol>
                <a:gridCol w="182964">
                  <a:extLst>
                    <a:ext uri="{9D8B030D-6E8A-4147-A177-3AD203B41FA5}">
                      <a16:colId xmlns:a16="http://schemas.microsoft.com/office/drawing/2014/main" val="1287273649"/>
                    </a:ext>
                  </a:extLst>
                </a:gridCol>
                <a:gridCol w="230073">
                  <a:extLst>
                    <a:ext uri="{9D8B030D-6E8A-4147-A177-3AD203B41FA5}">
                      <a16:colId xmlns:a16="http://schemas.microsoft.com/office/drawing/2014/main" val="528150571"/>
                    </a:ext>
                  </a:extLst>
                </a:gridCol>
              </a:tblGrid>
              <a:tr h="938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8485624"/>
                  </a:ext>
                </a:extLst>
              </a:tr>
              <a:tr h="12715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9600798"/>
                  </a:ext>
                </a:extLst>
              </a:tr>
              <a:tr h="93871">
                <a:tc rowSpan="4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London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MAS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977927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735680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75530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007824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MAS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228677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00860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RICHERS AND VISION LTD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856317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91943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43885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20607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RICHERS AND VISION LTD Total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29874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94263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94471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57550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Domex Ltd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57751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127762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352534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6958885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Domex Ltd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08997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933633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18418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886155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01392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37452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86674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030668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 Total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59338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7636137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Domex Ltd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72482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70645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852407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5312117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Domex</a:t>
                      </a:r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Ltd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26133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818043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4267" marR="4267" marT="426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40462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34498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4267" marR="4267" marT="426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41660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37456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068737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164702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 Total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495174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378493"/>
                  </a:ext>
                </a:extLst>
              </a:tr>
              <a:tr h="93871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London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973322"/>
                  </a:ext>
                </a:extLst>
              </a:tr>
              <a:tr h="9387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71169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9E3C0151-F7DD-2F25-52FC-A687D058042C}"/>
              </a:ext>
            </a:extLst>
          </p:cNvPr>
          <p:cNvCxnSpPr/>
          <p:nvPr/>
        </p:nvCxnSpPr>
        <p:spPr>
          <a:xfrm>
            <a:off x="6814868" y="1192538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5E9C95BF-91C5-CC66-39B8-153EE587C745}"/>
              </a:ext>
            </a:extLst>
          </p:cNvPr>
          <p:cNvCxnSpPr/>
          <p:nvPr/>
        </p:nvCxnSpPr>
        <p:spPr>
          <a:xfrm>
            <a:off x="10450696" y="1192538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00E45A9E-1511-A8B3-4E76-52F159489457}"/>
              </a:ext>
            </a:extLst>
          </p:cNvPr>
          <p:cNvSpPr txBox="1"/>
          <p:nvPr/>
        </p:nvSpPr>
        <p:spPr>
          <a:xfrm>
            <a:off x="7374931" y="926882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AC7541C-B062-9321-1AD4-4D87E108D922}"/>
              </a:ext>
            </a:extLst>
          </p:cNvPr>
          <p:cNvSpPr txBox="1"/>
          <p:nvPr/>
        </p:nvSpPr>
        <p:spPr>
          <a:xfrm>
            <a:off x="10583711" y="915539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2B7DDA6-C543-7876-9457-930AA629BB8A}"/>
              </a:ext>
            </a:extLst>
          </p:cNvPr>
          <p:cNvSpPr txBox="1"/>
          <p:nvPr/>
        </p:nvSpPr>
        <p:spPr>
          <a:xfrm>
            <a:off x="7166132" y="1666506"/>
            <a:ext cx="3357009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en-US" altLang="ko-KR" sz="105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Currys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(MAS)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ASD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로 자사 흡수 불가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자체 접수 후 수리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로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TV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재고 증량 요청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* </a:t>
            </a:r>
            <a:r>
              <a:rPr lang="en-US" altLang="ko-KR" sz="105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Currys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제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1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거래선으로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TV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매출의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30%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차지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	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E67A74-896F-D547-0AF9-DDE9128AAF37}"/>
              </a:ext>
            </a:extLst>
          </p:cNvPr>
          <p:cNvSpPr txBox="1"/>
          <p:nvPr/>
        </p:nvSpPr>
        <p:spPr>
          <a:xfrm>
            <a:off x="6993412" y="1379299"/>
            <a:ext cx="110799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MS	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5E344B4-EBBA-E38E-1135-584A7F19DDA0}"/>
              </a:ext>
            </a:extLst>
          </p:cNvPr>
          <p:cNvSpPr txBox="1"/>
          <p:nvPr/>
        </p:nvSpPr>
        <p:spPr>
          <a:xfrm>
            <a:off x="6993412" y="2390171"/>
            <a:ext cx="110799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	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449B85B-5068-C171-E9D0-F6A9023A9962}"/>
              </a:ext>
            </a:extLst>
          </p:cNvPr>
          <p:cNvSpPr txBox="1"/>
          <p:nvPr/>
        </p:nvSpPr>
        <p:spPr>
          <a:xfrm>
            <a:off x="10809168" y="2845857"/>
            <a:ext cx="469898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- 5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	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E88CE8E-A6C7-8FEC-4C6B-68081D8891BF}"/>
              </a:ext>
            </a:extLst>
          </p:cNvPr>
          <p:cNvSpPr txBox="1"/>
          <p:nvPr/>
        </p:nvSpPr>
        <p:spPr>
          <a:xfrm>
            <a:off x="6761361" y="604242"/>
            <a:ext cx="2930229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 ASD 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재고 증량 및 </a:t>
            </a:r>
            <a:r>
              <a:rPr lang="en-US" altLang="ko-KR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HS 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네트워크 변화점 관리</a:t>
            </a:r>
            <a:endParaRPr lang="en-US" sz="100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F24AD28-5760-A595-4682-7064403E5B1D}"/>
              </a:ext>
            </a:extLst>
          </p:cNvPr>
          <p:cNvSpPr txBox="1"/>
          <p:nvPr/>
        </p:nvSpPr>
        <p:spPr>
          <a:xfrm>
            <a:off x="10809168" y="1693194"/>
            <a:ext cx="469898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- 5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	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B452D42-D619-3FB8-3625-A408F399F269}"/>
              </a:ext>
            </a:extLst>
          </p:cNvPr>
          <p:cNvSpPr txBox="1"/>
          <p:nvPr/>
        </p:nvSpPr>
        <p:spPr>
          <a:xfrm>
            <a:off x="7166132" y="2643612"/>
            <a:ext cx="2868093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런던 남서부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DMS1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퇴사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(3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DMS2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투입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(4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→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Local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storage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확보하여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 개선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9B59527-F219-1866-6C92-8F7A4472BE48}"/>
              </a:ext>
            </a:extLst>
          </p:cNvPr>
          <p:cNvSpPr txBox="1"/>
          <p:nvPr/>
        </p:nvSpPr>
        <p:spPr>
          <a:xfrm>
            <a:off x="9233700" y="2820092"/>
            <a:ext cx="6912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solidFill>
                  <a:schemeClr val="accent6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900">
                <a:solidFill>
                  <a:schemeClr val="accent6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chemeClr val="accent6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3.5</a:t>
            </a:r>
            <a:r>
              <a:rPr lang="ko-KR" altLang="en-US" sz="900">
                <a:solidFill>
                  <a:schemeClr val="accent6">
                    <a:lumMod val="50000"/>
                  </a:scheme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</a:p>
        </p:txBody>
      </p:sp>
      <p:sp>
        <p:nvSpPr>
          <p:cNvPr id="12" name="실행 단추: 뒤로 또는 앞으로 이동 1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1DCDF7D-E3FB-6BB9-9013-2C0C1B053F13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7A97EA5-30BC-90C8-F1BA-FC557D848CCA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122570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DCD3E3A-8DC0-A094-C6C3-C43BB3B54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B4102DE-825C-F484-EF29-DAC97EAE474D}"/>
              </a:ext>
            </a:extLst>
          </p:cNvPr>
          <p:cNvGraphicFramePr>
            <a:graphicFrameLocks noGrp="1"/>
          </p:cNvGraphicFramePr>
          <p:nvPr/>
        </p:nvGraphicFramePr>
        <p:xfrm>
          <a:off x="161508" y="822321"/>
          <a:ext cx="7322268" cy="3822858"/>
        </p:xfrm>
        <a:graphic>
          <a:graphicData uri="http://schemas.openxmlformats.org/drawingml/2006/table">
            <a:tbl>
              <a:tblPr/>
              <a:tblGrid>
                <a:gridCol w="529039">
                  <a:extLst>
                    <a:ext uri="{9D8B030D-6E8A-4147-A177-3AD203B41FA5}">
                      <a16:colId xmlns:a16="http://schemas.microsoft.com/office/drawing/2014/main" val="4244806838"/>
                    </a:ext>
                  </a:extLst>
                </a:gridCol>
                <a:gridCol w="414854">
                  <a:extLst>
                    <a:ext uri="{9D8B030D-6E8A-4147-A177-3AD203B41FA5}">
                      <a16:colId xmlns:a16="http://schemas.microsoft.com/office/drawing/2014/main" val="3563406755"/>
                    </a:ext>
                  </a:extLst>
                </a:gridCol>
                <a:gridCol w="414854">
                  <a:extLst>
                    <a:ext uri="{9D8B030D-6E8A-4147-A177-3AD203B41FA5}">
                      <a16:colId xmlns:a16="http://schemas.microsoft.com/office/drawing/2014/main" val="1528469777"/>
                    </a:ext>
                  </a:extLst>
                </a:gridCol>
                <a:gridCol w="414854">
                  <a:extLst>
                    <a:ext uri="{9D8B030D-6E8A-4147-A177-3AD203B41FA5}">
                      <a16:colId xmlns:a16="http://schemas.microsoft.com/office/drawing/2014/main" val="3647490779"/>
                    </a:ext>
                  </a:extLst>
                </a:gridCol>
                <a:gridCol w="338029">
                  <a:extLst>
                    <a:ext uri="{9D8B030D-6E8A-4147-A177-3AD203B41FA5}">
                      <a16:colId xmlns:a16="http://schemas.microsoft.com/office/drawing/2014/main" val="1462340116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2236769587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1444001558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516675365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757162190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898613272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888971469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2834196282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1032942196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568706489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792195696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183217169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2661370530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2815031648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2171839338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3680516889"/>
                    </a:ext>
                  </a:extLst>
                </a:gridCol>
                <a:gridCol w="259284">
                  <a:extLst>
                    <a:ext uri="{9D8B030D-6E8A-4147-A177-3AD203B41FA5}">
                      <a16:colId xmlns:a16="http://schemas.microsoft.com/office/drawing/2014/main" val="3819889307"/>
                    </a:ext>
                  </a:extLst>
                </a:gridCol>
                <a:gridCol w="259284">
                  <a:extLst>
                    <a:ext uri="{9D8B030D-6E8A-4147-A177-3AD203B41FA5}">
                      <a16:colId xmlns:a16="http://schemas.microsoft.com/office/drawing/2014/main" val="862402472"/>
                    </a:ext>
                  </a:extLst>
                </a:gridCol>
                <a:gridCol w="259284">
                  <a:extLst>
                    <a:ext uri="{9D8B030D-6E8A-4147-A177-3AD203B41FA5}">
                      <a16:colId xmlns:a16="http://schemas.microsoft.com/office/drawing/2014/main" val="155762599"/>
                    </a:ext>
                  </a:extLst>
                </a:gridCol>
                <a:gridCol w="253522">
                  <a:extLst>
                    <a:ext uri="{9D8B030D-6E8A-4147-A177-3AD203B41FA5}">
                      <a16:colId xmlns:a16="http://schemas.microsoft.com/office/drawing/2014/main" val="3692721573"/>
                    </a:ext>
                  </a:extLst>
                </a:gridCol>
                <a:gridCol w="261204">
                  <a:extLst>
                    <a:ext uri="{9D8B030D-6E8A-4147-A177-3AD203B41FA5}">
                      <a16:colId xmlns:a16="http://schemas.microsoft.com/office/drawing/2014/main" val="535777032"/>
                    </a:ext>
                  </a:extLst>
                </a:gridCol>
              </a:tblGrid>
              <a:tr h="7646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376776"/>
                  </a:ext>
                </a:extLst>
              </a:tr>
              <a:tr h="8344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671351"/>
                  </a:ext>
                </a:extLst>
              </a:tr>
              <a:tr h="76462">
                <a:tc rowSpan="30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Birmingham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EQUINOX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213543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423736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669721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476179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EQUINOX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30713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8784049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MAS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0268610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370654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18439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4204492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MAS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8659813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1356370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454806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160549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07239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8990822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1191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6469643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0080151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0754165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419503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692087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2803607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2862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3956304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2171396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LGC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7139681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4925408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647387"/>
                  </a:ext>
                </a:extLst>
              </a:tr>
              <a:tr h="76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9156551"/>
                  </a:ext>
                </a:extLst>
              </a:tr>
              <a:tr h="76462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Birmingham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1189550"/>
                  </a:ext>
                </a:extLst>
              </a:tr>
              <a:tr h="76462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416190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47FD325A-0A48-4EFE-45B1-D40F673CA3E1}"/>
              </a:ext>
            </a:extLst>
          </p:cNvPr>
          <p:cNvSpPr txBox="1"/>
          <p:nvPr/>
        </p:nvSpPr>
        <p:spPr>
          <a:xfrm>
            <a:off x="161508" y="349250"/>
            <a:ext cx="206659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Birmingham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07EE8CCC-9CBA-0A64-9540-2AC7694724F0}"/>
              </a:ext>
            </a:extLst>
          </p:cNvPr>
          <p:cNvCxnSpPr/>
          <p:nvPr/>
        </p:nvCxnSpPr>
        <p:spPr>
          <a:xfrm>
            <a:off x="7581900" y="1185785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FB629FB0-9321-8DF7-7A6D-5B799E70ADC0}"/>
              </a:ext>
            </a:extLst>
          </p:cNvPr>
          <p:cNvCxnSpPr>
            <a:cxnSpLocks/>
          </p:cNvCxnSpPr>
          <p:nvPr/>
        </p:nvCxnSpPr>
        <p:spPr>
          <a:xfrm>
            <a:off x="11264109" y="1185785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1D2F9942-4BC8-FEF1-4F1B-23C2215C7A5C}"/>
              </a:ext>
            </a:extLst>
          </p:cNvPr>
          <p:cNvSpPr txBox="1"/>
          <p:nvPr/>
        </p:nvSpPr>
        <p:spPr>
          <a:xfrm>
            <a:off x="8141963" y="920129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189C1D-89B5-9FE2-032E-AA13B5B7792D}"/>
              </a:ext>
            </a:extLst>
          </p:cNvPr>
          <p:cNvSpPr txBox="1"/>
          <p:nvPr/>
        </p:nvSpPr>
        <p:spPr>
          <a:xfrm>
            <a:off x="11397124" y="908786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C78EF6C-DB18-899A-9D3C-511F8AE3F722}"/>
              </a:ext>
            </a:extLst>
          </p:cNvPr>
          <p:cNvSpPr txBox="1"/>
          <p:nvPr/>
        </p:nvSpPr>
        <p:spPr>
          <a:xfrm>
            <a:off x="7581900" y="1326889"/>
            <a:ext cx="5485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MS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F46A33B-9EC9-1A98-38D4-C1F51B7305A8}"/>
              </a:ext>
            </a:extLst>
          </p:cNvPr>
          <p:cNvSpPr txBox="1"/>
          <p:nvPr/>
        </p:nvSpPr>
        <p:spPr>
          <a:xfrm>
            <a:off x="7789588" y="1543998"/>
            <a:ext cx="3526753" cy="1546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버밍험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울버헴튼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코벤트리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대응하는 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DMS2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전환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 제품 </a:t>
            </a:r>
            <a:r>
              <a:rPr lang="en-GB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: TV,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모니터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대형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TV (65”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수리를 위해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helper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포함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인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조로 구성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기본 수리 역량 점검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교육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시스템 사용 교육 완료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현장 방문 시 준비 사항 및 부품 창고 현황 점검 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사전 부품 준비 중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ASC (Equinox)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GSFS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접수 시 센터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List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제외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D309DBE-5BFD-A1AB-4F9A-96D928973D8C}"/>
              </a:ext>
            </a:extLst>
          </p:cNvPr>
          <p:cNvSpPr txBox="1"/>
          <p:nvPr/>
        </p:nvSpPr>
        <p:spPr>
          <a:xfrm>
            <a:off x="11378570" y="1552177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W20~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B600310-7E6A-2CB2-712D-19956BEB6051}"/>
              </a:ext>
            </a:extLst>
          </p:cNvPr>
          <p:cNvSpPr txBox="1"/>
          <p:nvPr/>
        </p:nvSpPr>
        <p:spPr>
          <a:xfrm>
            <a:off x="11316342" y="2838500"/>
            <a:ext cx="6155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W20~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84CEAC-AB33-FE21-CDFF-24281A1317FF}"/>
              </a:ext>
            </a:extLst>
          </p:cNvPr>
          <p:cNvSpPr txBox="1"/>
          <p:nvPr/>
        </p:nvSpPr>
        <p:spPr>
          <a:xfrm>
            <a:off x="7581900" y="617913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네트워크 정예화</a:t>
            </a:r>
            <a:endParaRPr lang="en-US" sz="1000"/>
          </a:p>
        </p:txBody>
      </p:sp>
      <p:sp>
        <p:nvSpPr>
          <p:cNvPr id="7" name="실행 단추: 뒤로 또는 앞으로 이동 6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97BDCD7-6006-4676-68EB-BC20EFF85662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29D27A5-9897-8F9A-D548-5FE9C0826EF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208290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56E8E9A-0CC1-AA87-8301-D67E027F13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F49499EB-DB7F-69C3-5CDF-04C463D6CCC0}"/>
              </a:ext>
            </a:extLst>
          </p:cNvPr>
          <p:cNvSpPr txBox="1"/>
          <p:nvPr/>
        </p:nvSpPr>
        <p:spPr>
          <a:xfrm>
            <a:off x="161508" y="349250"/>
            <a:ext cx="20152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Nottingham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D97EAE5-988E-9811-A470-A72CCA15C3D1}"/>
              </a:ext>
            </a:extLst>
          </p:cNvPr>
          <p:cNvGraphicFramePr>
            <a:graphicFrameLocks noGrp="1"/>
          </p:cNvGraphicFramePr>
          <p:nvPr/>
        </p:nvGraphicFramePr>
        <p:xfrm>
          <a:off x="275332" y="1078126"/>
          <a:ext cx="6796647" cy="4674285"/>
        </p:xfrm>
        <a:graphic>
          <a:graphicData uri="http://schemas.openxmlformats.org/drawingml/2006/table">
            <a:tbl>
              <a:tblPr/>
              <a:tblGrid>
                <a:gridCol w="406677">
                  <a:extLst>
                    <a:ext uri="{9D8B030D-6E8A-4147-A177-3AD203B41FA5}">
                      <a16:colId xmlns:a16="http://schemas.microsoft.com/office/drawing/2014/main" val="3334311022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636139775"/>
                    </a:ext>
                  </a:extLst>
                </a:gridCol>
                <a:gridCol w="757514">
                  <a:extLst>
                    <a:ext uri="{9D8B030D-6E8A-4147-A177-3AD203B41FA5}">
                      <a16:colId xmlns:a16="http://schemas.microsoft.com/office/drawing/2014/main" val="527189844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1123230745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1776846786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738889921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468995763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4211086938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801222609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941073021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781458448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528484896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4244299160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298777514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873028768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537504806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959908746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042520444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172612991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2380709838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3891773176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2510093174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73617433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3737543131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1686451007"/>
                    </a:ext>
                  </a:extLst>
                </a:gridCol>
              </a:tblGrid>
              <a:tr h="10782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99531"/>
                  </a:ext>
                </a:extLst>
              </a:tr>
              <a:tr h="14605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18214518"/>
                  </a:ext>
                </a:extLst>
              </a:tr>
              <a:tr h="107828">
                <a:tc rowSpan="3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Nottingham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Correct TV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349311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660317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67009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1566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Correct TV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71497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86075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35223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647704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438782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707858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57106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484861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645072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0559512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371583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4077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253935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503614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053603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521992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Domex Ltd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10125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173272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590962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401104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Domex</a:t>
                      </a:r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Ltd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16712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79010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143174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11914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Domex Ltd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44612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970005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07885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40804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Domex</a:t>
                      </a:r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Ltd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62386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90738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196984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0308804"/>
                  </a:ext>
                </a:extLst>
              </a:tr>
              <a:tr h="107828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Nottingham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368751"/>
                  </a:ext>
                </a:extLst>
              </a:tr>
              <a:tr h="107828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4843060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FC22784E-D7A9-8FA3-2C52-9593E5D96E9E}"/>
              </a:ext>
            </a:extLst>
          </p:cNvPr>
          <p:cNvCxnSpPr/>
          <p:nvPr/>
        </p:nvCxnSpPr>
        <p:spPr>
          <a:xfrm>
            <a:off x="7430717" y="1453858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07C15CC-F271-DE6A-C7DB-2C9EA9708FCC}"/>
              </a:ext>
            </a:extLst>
          </p:cNvPr>
          <p:cNvCxnSpPr/>
          <p:nvPr/>
        </p:nvCxnSpPr>
        <p:spPr>
          <a:xfrm>
            <a:off x="11066545" y="1453858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3680FAE9-C317-CC04-11B2-2C15FF6CE4B7}"/>
              </a:ext>
            </a:extLst>
          </p:cNvPr>
          <p:cNvSpPr txBox="1"/>
          <p:nvPr/>
        </p:nvSpPr>
        <p:spPr>
          <a:xfrm>
            <a:off x="7990780" y="1188202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F8985F6-2B5C-964E-D494-A6C5B60E3DE4}"/>
              </a:ext>
            </a:extLst>
          </p:cNvPr>
          <p:cNvSpPr txBox="1"/>
          <p:nvPr/>
        </p:nvSpPr>
        <p:spPr>
          <a:xfrm>
            <a:off x="11199560" y="1176859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7A77EF1-4B56-9D86-6F6F-27C95A9331B1}"/>
              </a:ext>
            </a:extLst>
          </p:cNvPr>
          <p:cNvSpPr txBox="1"/>
          <p:nvPr/>
        </p:nvSpPr>
        <p:spPr>
          <a:xfrm>
            <a:off x="7309920" y="1638912"/>
            <a:ext cx="5485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171450" indent="-171450">
              <a:buFont typeface="Wingdings" panose="05000000000000000000" pitchFamily="2" charset="2"/>
              <a:buChar char="q"/>
              <a:defRPr sz="1200" b="1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en-US" altLang="ko-KR"/>
              <a:t>MS</a:t>
            </a:r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3FE1BB2-A6E2-6B9E-3AB7-2E22B866C2F6}"/>
              </a:ext>
            </a:extLst>
          </p:cNvPr>
          <p:cNvSpPr txBox="1"/>
          <p:nvPr/>
        </p:nvSpPr>
        <p:spPr>
          <a:xfrm>
            <a:off x="7517608" y="1836103"/>
            <a:ext cx="374426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1050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en-US" altLang="ko-KR"/>
              <a:t>- </a:t>
            </a:r>
            <a:r>
              <a:rPr lang="ko-KR" altLang="en-US"/>
              <a:t>노팅험</a:t>
            </a:r>
            <a:r>
              <a:rPr lang="en-US" altLang="ko-KR"/>
              <a:t>/</a:t>
            </a:r>
            <a:r>
              <a:rPr lang="ko-KR" altLang="en-US"/>
              <a:t>셰필드</a:t>
            </a:r>
            <a:r>
              <a:rPr lang="en-US" altLang="ko-KR"/>
              <a:t>/</a:t>
            </a:r>
            <a:r>
              <a:rPr lang="ko-KR" altLang="en-US"/>
              <a:t>맨체스터 지역의 </a:t>
            </a:r>
            <a:r>
              <a:rPr lang="en-US" altLang="ko-KR"/>
              <a:t>MS </a:t>
            </a:r>
            <a:r>
              <a:rPr lang="ko-KR" altLang="en-US"/>
              <a:t>제품 수리는 </a:t>
            </a:r>
            <a:endParaRPr lang="en-GB" altLang="ko-KR"/>
          </a:p>
          <a:p>
            <a:r>
              <a:rPr lang="ko-KR" altLang="en-US"/>
              <a:t>  소형 </a:t>
            </a:r>
            <a:r>
              <a:rPr lang="en-US" altLang="ko-KR"/>
              <a:t>ASC</a:t>
            </a:r>
            <a:r>
              <a:rPr lang="ko-KR" altLang="en-US"/>
              <a:t>에서 집중수리센터로 이관 완료 </a:t>
            </a:r>
            <a:r>
              <a:rPr lang="en-US" altLang="ko-KR"/>
              <a:t>(3</a:t>
            </a:r>
            <a:r>
              <a:rPr lang="ko-KR" altLang="en-US"/>
              <a:t>월</a:t>
            </a:r>
            <a:r>
              <a:rPr lang="en-US" altLang="ko-KR"/>
              <a:t>)</a:t>
            </a:r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0B824F-599A-EB74-D0A9-6AE84A9A778F}"/>
              </a:ext>
            </a:extLst>
          </p:cNvPr>
          <p:cNvSpPr txBox="1"/>
          <p:nvPr/>
        </p:nvSpPr>
        <p:spPr>
          <a:xfrm>
            <a:off x="5725463" y="1357479"/>
            <a:ext cx="1194558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집중센터 이관 전 접수 건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791FA44-A542-A3EF-318E-D3DFE4A467A8}"/>
              </a:ext>
            </a:extLst>
          </p:cNvPr>
          <p:cNvSpPr txBox="1"/>
          <p:nvPr/>
        </p:nvSpPr>
        <p:spPr>
          <a:xfrm>
            <a:off x="7428477" y="836735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네트워크 정예화</a:t>
            </a:r>
            <a:endParaRPr lang="en-US" sz="100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D904D7-2636-4B1E-DCAB-5AAB1B5FC39E}"/>
              </a:ext>
            </a:extLst>
          </p:cNvPr>
          <p:cNvSpPr txBox="1"/>
          <p:nvPr/>
        </p:nvSpPr>
        <p:spPr>
          <a:xfrm>
            <a:off x="11205120" y="1823996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실행 단추: 뒤로 또는 앞으로 이동 4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608465A-8745-51A3-D5E0-D8ACA14A196A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F2BBFD-B037-73FC-0AEA-0CA0DC6001FB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524001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C8CFD1D-293F-2BF9-C17C-F43D92546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0B939203-0DF4-BD2E-1195-90F5EAFD06A7}"/>
              </a:ext>
            </a:extLst>
          </p:cNvPr>
          <p:cNvSpPr txBox="1"/>
          <p:nvPr/>
        </p:nvSpPr>
        <p:spPr>
          <a:xfrm>
            <a:off x="161508" y="349250"/>
            <a:ext cx="17828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Coventry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084EA9D-0C9A-CA39-3999-F27C4F1A84A0}"/>
              </a:ext>
            </a:extLst>
          </p:cNvPr>
          <p:cNvGraphicFramePr>
            <a:graphicFrameLocks noGrp="1"/>
          </p:cNvGraphicFramePr>
          <p:nvPr/>
        </p:nvGraphicFramePr>
        <p:xfrm>
          <a:off x="161508" y="962021"/>
          <a:ext cx="7155570" cy="4351346"/>
        </p:xfrm>
        <a:graphic>
          <a:graphicData uri="http://schemas.openxmlformats.org/drawingml/2006/table">
            <a:tbl>
              <a:tblPr/>
              <a:tblGrid>
                <a:gridCol w="414960">
                  <a:extLst>
                    <a:ext uri="{9D8B030D-6E8A-4147-A177-3AD203B41FA5}">
                      <a16:colId xmlns:a16="http://schemas.microsoft.com/office/drawing/2014/main" val="1327994233"/>
                    </a:ext>
                  </a:extLst>
                </a:gridCol>
                <a:gridCol w="414960">
                  <a:extLst>
                    <a:ext uri="{9D8B030D-6E8A-4147-A177-3AD203B41FA5}">
                      <a16:colId xmlns:a16="http://schemas.microsoft.com/office/drawing/2014/main" val="1092438814"/>
                    </a:ext>
                  </a:extLst>
                </a:gridCol>
                <a:gridCol w="489352">
                  <a:extLst>
                    <a:ext uri="{9D8B030D-6E8A-4147-A177-3AD203B41FA5}">
                      <a16:colId xmlns:a16="http://schemas.microsoft.com/office/drawing/2014/main" val="555053717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949454025"/>
                    </a:ext>
                  </a:extLst>
                </a:gridCol>
                <a:gridCol w="414960">
                  <a:extLst>
                    <a:ext uri="{9D8B030D-6E8A-4147-A177-3AD203B41FA5}">
                      <a16:colId xmlns:a16="http://schemas.microsoft.com/office/drawing/2014/main" val="457947254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3465128886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724031486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1181861778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532918562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4010246518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975607600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857810723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357564825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395777456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620039648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307368743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73407441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4046499248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3634615913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4018000583"/>
                    </a:ext>
                  </a:extLst>
                </a:gridCol>
                <a:gridCol w="259350">
                  <a:extLst>
                    <a:ext uri="{9D8B030D-6E8A-4147-A177-3AD203B41FA5}">
                      <a16:colId xmlns:a16="http://schemas.microsoft.com/office/drawing/2014/main" val="2423300528"/>
                    </a:ext>
                  </a:extLst>
                </a:gridCol>
                <a:gridCol w="259350">
                  <a:extLst>
                    <a:ext uri="{9D8B030D-6E8A-4147-A177-3AD203B41FA5}">
                      <a16:colId xmlns:a16="http://schemas.microsoft.com/office/drawing/2014/main" val="1514469099"/>
                    </a:ext>
                  </a:extLst>
                </a:gridCol>
                <a:gridCol w="259350">
                  <a:extLst>
                    <a:ext uri="{9D8B030D-6E8A-4147-A177-3AD203B41FA5}">
                      <a16:colId xmlns:a16="http://schemas.microsoft.com/office/drawing/2014/main" val="2362942915"/>
                    </a:ext>
                  </a:extLst>
                </a:gridCol>
                <a:gridCol w="259350">
                  <a:extLst>
                    <a:ext uri="{9D8B030D-6E8A-4147-A177-3AD203B41FA5}">
                      <a16:colId xmlns:a16="http://schemas.microsoft.com/office/drawing/2014/main" val="471488259"/>
                    </a:ext>
                  </a:extLst>
                </a:gridCol>
                <a:gridCol w="261271">
                  <a:extLst>
                    <a:ext uri="{9D8B030D-6E8A-4147-A177-3AD203B41FA5}">
                      <a16:colId xmlns:a16="http://schemas.microsoft.com/office/drawing/2014/main" val="2335898492"/>
                    </a:ext>
                  </a:extLst>
                </a:gridCol>
              </a:tblGrid>
              <a:tr h="1266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2276050"/>
                  </a:ext>
                </a:extLst>
              </a:tr>
              <a:tr h="17156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87600128"/>
                  </a:ext>
                </a:extLst>
              </a:tr>
              <a:tr h="126660">
                <a:tc rowSpan="3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Coventry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7957311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0753972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6326445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5830731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4962426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087182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Regional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Centre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631829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654698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457129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17549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Regional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Centre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112311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3092432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793839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4307406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7708598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130926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39091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5757" marR="5757" marT="5757" marB="0" anchor="ctr">
                    <a:lnL>
                      <a:noFill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09879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5731468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188978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20431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08177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3579163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7125194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889383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1468063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3068567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1922906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757" marR="5757" marT="5757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752712"/>
                  </a:ext>
                </a:extLst>
              </a:tr>
              <a:tr h="1266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7105987"/>
                  </a:ext>
                </a:extLst>
              </a:tr>
              <a:tr h="126660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Coventry Total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6894638"/>
                  </a:ext>
                </a:extLst>
              </a:tr>
              <a:tr h="126660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6821551"/>
                  </a:ext>
                </a:extLst>
              </a:tr>
            </a:tbl>
          </a:graphicData>
        </a:graphic>
      </p:graphicFrame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D26C8911-6C5D-A604-AECA-FC1330279B11}"/>
              </a:ext>
            </a:extLst>
          </p:cNvPr>
          <p:cNvCxnSpPr/>
          <p:nvPr/>
        </p:nvCxnSpPr>
        <p:spPr>
          <a:xfrm>
            <a:off x="7524391" y="1384392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DE389B78-670D-511D-9ABB-9D5A8D786C81}"/>
              </a:ext>
            </a:extLst>
          </p:cNvPr>
          <p:cNvCxnSpPr/>
          <p:nvPr/>
        </p:nvCxnSpPr>
        <p:spPr>
          <a:xfrm>
            <a:off x="11160219" y="1384392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742459D5-5D91-67D9-6B3A-72662C91F5B9}"/>
              </a:ext>
            </a:extLst>
          </p:cNvPr>
          <p:cNvSpPr txBox="1"/>
          <p:nvPr/>
        </p:nvSpPr>
        <p:spPr>
          <a:xfrm>
            <a:off x="8084454" y="1118736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D00AEC-40F2-E632-7259-E740D4E3E4B9}"/>
              </a:ext>
            </a:extLst>
          </p:cNvPr>
          <p:cNvSpPr txBox="1"/>
          <p:nvPr/>
        </p:nvSpPr>
        <p:spPr>
          <a:xfrm>
            <a:off x="11293234" y="1107393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6141984-8806-EF0F-8C9B-7DD3557DAFAA}"/>
              </a:ext>
            </a:extLst>
          </p:cNvPr>
          <p:cNvSpPr txBox="1"/>
          <p:nvPr/>
        </p:nvSpPr>
        <p:spPr>
          <a:xfrm>
            <a:off x="7514393" y="1509600"/>
            <a:ext cx="5485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171450" indent="-171450">
              <a:buFont typeface="Wingdings" panose="05000000000000000000" pitchFamily="2" charset="2"/>
              <a:buChar char="q"/>
              <a:defRPr sz="1200" b="1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en-US" altLang="ko-KR"/>
              <a:t>MS</a:t>
            </a:r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05B0991-B9FE-031C-2CD0-EAB48FAE3452}"/>
              </a:ext>
            </a:extLst>
          </p:cNvPr>
          <p:cNvSpPr txBox="1"/>
          <p:nvPr/>
        </p:nvSpPr>
        <p:spPr>
          <a:xfrm>
            <a:off x="7740493" y="1709697"/>
            <a:ext cx="3821450" cy="1708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버밍험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울버헴튼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코벤트리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대응하는 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DMS2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전환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. TV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모니터 전량 담당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대형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TV (65”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이상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수리를 위해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helper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포함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인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조로 구성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기본 수리 역량 점검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교육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시스템 사용 교육 완료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현장 방문 시 준비 사항 및 부품 창고 현황 점검 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사전 부품 준비 중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ASC (Regional Repair Centre)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는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GSFS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접수 시 센터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List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에서 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제외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B2B4EE0-FFCE-0EE6-367E-8ABCE4FAA81B}"/>
              </a:ext>
            </a:extLst>
          </p:cNvPr>
          <p:cNvSpPr txBox="1"/>
          <p:nvPr/>
        </p:nvSpPr>
        <p:spPr>
          <a:xfrm>
            <a:off x="11396981" y="1717876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W20~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8C25B46-2C3F-9D56-2024-F6FA18F2106E}"/>
              </a:ext>
            </a:extLst>
          </p:cNvPr>
          <p:cNvSpPr txBox="1"/>
          <p:nvPr/>
        </p:nvSpPr>
        <p:spPr>
          <a:xfrm>
            <a:off x="11334753" y="3004199"/>
            <a:ext cx="6155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W20~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EA41A19-582C-9C56-6461-D385EA3B3094}"/>
              </a:ext>
            </a:extLst>
          </p:cNvPr>
          <p:cNvSpPr txBox="1"/>
          <p:nvPr/>
        </p:nvSpPr>
        <p:spPr>
          <a:xfrm>
            <a:off x="7428477" y="836735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네트워크 정예화</a:t>
            </a:r>
            <a:endParaRPr lang="en-US" sz="100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91AB53E-34B1-97AA-3530-3B6704E3ADA1}"/>
              </a:ext>
            </a:extLst>
          </p:cNvPr>
          <p:cNvSpPr txBox="1"/>
          <p:nvPr/>
        </p:nvSpPr>
        <p:spPr>
          <a:xfrm>
            <a:off x="7514393" y="3534612"/>
            <a:ext cx="5341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marL="171450" indent="-171450">
              <a:buFont typeface="Wingdings" panose="05000000000000000000" pitchFamily="2" charset="2"/>
              <a:buChar char="q"/>
              <a:defRPr sz="1200" b="1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en-US" altLang="ko-KR"/>
              <a:t>HS</a:t>
            </a:r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DD0CB97-F351-0B99-FBF0-CF09E5333812}"/>
              </a:ext>
            </a:extLst>
          </p:cNvPr>
          <p:cNvSpPr txBox="1"/>
          <p:nvPr/>
        </p:nvSpPr>
        <p:spPr>
          <a:xfrm>
            <a:off x="7740493" y="3801721"/>
            <a:ext cx="41397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Fan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수급 이슈로 방문 지연되어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Fast Moving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리스트 </a:t>
            </a:r>
            <a:endParaRPr lang="en-GB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포함하여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중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B5471ED-9B8E-0166-4E62-57F08225E57D}"/>
              </a:ext>
            </a:extLst>
          </p:cNvPr>
          <p:cNvSpPr txBox="1"/>
          <p:nvPr/>
        </p:nvSpPr>
        <p:spPr>
          <a:xfrm>
            <a:off x="11334753" y="3801721"/>
            <a:ext cx="6155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W18~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6B2C136-A3F2-E5BB-FCD7-C874500C519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F9D7959-33CD-0C51-D870-3FB45DEA870F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9345035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8EEDCAE-0907-34A3-47DE-2082DBDC1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5C07943C-99C0-896C-C18C-D6AFCFC717EC}"/>
              </a:ext>
            </a:extLst>
          </p:cNvPr>
          <p:cNvSpPr txBox="1"/>
          <p:nvPr/>
        </p:nvSpPr>
        <p:spPr>
          <a:xfrm>
            <a:off x="161508" y="349250"/>
            <a:ext cx="20152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Manchester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0A0C05E-70DD-FBB0-8B92-4DFD832E6276}"/>
              </a:ext>
            </a:extLst>
          </p:cNvPr>
          <p:cNvGraphicFramePr>
            <a:graphicFrameLocks noGrp="1"/>
          </p:cNvGraphicFramePr>
          <p:nvPr/>
        </p:nvGraphicFramePr>
        <p:xfrm>
          <a:off x="265675" y="891437"/>
          <a:ext cx="6605202" cy="5747917"/>
        </p:xfrm>
        <a:graphic>
          <a:graphicData uri="http://schemas.openxmlformats.org/drawingml/2006/table">
            <a:tbl>
              <a:tblPr/>
              <a:tblGrid>
                <a:gridCol w="412369">
                  <a:extLst>
                    <a:ext uri="{9D8B030D-6E8A-4147-A177-3AD203B41FA5}">
                      <a16:colId xmlns:a16="http://schemas.microsoft.com/office/drawing/2014/main" val="2289349605"/>
                    </a:ext>
                  </a:extLst>
                </a:gridCol>
                <a:gridCol w="350228">
                  <a:extLst>
                    <a:ext uri="{9D8B030D-6E8A-4147-A177-3AD203B41FA5}">
                      <a16:colId xmlns:a16="http://schemas.microsoft.com/office/drawing/2014/main" val="882904426"/>
                    </a:ext>
                  </a:extLst>
                </a:gridCol>
                <a:gridCol w="755269">
                  <a:extLst>
                    <a:ext uri="{9D8B030D-6E8A-4147-A177-3AD203B41FA5}">
                      <a16:colId xmlns:a16="http://schemas.microsoft.com/office/drawing/2014/main" val="2683465853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414834486"/>
                    </a:ext>
                  </a:extLst>
                </a:gridCol>
                <a:gridCol w="350228">
                  <a:extLst>
                    <a:ext uri="{9D8B030D-6E8A-4147-A177-3AD203B41FA5}">
                      <a16:colId xmlns:a16="http://schemas.microsoft.com/office/drawing/2014/main" val="2117456185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433250333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3564342813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1237495887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279542561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3770795567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776452457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2842413829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2110912780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3834799989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3753375275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1300141271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2291284128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3285631631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1409354925"/>
                    </a:ext>
                  </a:extLst>
                </a:gridCol>
                <a:gridCol w="220514">
                  <a:extLst>
                    <a:ext uri="{9D8B030D-6E8A-4147-A177-3AD203B41FA5}">
                      <a16:colId xmlns:a16="http://schemas.microsoft.com/office/drawing/2014/main" val="501479604"/>
                    </a:ext>
                  </a:extLst>
                </a:gridCol>
                <a:gridCol w="218892">
                  <a:extLst>
                    <a:ext uri="{9D8B030D-6E8A-4147-A177-3AD203B41FA5}">
                      <a16:colId xmlns:a16="http://schemas.microsoft.com/office/drawing/2014/main" val="3408968144"/>
                    </a:ext>
                  </a:extLst>
                </a:gridCol>
                <a:gridCol w="218892">
                  <a:extLst>
                    <a:ext uri="{9D8B030D-6E8A-4147-A177-3AD203B41FA5}">
                      <a16:colId xmlns:a16="http://schemas.microsoft.com/office/drawing/2014/main" val="1848381296"/>
                    </a:ext>
                  </a:extLst>
                </a:gridCol>
                <a:gridCol w="218892">
                  <a:extLst>
                    <a:ext uri="{9D8B030D-6E8A-4147-A177-3AD203B41FA5}">
                      <a16:colId xmlns:a16="http://schemas.microsoft.com/office/drawing/2014/main" val="2434369604"/>
                    </a:ext>
                  </a:extLst>
                </a:gridCol>
                <a:gridCol w="218892">
                  <a:extLst>
                    <a:ext uri="{9D8B030D-6E8A-4147-A177-3AD203B41FA5}">
                      <a16:colId xmlns:a16="http://schemas.microsoft.com/office/drawing/2014/main" val="3293814634"/>
                    </a:ext>
                  </a:extLst>
                </a:gridCol>
                <a:gridCol w="350228">
                  <a:extLst>
                    <a:ext uri="{9D8B030D-6E8A-4147-A177-3AD203B41FA5}">
                      <a16:colId xmlns:a16="http://schemas.microsoft.com/office/drawing/2014/main" val="385143460"/>
                    </a:ext>
                  </a:extLst>
                </a:gridCol>
              </a:tblGrid>
              <a:tr h="8311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2059214"/>
                  </a:ext>
                </a:extLst>
              </a:tr>
              <a:tr h="11258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88049780"/>
                  </a:ext>
                </a:extLst>
              </a:tr>
              <a:tr h="83113">
                <a:tc rowSpan="4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Manchester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63489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350720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17418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632339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8438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043653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858953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369355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1095169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331084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010164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414444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SSAV</a:t>
                      </a:r>
                    </a:p>
                  </a:txBody>
                  <a:tcPr marL="3778" marR="3778" marT="37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449923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222609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854460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734809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SSAV Total</a:t>
                      </a:r>
                    </a:p>
                  </a:txBody>
                  <a:tcPr marL="3778" marR="3778" marT="37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878874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568200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3778" marR="3778" marT="37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736964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965650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74966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2014610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16549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352573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9613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996852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35965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061084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9410620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8474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0070923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49620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61040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186193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9667954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849216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43713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896708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601266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535494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5581914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591702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01799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59947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375287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670971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3778" marR="3778" marT="3778" marB="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576756"/>
                  </a:ext>
                </a:extLst>
              </a:tr>
              <a:tr h="83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4866399"/>
                  </a:ext>
                </a:extLst>
              </a:tr>
              <a:tr h="83113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Manchester Total</a:t>
                      </a:r>
                    </a:p>
                  </a:txBody>
                  <a:tcPr marL="3778" marR="3778" marT="37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866459"/>
                  </a:ext>
                </a:extLst>
              </a:tr>
              <a:tr h="83113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778" marR="3778" marT="37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623802"/>
                  </a:ext>
                </a:extLst>
              </a:tr>
            </a:tbl>
          </a:graphicData>
        </a:graphic>
      </p:graphicFrame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5D4B125-D276-36AD-D990-0C581D848725}"/>
              </a:ext>
            </a:extLst>
          </p:cNvPr>
          <p:cNvCxnSpPr/>
          <p:nvPr/>
        </p:nvCxnSpPr>
        <p:spPr>
          <a:xfrm>
            <a:off x="7240675" y="1366832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13E6AA89-AEC1-E7F6-A681-7EDEC1F68E49}"/>
              </a:ext>
            </a:extLst>
          </p:cNvPr>
          <p:cNvCxnSpPr/>
          <p:nvPr/>
        </p:nvCxnSpPr>
        <p:spPr>
          <a:xfrm>
            <a:off x="10876503" y="1366832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AEF6C3D9-8CCF-DC18-9E50-1CAEE13F2328}"/>
              </a:ext>
            </a:extLst>
          </p:cNvPr>
          <p:cNvSpPr txBox="1"/>
          <p:nvPr/>
        </p:nvSpPr>
        <p:spPr>
          <a:xfrm>
            <a:off x="7800738" y="1101176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58DE68-4CA2-34C0-12F3-5152055422A2}"/>
              </a:ext>
            </a:extLst>
          </p:cNvPr>
          <p:cNvSpPr txBox="1"/>
          <p:nvPr/>
        </p:nvSpPr>
        <p:spPr>
          <a:xfrm>
            <a:off x="11009518" y="1089833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BE2992F-5601-A3DB-BAFD-E18A90CC54EF}"/>
              </a:ext>
            </a:extLst>
          </p:cNvPr>
          <p:cNvSpPr txBox="1"/>
          <p:nvPr/>
        </p:nvSpPr>
        <p:spPr>
          <a:xfrm>
            <a:off x="7193972" y="1610044"/>
            <a:ext cx="5838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MS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774D3AC-FA35-800A-8489-DB03EA460CC5}"/>
              </a:ext>
            </a:extLst>
          </p:cNvPr>
          <p:cNvSpPr txBox="1"/>
          <p:nvPr/>
        </p:nvSpPr>
        <p:spPr>
          <a:xfrm>
            <a:off x="7401660" y="1807235"/>
            <a:ext cx="3563796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1050"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</a:lstStyle>
          <a:p>
            <a:r>
              <a:rPr lang="en-US" altLang="ko-KR"/>
              <a:t>- </a:t>
            </a:r>
            <a:r>
              <a:rPr lang="ko-KR" altLang="en-US"/>
              <a:t>노팅험</a:t>
            </a:r>
            <a:r>
              <a:rPr lang="en-US" altLang="ko-KR"/>
              <a:t>/</a:t>
            </a:r>
            <a:r>
              <a:rPr lang="ko-KR" altLang="en-US"/>
              <a:t>셰필드</a:t>
            </a:r>
            <a:r>
              <a:rPr lang="en-US" altLang="ko-KR"/>
              <a:t>/</a:t>
            </a:r>
            <a:r>
              <a:rPr lang="ko-KR" altLang="en-US"/>
              <a:t>맨체스터 지역의 </a:t>
            </a:r>
            <a:r>
              <a:rPr lang="en-US" altLang="ko-KR"/>
              <a:t>MS </a:t>
            </a:r>
            <a:r>
              <a:rPr lang="ko-KR" altLang="en-US"/>
              <a:t>제품 수리는 소형 </a:t>
            </a:r>
            <a:r>
              <a:rPr lang="en-US" altLang="ko-KR"/>
              <a:t>ASC</a:t>
            </a:r>
            <a:r>
              <a:rPr lang="ko-KR" altLang="en-US"/>
              <a:t>에서 </a:t>
            </a:r>
            <a:endParaRPr lang="en-US" altLang="ko-KR"/>
          </a:p>
          <a:p>
            <a:r>
              <a:rPr lang="ko-KR" altLang="en-US"/>
              <a:t>  집중수리센터로 이관 완료 </a:t>
            </a:r>
            <a:r>
              <a:rPr lang="en-US" altLang="ko-KR"/>
              <a:t>(3</a:t>
            </a:r>
            <a:r>
              <a:rPr lang="ko-KR" altLang="en-US"/>
              <a:t>월</a:t>
            </a:r>
            <a:r>
              <a:rPr lang="en-US" altLang="ko-KR"/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6EDE5C8-2F47-C9FE-8EEA-E39B13CD48D8}"/>
              </a:ext>
            </a:extLst>
          </p:cNvPr>
          <p:cNvSpPr txBox="1"/>
          <p:nvPr/>
        </p:nvSpPr>
        <p:spPr>
          <a:xfrm>
            <a:off x="7037964" y="4476055"/>
            <a:ext cx="110799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	</a:t>
            </a:r>
            <a:endParaRPr lang="ko-KR" altLang="en-US" sz="1050">
              <a:solidFill>
                <a:schemeClr val="accent5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FCB417-494D-8693-C30E-5B4204B86124}"/>
              </a:ext>
            </a:extLst>
          </p:cNvPr>
          <p:cNvSpPr txBox="1"/>
          <p:nvPr/>
        </p:nvSpPr>
        <p:spPr>
          <a:xfrm>
            <a:off x="5344432" y="2222733"/>
            <a:ext cx="1194558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집중센터 이관 전 접수 건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B2B1D43-26C7-F603-598A-3D99633627B5}"/>
              </a:ext>
            </a:extLst>
          </p:cNvPr>
          <p:cNvSpPr txBox="1"/>
          <p:nvPr/>
        </p:nvSpPr>
        <p:spPr>
          <a:xfrm>
            <a:off x="7193972" y="803319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MS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네트워크 정예화</a:t>
            </a:r>
            <a:endParaRPr lang="en-US" sz="100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CF093DE-B95E-0197-D1EA-6CEAD3C6AE62}"/>
              </a:ext>
            </a:extLst>
          </p:cNvPr>
          <p:cNvSpPr txBox="1"/>
          <p:nvPr/>
        </p:nvSpPr>
        <p:spPr>
          <a:xfrm>
            <a:off x="11131476" y="1768763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F5074CA-76F1-D2DD-1206-10BB2F51718A}"/>
              </a:ext>
            </a:extLst>
          </p:cNvPr>
          <p:cNvSpPr txBox="1"/>
          <p:nvPr/>
        </p:nvSpPr>
        <p:spPr>
          <a:xfrm>
            <a:off x="6870877" y="5839237"/>
            <a:ext cx="1473480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전체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 중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건이 목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금 접수됨</a:t>
            </a:r>
          </a:p>
        </p:txBody>
      </p:sp>
      <p:sp>
        <p:nvSpPr>
          <p:cNvPr id="9" name="실행 단추: 뒤로 또는 앞으로 이동 8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CCBCDEB-DF10-EB52-7BE0-482029393019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AFAD84-3F91-064D-5E1C-29115C0604EC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79024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A96FA33-E5CA-2F17-492A-042AC76242C0}"/>
              </a:ext>
            </a:extLst>
          </p:cNvPr>
          <p:cNvSpPr txBox="1"/>
          <p:nvPr/>
        </p:nvSpPr>
        <p:spPr>
          <a:xfrm>
            <a:off x="161508" y="349250"/>
            <a:ext cx="17620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Sheffield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17F528-87FF-D78D-4CC3-46330BD427AF}"/>
              </a:ext>
            </a:extLst>
          </p:cNvPr>
          <p:cNvGraphicFramePr>
            <a:graphicFrameLocks noGrp="1"/>
          </p:cNvGraphicFramePr>
          <p:nvPr/>
        </p:nvGraphicFramePr>
        <p:xfrm>
          <a:off x="291784" y="786983"/>
          <a:ext cx="6887786" cy="4351324"/>
        </p:xfrm>
        <a:graphic>
          <a:graphicData uri="http://schemas.openxmlformats.org/drawingml/2006/table">
            <a:tbl>
              <a:tblPr/>
              <a:tblGrid>
                <a:gridCol w="371675">
                  <a:extLst>
                    <a:ext uri="{9D8B030D-6E8A-4147-A177-3AD203B41FA5}">
                      <a16:colId xmlns:a16="http://schemas.microsoft.com/office/drawing/2014/main" val="3155510322"/>
                    </a:ext>
                  </a:extLst>
                </a:gridCol>
                <a:gridCol w="371675">
                  <a:extLst>
                    <a:ext uri="{9D8B030D-6E8A-4147-A177-3AD203B41FA5}">
                      <a16:colId xmlns:a16="http://schemas.microsoft.com/office/drawing/2014/main" val="2078826851"/>
                    </a:ext>
                  </a:extLst>
                </a:gridCol>
                <a:gridCol w="758026">
                  <a:extLst>
                    <a:ext uri="{9D8B030D-6E8A-4147-A177-3AD203B41FA5}">
                      <a16:colId xmlns:a16="http://schemas.microsoft.com/office/drawing/2014/main" val="4112104953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1829671320"/>
                    </a:ext>
                  </a:extLst>
                </a:gridCol>
                <a:gridCol w="371675">
                  <a:extLst>
                    <a:ext uri="{9D8B030D-6E8A-4147-A177-3AD203B41FA5}">
                      <a16:colId xmlns:a16="http://schemas.microsoft.com/office/drawing/2014/main" val="483949138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4243038488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606855297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4071537330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1564783965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3010115912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2241785225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1024996203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2770213359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1260036549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712136904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3795742333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1317201180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2598051817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1109620483"/>
                    </a:ext>
                  </a:extLst>
                </a:gridCol>
                <a:gridCol w="234018">
                  <a:extLst>
                    <a:ext uri="{9D8B030D-6E8A-4147-A177-3AD203B41FA5}">
                      <a16:colId xmlns:a16="http://schemas.microsoft.com/office/drawing/2014/main" val="2212547963"/>
                    </a:ext>
                  </a:extLst>
                </a:gridCol>
                <a:gridCol w="232297">
                  <a:extLst>
                    <a:ext uri="{9D8B030D-6E8A-4147-A177-3AD203B41FA5}">
                      <a16:colId xmlns:a16="http://schemas.microsoft.com/office/drawing/2014/main" val="2584567250"/>
                    </a:ext>
                  </a:extLst>
                </a:gridCol>
                <a:gridCol w="232297">
                  <a:extLst>
                    <a:ext uri="{9D8B030D-6E8A-4147-A177-3AD203B41FA5}">
                      <a16:colId xmlns:a16="http://schemas.microsoft.com/office/drawing/2014/main" val="1789649631"/>
                    </a:ext>
                  </a:extLst>
                </a:gridCol>
                <a:gridCol w="232297">
                  <a:extLst>
                    <a:ext uri="{9D8B030D-6E8A-4147-A177-3AD203B41FA5}">
                      <a16:colId xmlns:a16="http://schemas.microsoft.com/office/drawing/2014/main" val="950761296"/>
                    </a:ext>
                  </a:extLst>
                </a:gridCol>
                <a:gridCol w="232297">
                  <a:extLst>
                    <a:ext uri="{9D8B030D-6E8A-4147-A177-3AD203B41FA5}">
                      <a16:colId xmlns:a16="http://schemas.microsoft.com/office/drawing/2014/main" val="2192561886"/>
                    </a:ext>
                  </a:extLst>
                </a:gridCol>
                <a:gridCol w="371675">
                  <a:extLst>
                    <a:ext uri="{9D8B030D-6E8A-4147-A177-3AD203B41FA5}">
                      <a16:colId xmlns:a16="http://schemas.microsoft.com/office/drawing/2014/main" val="2736237709"/>
                    </a:ext>
                  </a:extLst>
                </a:gridCol>
              </a:tblGrid>
              <a:tr h="11345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617859"/>
                  </a:ext>
                </a:extLst>
              </a:tr>
              <a:tr h="15367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15609723"/>
                  </a:ext>
                </a:extLst>
              </a:tr>
              <a:tr h="113450">
                <a:tc rowSpan="3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Sheffield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953013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8317705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119687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94728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 Total</a:t>
                      </a:r>
                    </a:p>
                  </a:txBody>
                  <a:tcPr marL="5157" marR="5157" marT="51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8712315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551041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6184911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81832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time_SVC_DSC1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462856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909438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157" marR="5157" marT="515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0967700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091270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268657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332720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3238064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7068862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9802623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165071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090716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1191055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060566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341056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0827036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4905554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1977822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572338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655548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6035427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4343182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5693983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3199429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157" marR="5157" marT="515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153055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5348438"/>
                  </a:ext>
                </a:extLst>
              </a:tr>
              <a:tr h="1134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977520"/>
                  </a:ext>
                </a:extLst>
              </a:tr>
              <a:tr h="113450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Sheffield Total</a:t>
                      </a:r>
                    </a:p>
                  </a:txBody>
                  <a:tcPr marL="5157" marR="5157" marT="51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535654"/>
                  </a:ext>
                </a:extLst>
              </a:tr>
              <a:tr h="113450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778" marR="3778" marT="3778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157" marR="5157" marT="51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832427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088CE35-F9BE-D8AA-FE4B-076165980ADE}"/>
              </a:ext>
            </a:extLst>
          </p:cNvPr>
          <p:cNvCxnSpPr/>
          <p:nvPr/>
        </p:nvCxnSpPr>
        <p:spPr>
          <a:xfrm>
            <a:off x="7395952" y="1193649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6F351C57-3E44-5417-B8A2-5878D9B811B4}"/>
              </a:ext>
            </a:extLst>
          </p:cNvPr>
          <p:cNvCxnSpPr>
            <a:cxnSpLocks/>
          </p:cNvCxnSpPr>
          <p:nvPr/>
        </p:nvCxnSpPr>
        <p:spPr>
          <a:xfrm>
            <a:off x="11031780" y="1193649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8759F242-10B9-5DBE-44C4-DDA55A91A9E7}"/>
              </a:ext>
            </a:extLst>
          </p:cNvPr>
          <p:cNvSpPr txBox="1"/>
          <p:nvPr/>
        </p:nvSpPr>
        <p:spPr>
          <a:xfrm>
            <a:off x="7956015" y="927993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8B60C82-A8C8-30A5-04B4-5D6AA5019467}"/>
              </a:ext>
            </a:extLst>
          </p:cNvPr>
          <p:cNvSpPr txBox="1"/>
          <p:nvPr/>
        </p:nvSpPr>
        <p:spPr>
          <a:xfrm>
            <a:off x="11164795" y="916650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925C544-4D1F-D413-7253-72E290DB9697}"/>
              </a:ext>
            </a:extLst>
          </p:cNvPr>
          <p:cNvSpPr txBox="1"/>
          <p:nvPr/>
        </p:nvSpPr>
        <p:spPr>
          <a:xfrm>
            <a:off x="7395952" y="1459305"/>
            <a:ext cx="110799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en-US" altLang="ko-KR" sz="105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 DMS2	</a:t>
            </a:r>
            <a:endParaRPr lang="ko-KR" altLang="en-US" sz="105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F7AB66C-0AF7-2A8E-0D25-9148D6F3FE9D}"/>
              </a:ext>
            </a:extLst>
          </p:cNvPr>
          <p:cNvSpPr txBox="1"/>
          <p:nvPr/>
        </p:nvSpPr>
        <p:spPr>
          <a:xfrm>
            <a:off x="7588698" y="1690335"/>
            <a:ext cx="3877985" cy="9002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DMS2 2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투입 이후 잦은 휴가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병가 및 연락 두절 발생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.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DMS1/2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대상으로 명장 교육 중으로 수리 기술력 점검 중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→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장기적 관점에서 기술력 낮고 태도 개선 가능성 희박 시 교체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	</a:t>
            </a:r>
            <a:endParaRPr lang="ko-KR" altLang="en-US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2C9CE11-CA43-B575-7A51-DC214E54DB4D}"/>
              </a:ext>
            </a:extLst>
          </p:cNvPr>
          <p:cNvSpPr txBox="1"/>
          <p:nvPr/>
        </p:nvSpPr>
        <p:spPr>
          <a:xfrm>
            <a:off x="7317484" y="652583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HS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네트워크 재정비</a:t>
            </a:r>
            <a:endParaRPr lang="en-US" sz="10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F09411A-46A5-DF46-4DED-95433A2FF62B}"/>
              </a:ext>
            </a:extLst>
          </p:cNvPr>
          <p:cNvSpPr txBox="1"/>
          <p:nvPr/>
        </p:nvSpPr>
        <p:spPr>
          <a:xfrm>
            <a:off x="11146241" y="1567223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CF19A21-2336-422D-9B01-96155152536B}"/>
              </a:ext>
            </a:extLst>
          </p:cNvPr>
          <p:cNvSpPr txBox="1"/>
          <p:nvPr/>
        </p:nvSpPr>
        <p:spPr>
          <a:xfrm>
            <a:off x="7213210" y="3780363"/>
            <a:ext cx="877163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GB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DMS2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휴가 대체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F0CB095-5050-47F8-B2DF-32315741F08B}"/>
              </a:ext>
            </a:extLst>
          </p:cNvPr>
          <p:cNvSpPr txBox="1"/>
          <p:nvPr/>
        </p:nvSpPr>
        <p:spPr>
          <a:xfrm>
            <a:off x="7199396" y="4425503"/>
            <a:ext cx="115608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원자재 부품 불량으로</a:t>
            </a:r>
            <a:endParaRPr lang="en-GB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GB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번 방문 건</a:t>
            </a:r>
          </a:p>
        </p:txBody>
      </p:sp>
      <p:sp>
        <p:nvSpPr>
          <p:cNvPr id="5" name="실행 단추: 뒤로 또는 앞으로 이동 4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F550648-9209-3AE7-95D7-D9E97AA44890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EF65079-3927-BA5E-BDBB-26755FD2DCF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6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2609837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4946E01-27CA-A52C-2C61-B14189366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BD3DF472-37CA-4EF8-42F3-37B3D8CAEAFE}"/>
              </a:ext>
            </a:extLst>
          </p:cNvPr>
          <p:cNvSpPr txBox="1"/>
          <p:nvPr/>
        </p:nvSpPr>
        <p:spPr>
          <a:xfrm>
            <a:off x="161508" y="349250"/>
            <a:ext cx="2388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LGEUK) Wolverhampton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4441DDC-A4C1-66C8-E731-4B106AAF92FF}"/>
              </a:ext>
            </a:extLst>
          </p:cNvPr>
          <p:cNvGraphicFramePr>
            <a:graphicFrameLocks noGrp="1"/>
          </p:cNvGraphicFramePr>
          <p:nvPr/>
        </p:nvGraphicFramePr>
        <p:xfrm>
          <a:off x="451230" y="893949"/>
          <a:ext cx="6673982" cy="4531101"/>
        </p:xfrm>
        <a:graphic>
          <a:graphicData uri="http://schemas.openxmlformats.org/drawingml/2006/table">
            <a:tbl>
              <a:tblPr/>
              <a:tblGrid>
                <a:gridCol w="544789">
                  <a:extLst>
                    <a:ext uri="{9D8B030D-6E8A-4147-A177-3AD203B41FA5}">
                      <a16:colId xmlns:a16="http://schemas.microsoft.com/office/drawing/2014/main" val="239211398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2649492302"/>
                    </a:ext>
                  </a:extLst>
                </a:gridCol>
                <a:gridCol w="646390">
                  <a:extLst>
                    <a:ext uri="{9D8B030D-6E8A-4147-A177-3AD203B41FA5}">
                      <a16:colId xmlns:a16="http://schemas.microsoft.com/office/drawing/2014/main" val="746181920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1749260177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161689329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4141044698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788772605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4229014124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108001771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114522082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671613803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197212596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722934867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457677635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722048629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4069490315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128228405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1894622017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3421205128"/>
                    </a:ext>
                  </a:extLst>
                </a:gridCol>
                <a:gridCol w="222420">
                  <a:extLst>
                    <a:ext uri="{9D8B030D-6E8A-4147-A177-3AD203B41FA5}">
                      <a16:colId xmlns:a16="http://schemas.microsoft.com/office/drawing/2014/main" val="2823984977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2333026783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3596363770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546294950"/>
                    </a:ext>
                  </a:extLst>
                </a:gridCol>
                <a:gridCol w="220784">
                  <a:extLst>
                    <a:ext uri="{9D8B030D-6E8A-4147-A177-3AD203B41FA5}">
                      <a16:colId xmlns:a16="http://schemas.microsoft.com/office/drawing/2014/main" val="3238234524"/>
                    </a:ext>
                  </a:extLst>
                </a:gridCol>
                <a:gridCol w="353255">
                  <a:extLst>
                    <a:ext uri="{9D8B030D-6E8A-4147-A177-3AD203B41FA5}">
                      <a16:colId xmlns:a16="http://schemas.microsoft.com/office/drawing/2014/main" val="1145432969"/>
                    </a:ext>
                  </a:extLst>
                </a:gridCol>
              </a:tblGrid>
              <a:tr h="10782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066"/>
                  </a:ext>
                </a:extLst>
              </a:tr>
              <a:tr h="14605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1917855"/>
                  </a:ext>
                </a:extLst>
              </a:tr>
              <a:tr h="107828">
                <a:tc rowSpan="3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Wolverhampton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593802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06085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24537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24771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0874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1492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175687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677011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47640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91188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MAS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965282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050280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01115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591287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UK LIMITE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42179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74825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820488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66049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JTM CONTRACTS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UK LIMITE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19282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30134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677483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904881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253522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1131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424593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570529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060863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614934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995504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96317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83182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68505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LGC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23550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627002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173893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934003"/>
                  </a:ext>
                </a:extLst>
              </a:tr>
              <a:tr h="107828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Wolverhampton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1207079"/>
                  </a:ext>
                </a:extLst>
              </a:tr>
              <a:tr h="107828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29631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1F95B906-66EA-A2C7-2152-0176BD2347B8}"/>
              </a:ext>
            </a:extLst>
          </p:cNvPr>
          <p:cNvCxnSpPr/>
          <p:nvPr/>
        </p:nvCxnSpPr>
        <p:spPr>
          <a:xfrm>
            <a:off x="7388462" y="1292179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F7A6A0D8-DDE8-5FCA-CBCE-996A8E7D41DF}"/>
              </a:ext>
            </a:extLst>
          </p:cNvPr>
          <p:cNvCxnSpPr>
            <a:cxnSpLocks/>
          </p:cNvCxnSpPr>
          <p:nvPr/>
        </p:nvCxnSpPr>
        <p:spPr>
          <a:xfrm>
            <a:off x="11024290" y="1292179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B8FBB2D4-300C-45D1-03F8-EF93DAD55029}"/>
              </a:ext>
            </a:extLst>
          </p:cNvPr>
          <p:cNvSpPr txBox="1"/>
          <p:nvPr/>
        </p:nvSpPr>
        <p:spPr>
          <a:xfrm>
            <a:off x="7948525" y="1026523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A97FC3B-71A7-9606-C861-84C60515DDF9}"/>
              </a:ext>
            </a:extLst>
          </p:cNvPr>
          <p:cNvSpPr txBox="1"/>
          <p:nvPr/>
        </p:nvSpPr>
        <p:spPr>
          <a:xfrm>
            <a:off x="11157305" y="1015180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1F6EB5-F651-585B-6C3C-39CEBE09FD51}"/>
              </a:ext>
            </a:extLst>
          </p:cNvPr>
          <p:cNvSpPr txBox="1"/>
          <p:nvPr/>
        </p:nvSpPr>
        <p:spPr>
          <a:xfrm>
            <a:off x="7388462" y="1557836"/>
            <a:ext cx="6270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q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공통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07918CA-9B31-3F21-CD1C-0E85C6F39F1E}"/>
              </a:ext>
            </a:extLst>
          </p:cNvPr>
          <p:cNvSpPr txBox="1"/>
          <p:nvPr/>
        </p:nvSpPr>
        <p:spPr>
          <a:xfrm>
            <a:off x="7636732" y="1799587"/>
            <a:ext cx="3286477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전략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7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도시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기타 도시 전담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WIP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팀이 집중 관리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콜센터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네트워크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(ASC,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전용기사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),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부품팀 상호연계 지원</a:t>
            </a:r>
            <a:endParaRPr lang="en-US" altLang="ko-KR" sz="105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 . 3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미처리 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Daily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리뷰</a:t>
            </a:r>
            <a:r>
              <a:rPr lang="en-US" altLang="ko-KR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50">
                <a:latin typeface="Arial Narrow" panose="020B0606020202030204" pitchFamily="34" charset="0"/>
                <a:ea typeface="LG스마트체 Regular" panose="020B0600000101010101" pitchFamily="50" charset="-127"/>
              </a:rPr>
              <a:t>및 지원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83D521-5DD5-BA57-A656-089B64D2A61B}"/>
              </a:ext>
            </a:extLst>
          </p:cNvPr>
          <p:cNvSpPr txBox="1"/>
          <p:nvPr/>
        </p:nvSpPr>
        <p:spPr>
          <a:xfrm>
            <a:off x="5486338" y="3666828"/>
            <a:ext cx="2164375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목요일 접수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 방문 요청일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월요일 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D673CC4-B16D-23B8-3B24-9A18671BFD89}"/>
              </a:ext>
            </a:extLst>
          </p:cNvPr>
          <p:cNvSpPr txBox="1"/>
          <p:nvPr/>
        </p:nvSpPr>
        <p:spPr>
          <a:xfrm>
            <a:off x="5512931" y="2975728"/>
            <a:ext cx="1524776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DMS1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휴가로 인해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JTM 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 이관</a:t>
            </a:r>
            <a:endParaRPr lang="en-US" altLang="ko-KR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200B212-60E3-D926-12DF-C6FEAC752D1F}"/>
              </a:ext>
            </a:extLst>
          </p:cNvPr>
          <p:cNvSpPr txBox="1"/>
          <p:nvPr/>
        </p:nvSpPr>
        <p:spPr>
          <a:xfrm>
            <a:off x="7388462" y="836735"/>
            <a:ext cx="2182995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Daily WIP </a:t>
            </a:r>
            <a:r>
              <a:rPr lang="ko-KR" altLang="en-US" sz="1000">
                <a:solidFill>
                  <a:schemeClr val="accent5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관리 </a:t>
            </a:r>
            <a:endParaRPr lang="en-US" sz="10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3E9EB8C-EBC0-0929-0A93-3740C69300CA}"/>
              </a:ext>
            </a:extLst>
          </p:cNvPr>
          <p:cNvSpPr txBox="1"/>
          <p:nvPr/>
        </p:nvSpPr>
        <p:spPr>
          <a:xfrm>
            <a:off x="11138751" y="1582375"/>
            <a:ext cx="49107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지속</a:t>
            </a:r>
          </a:p>
        </p:txBody>
      </p:sp>
      <p:sp>
        <p:nvSpPr>
          <p:cNvPr id="9" name="실행 단추: 뒤로 또는 앞으로 이동 8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61BAAFAE-B0BF-0EBB-FE38-5D1627DDC67D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10C5FD4-9D48-5976-5583-B8C115AD4877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7 / 7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810807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DAD9594-C75B-CC97-2675-FBBC1C3CB36E}"/>
              </a:ext>
            </a:extLst>
          </p:cNvPr>
          <p:cNvGraphicFramePr>
            <a:graphicFrameLocks noGrp="1"/>
          </p:cNvGraphicFramePr>
          <p:nvPr/>
        </p:nvGraphicFramePr>
        <p:xfrm>
          <a:off x="170515" y="957867"/>
          <a:ext cx="7253176" cy="3031820"/>
        </p:xfrm>
        <a:graphic>
          <a:graphicData uri="http://schemas.openxmlformats.org/drawingml/2006/table">
            <a:tbl>
              <a:tblPr/>
              <a:tblGrid>
                <a:gridCol w="420605">
                  <a:extLst>
                    <a:ext uri="{9D8B030D-6E8A-4147-A177-3AD203B41FA5}">
                      <a16:colId xmlns:a16="http://schemas.microsoft.com/office/drawing/2014/main" val="1175330820"/>
                    </a:ext>
                  </a:extLst>
                </a:gridCol>
                <a:gridCol w="471405">
                  <a:extLst>
                    <a:ext uri="{9D8B030D-6E8A-4147-A177-3AD203B41FA5}">
                      <a16:colId xmlns:a16="http://schemas.microsoft.com/office/drawing/2014/main" val="69914947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73239529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1049738676"/>
                    </a:ext>
                  </a:extLst>
                </a:gridCol>
                <a:gridCol w="222168">
                  <a:extLst>
                    <a:ext uri="{9D8B030D-6E8A-4147-A177-3AD203B41FA5}">
                      <a16:colId xmlns:a16="http://schemas.microsoft.com/office/drawing/2014/main" val="3731030316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929131308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3977180839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1788589469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986622242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2622759448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3258735163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2818558560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2247228875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2788975215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519304544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4128199108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451418435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51646207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1406726494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2226298987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2769592649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405321344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1554268518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1599533556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4207426288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2508174829"/>
                    </a:ext>
                  </a:extLst>
                </a:gridCol>
                <a:gridCol w="248618">
                  <a:extLst>
                    <a:ext uri="{9D8B030D-6E8A-4147-A177-3AD203B41FA5}">
                      <a16:colId xmlns:a16="http://schemas.microsoft.com/office/drawing/2014/main" val="3150383107"/>
                    </a:ext>
                  </a:extLst>
                </a:gridCol>
                <a:gridCol w="250459">
                  <a:extLst>
                    <a:ext uri="{9D8B030D-6E8A-4147-A177-3AD203B41FA5}">
                      <a16:colId xmlns:a16="http://schemas.microsoft.com/office/drawing/2014/main" val="4202342419"/>
                    </a:ext>
                  </a:extLst>
                </a:gridCol>
              </a:tblGrid>
              <a:tr h="12133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515" marR="5515" marT="551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956908"/>
                  </a:ext>
                </a:extLst>
              </a:tr>
              <a:tr h="16435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W13</a:t>
                      </a:r>
                    </a:p>
                  </a:txBody>
                  <a:tcPr marL="5515" marR="5515" marT="551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515" marR="5515" marT="551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38492496"/>
                  </a:ext>
                </a:extLst>
              </a:tr>
              <a:tr h="121334">
                <a:tc rowSpan="2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Pest megye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_SVC_20095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5693316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0189184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8388688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0717695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211762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082278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730600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3972456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5542676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9037563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0081699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2859245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012626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614539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7108039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500414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7180565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2381491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SVC_20095 Total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565791"/>
                  </a:ext>
                </a:extLst>
              </a:tr>
              <a:tr h="121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867311"/>
                  </a:ext>
                </a:extLst>
              </a:tr>
              <a:tr h="121334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Pest </a:t>
                      </a:r>
                      <a:r>
                        <a:rPr 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megye</a:t>
                      </a:r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Total</a:t>
                      </a:r>
                    </a:p>
                  </a:txBody>
                  <a:tcPr marL="5515" marR="5515" marT="551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196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2560157"/>
                  </a:ext>
                </a:extLst>
              </a:tr>
              <a:tr h="121334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515" marR="5515" marT="551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37103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1DE9847-7CA4-DD6D-E7B2-8A53401F1BFF}"/>
              </a:ext>
            </a:extLst>
          </p:cNvPr>
          <p:cNvSpPr txBox="1"/>
          <p:nvPr/>
        </p:nvSpPr>
        <p:spPr>
          <a:xfrm>
            <a:off x="161508" y="349250"/>
            <a:ext cx="202651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LGEMK) Pest </a:t>
            </a:r>
            <a:r>
              <a:rPr lang="en-US" altLang="ko-KR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Megye</a:t>
            </a:r>
            <a:endParaRPr lang="en-US" altLang="ko-KR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A0334D49-4DB0-A2AA-898B-391875045707}"/>
              </a:ext>
            </a:extLst>
          </p:cNvPr>
          <p:cNvCxnSpPr/>
          <p:nvPr/>
        </p:nvCxnSpPr>
        <p:spPr>
          <a:xfrm>
            <a:off x="7572160" y="1214166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9DB17EB6-4E95-CD4A-A743-BBB7A30C7C96}"/>
              </a:ext>
            </a:extLst>
          </p:cNvPr>
          <p:cNvCxnSpPr/>
          <p:nvPr/>
        </p:nvCxnSpPr>
        <p:spPr>
          <a:xfrm>
            <a:off x="11207988" y="1214166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958BDC9E-6822-6523-2199-22A78E5860D3}"/>
              </a:ext>
            </a:extLst>
          </p:cNvPr>
          <p:cNvSpPr txBox="1"/>
          <p:nvPr/>
        </p:nvSpPr>
        <p:spPr>
          <a:xfrm>
            <a:off x="8132223" y="948510"/>
            <a:ext cx="2316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CB5E72-7AB5-7FEF-6141-1B1C29917F2B}"/>
              </a:ext>
            </a:extLst>
          </p:cNvPr>
          <p:cNvSpPr txBox="1"/>
          <p:nvPr/>
        </p:nvSpPr>
        <p:spPr>
          <a:xfrm>
            <a:off x="11341003" y="93716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EE4F75D-63BF-B843-D206-10D551C40859}"/>
              </a:ext>
            </a:extLst>
          </p:cNvPr>
          <p:cNvSpPr txBox="1"/>
          <p:nvPr/>
        </p:nvSpPr>
        <p:spPr>
          <a:xfrm>
            <a:off x="161508" y="4030870"/>
            <a:ext cx="489108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1) LTV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수리 접수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목요일 오후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+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주문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금요일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+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도착 후 수리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월요일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pattern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증가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8A4478-129E-C0FF-B444-5A50D0F9C270}"/>
              </a:ext>
            </a:extLst>
          </p:cNvPr>
          <p:cNvSpPr txBox="1"/>
          <p:nvPr/>
        </p:nvSpPr>
        <p:spPr>
          <a:xfrm>
            <a:off x="297233" y="4232470"/>
            <a:ext cx="416171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접수가 목요일 오후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 이후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or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금요일인 경우는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가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일을 증가할 수 밖에 없음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018DD09-D6E5-D963-30D8-A842F700C06C}"/>
              </a:ext>
            </a:extLst>
          </p:cNvPr>
          <p:cNvSpPr txBox="1"/>
          <p:nvPr/>
        </p:nvSpPr>
        <p:spPr>
          <a:xfrm>
            <a:off x="161507" y="4433788"/>
            <a:ext cx="469391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2) WM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사용건과 관계없이 기사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명의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Scheduling management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유연성 문제로 판단됨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B1DEDDA-CE20-57BB-7C90-85B25EEF4DA0}"/>
              </a:ext>
            </a:extLst>
          </p:cNvPr>
          <p:cNvSpPr txBox="1"/>
          <p:nvPr/>
        </p:nvSpPr>
        <p:spPr>
          <a:xfrm>
            <a:off x="161507" y="4685141"/>
            <a:ext cx="135165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[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기사별 처리 이슈 파악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]</a:t>
            </a:r>
            <a:endParaRPr lang="ko-KR" altLang="en-US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1E5F8EA-680F-23AE-736F-F16CD477B5C1}"/>
              </a:ext>
            </a:extLst>
          </p:cNvPr>
          <p:cNvSpPr txBox="1"/>
          <p:nvPr/>
        </p:nvSpPr>
        <p:spPr>
          <a:xfrm>
            <a:off x="161507" y="4921570"/>
            <a:ext cx="449995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1) LTV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인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접수 후 부품 주문 지연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주문취소 후 재 주문 사례 발생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(4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6D2A81D-86AF-056E-E08E-B68CC5D2E0FA}"/>
              </a:ext>
            </a:extLst>
          </p:cNvPr>
          <p:cNvSpPr txBox="1"/>
          <p:nvPr/>
        </p:nvSpPr>
        <p:spPr>
          <a:xfrm>
            <a:off x="297232" y="5112515"/>
            <a:ext cx="45752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달 기준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접수 후 수리 시작까지의 평균 리드타임이 타 동일제품 기사 대비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길게 발생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Case) RNU260409013944 : 4/9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수리 접수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 4/16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부품 주문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RNU260410022888 : 4/10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수리 접수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 4/16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부품 주문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      RNU260415055570 :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주문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차례 진행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7E07E56-14D6-7EDE-D239-8E0A59D7A560}"/>
              </a:ext>
            </a:extLst>
          </p:cNvPr>
          <p:cNvSpPr txBox="1"/>
          <p:nvPr/>
        </p:nvSpPr>
        <p:spPr>
          <a:xfrm>
            <a:off x="161507" y="5738580"/>
            <a:ext cx="464582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2) WM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인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수령 후 수리 착수 지연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 일정 위주 운영으로 인한 리드타임 증가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37D0AC5-1DD4-5C16-0A6C-6EAAC9B3858D}"/>
              </a:ext>
            </a:extLst>
          </p:cNvPr>
          <p:cNvSpPr txBox="1"/>
          <p:nvPr/>
        </p:nvSpPr>
        <p:spPr>
          <a:xfrm>
            <a:off x="297231" y="5962339"/>
            <a:ext cx="5301451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주문은 즉시 진행하고 있으나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수령 이후 실제 착수까지의 소요 기간이 장기화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사용이 없는 경우도 동일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사유는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 편의에 맞춰 수리 일정을 조정하는 과정에서 주말 작업 비중이 높게 발생 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 기준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5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이상 장기 지연건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15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건 중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건이 주말 일정으로 조정됨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D234F46-E577-CECD-F575-242AB4367727}"/>
              </a:ext>
            </a:extLst>
          </p:cNvPr>
          <p:cNvSpPr txBox="1"/>
          <p:nvPr/>
        </p:nvSpPr>
        <p:spPr>
          <a:xfrm>
            <a:off x="260092" y="6447708"/>
            <a:ext cx="233269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▶ 스케줄링 관리 역량에 대한 지속적 우려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ECE0FF0-D3B9-DEFB-1281-11EF256D338E}"/>
              </a:ext>
            </a:extLst>
          </p:cNvPr>
          <p:cNvSpPr txBox="1"/>
          <p:nvPr/>
        </p:nvSpPr>
        <p:spPr>
          <a:xfrm>
            <a:off x="2378091" y="6459434"/>
            <a:ext cx="385233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별도 면담을 통해 개선을 유도하였으나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구조적인 관리 방식 변화로 이어지지 않음</a:t>
            </a:r>
          </a:p>
        </p:txBody>
      </p:sp>
      <p:sp>
        <p:nvSpPr>
          <p:cNvPr id="20" name="Action Button: Go Forward or Next 1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B7085144-CB6B-E42D-38F5-753BC0C5534F}"/>
              </a:ext>
            </a:extLst>
          </p:cNvPr>
          <p:cNvSpPr/>
          <p:nvPr/>
        </p:nvSpPr>
        <p:spPr>
          <a:xfrm>
            <a:off x="1530418" y="4746445"/>
            <a:ext cx="207963" cy="117958"/>
          </a:xfrm>
          <a:prstGeom prst="actionButtonForwardNex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BEE6FB0-EC8B-1714-4170-B65638A79743}"/>
              </a:ext>
            </a:extLst>
          </p:cNvPr>
          <p:cNvSpPr txBox="1"/>
          <p:nvPr/>
        </p:nvSpPr>
        <p:spPr>
          <a:xfrm>
            <a:off x="1680244" y="4715565"/>
            <a:ext cx="8723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기사별 전체 현황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F5F048A-DF32-B1E2-0AF1-ED918DD70542}"/>
              </a:ext>
            </a:extLst>
          </p:cNvPr>
          <p:cNvSpPr txBox="1"/>
          <p:nvPr/>
        </p:nvSpPr>
        <p:spPr>
          <a:xfrm>
            <a:off x="7572160" y="1352665"/>
            <a:ext cx="3097249" cy="276999"/>
          </a:xfrm>
          <a:prstGeom prst="rect">
            <a:avLst/>
          </a:prstGeom>
          <a:noFill/>
        </p:spPr>
        <p:txBody>
          <a:bodyPr wrap="none" lIns="72000" rtlCol="0">
            <a:spAutoFit/>
          </a:bodyPr>
          <a:lstStyle/>
          <a:p>
            <a:pPr marL="72000" indent="-72000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기사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인 집중 관리 기간 운영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단계별 리드타임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54D5382-E657-C7B2-5293-C06CBF4F407F}"/>
              </a:ext>
            </a:extLst>
          </p:cNvPr>
          <p:cNvSpPr txBox="1"/>
          <p:nvPr/>
        </p:nvSpPr>
        <p:spPr>
          <a:xfrm>
            <a:off x="7683656" y="1629664"/>
            <a:ext cx="3608680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리드타임 데이터 공유 및 경각심 제고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A: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접수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–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주문 구간 관리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기사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B: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수령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–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시작 구간 관리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초기 대응 지연 시 사유 보고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056C925-8240-2D18-C234-721A11CA6836}"/>
              </a:ext>
            </a:extLst>
          </p:cNvPr>
          <p:cNvSpPr txBox="1"/>
          <p:nvPr/>
        </p:nvSpPr>
        <p:spPr>
          <a:xfrm>
            <a:off x="7572159" y="2173063"/>
            <a:ext cx="2978627" cy="461665"/>
          </a:xfrm>
          <a:prstGeom prst="rect">
            <a:avLst/>
          </a:prstGeom>
          <a:noFill/>
        </p:spPr>
        <p:txBody>
          <a:bodyPr wrap="none" lIns="72000" rtlCol="0">
            <a:spAutoFit/>
          </a:bodyPr>
          <a:lstStyle/>
          <a:p>
            <a:pPr marL="72000" indent="-72000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접수 당일 부품 주문 원칙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b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수령 직전 즉시 고객 일정 확정 체계 구축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E280D5A-0806-536A-A3C7-5B66D08EEF4A}"/>
              </a:ext>
            </a:extLst>
          </p:cNvPr>
          <p:cNvSpPr txBox="1"/>
          <p:nvPr/>
        </p:nvSpPr>
        <p:spPr>
          <a:xfrm>
            <a:off x="7572159" y="2741863"/>
            <a:ext cx="2892065" cy="276999"/>
          </a:xfrm>
          <a:prstGeom prst="rect">
            <a:avLst/>
          </a:prstGeom>
          <a:noFill/>
        </p:spPr>
        <p:txBody>
          <a:bodyPr wrap="none" lIns="72000" rtlCol="0">
            <a:spAutoFit/>
          </a:bodyPr>
          <a:lstStyle/>
          <a:p>
            <a:pPr marL="72000" indent="-72000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심플 실행 룰 적용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스케줄링 관리 역량 개선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01EBDBA-FADA-78B2-209E-527B420E816C}"/>
              </a:ext>
            </a:extLst>
          </p:cNvPr>
          <p:cNvSpPr txBox="1"/>
          <p:nvPr/>
        </p:nvSpPr>
        <p:spPr>
          <a:xfrm>
            <a:off x="7683656" y="3032644"/>
            <a:ext cx="2598788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매일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14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 접수 건 확인 후 부품 주문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매일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16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시 부품 도착 일정 확인 및 고객 연락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/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스케줄링</a:t>
            </a:r>
            <a:endParaRPr lang="en-US" altLang="ko-KR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고객 약속은 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“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최대한 빠른 일정</a:t>
            </a:r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“ </a:t>
            </a:r>
            <a:r>
              <a:rPr lang="ko-KR" altLang="en-US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기준으로 설정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35EEA5A-70BF-D414-F76A-02479ADD358B}"/>
              </a:ext>
            </a:extLst>
          </p:cNvPr>
          <p:cNvSpPr txBox="1"/>
          <p:nvPr/>
        </p:nvSpPr>
        <p:spPr>
          <a:xfrm>
            <a:off x="11341003" y="1352665"/>
            <a:ext cx="4956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5,6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E834AC8-6E44-693A-4A87-9399F1EB4B56}"/>
              </a:ext>
            </a:extLst>
          </p:cNvPr>
          <p:cNvSpPr txBox="1"/>
          <p:nvPr/>
        </p:nvSpPr>
        <p:spPr>
          <a:xfrm>
            <a:off x="11361842" y="2182727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지속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E0E0E30-AB67-7C2A-101D-E99415F77641}"/>
              </a:ext>
            </a:extLst>
          </p:cNvPr>
          <p:cNvSpPr txBox="1"/>
          <p:nvPr/>
        </p:nvSpPr>
        <p:spPr>
          <a:xfrm>
            <a:off x="11361842" y="2744759"/>
            <a:ext cx="453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지속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C0DEAB1-9153-9699-7216-3741B7F7CDA2}"/>
              </a:ext>
            </a:extLst>
          </p:cNvPr>
          <p:cNvSpPr txBox="1"/>
          <p:nvPr/>
        </p:nvSpPr>
        <p:spPr>
          <a:xfrm>
            <a:off x="6551336" y="727588"/>
            <a:ext cx="91723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99% LGC coverage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14DEE6A-72BB-63C4-5DED-60B7A429E900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0EDE121-CB72-DF2B-3BF2-FC1FD5A9251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733135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FAB0EF2-820D-45F5-C5B6-3B20449FE75F}"/>
              </a:ext>
            </a:extLst>
          </p:cNvPr>
          <p:cNvGraphicFramePr>
            <a:graphicFrameLocks noGrp="1"/>
          </p:cNvGraphicFramePr>
          <p:nvPr/>
        </p:nvGraphicFramePr>
        <p:xfrm>
          <a:off x="233396" y="745080"/>
          <a:ext cx="11588992" cy="5203410"/>
        </p:xfrm>
        <a:graphic>
          <a:graphicData uri="http://schemas.openxmlformats.org/drawingml/2006/table">
            <a:tbl>
              <a:tblPr/>
              <a:tblGrid>
                <a:gridCol w="418742">
                  <a:extLst>
                    <a:ext uri="{9D8B030D-6E8A-4147-A177-3AD203B41FA5}">
                      <a16:colId xmlns:a16="http://schemas.microsoft.com/office/drawing/2014/main" val="1304077471"/>
                    </a:ext>
                  </a:extLst>
                </a:gridCol>
                <a:gridCol w="305569">
                  <a:extLst>
                    <a:ext uri="{9D8B030D-6E8A-4147-A177-3AD203B41FA5}">
                      <a16:colId xmlns:a16="http://schemas.microsoft.com/office/drawing/2014/main" val="1647235992"/>
                    </a:ext>
                  </a:extLst>
                </a:gridCol>
                <a:gridCol w="655093">
                  <a:extLst>
                    <a:ext uri="{9D8B030D-6E8A-4147-A177-3AD203B41FA5}">
                      <a16:colId xmlns:a16="http://schemas.microsoft.com/office/drawing/2014/main" val="128766551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268491363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859042865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4096273697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106211648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088481831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455151207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56055766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570545958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465556119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833701898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869854479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799087411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83126057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85403849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207025736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759161875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592362145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918457704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471749994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361896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326515964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351332217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668854733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04983929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242984942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906515056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018460716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049596434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492599301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4091794840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1846691358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2348435841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061401273"/>
                    </a:ext>
                  </a:extLst>
                </a:gridCol>
                <a:gridCol w="300282">
                  <a:extLst>
                    <a:ext uri="{9D8B030D-6E8A-4147-A177-3AD203B41FA5}">
                      <a16:colId xmlns:a16="http://schemas.microsoft.com/office/drawing/2014/main" val="3695808024"/>
                    </a:ext>
                  </a:extLst>
                </a:gridCol>
              </a:tblGrid>
              <a:tr h="16212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 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 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 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202509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202601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202602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202603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202604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2025~2026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0166147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City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Com.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Technician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RTAT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Q'ty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889786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HS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</a:t>
                      </a:r>
                      <a:r>
                        <a:rPr lang="en-US" sz="800" b="0" i="0" u="none" strike="noStrike" err="1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nFittler</a:t>
                      </a:r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648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4803142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*****Sisa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608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804638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*****Kovacs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558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1700297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*****oFulop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97512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*****Eckstein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387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679825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*****Gaszt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1014045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*****nBagi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1174014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*****Toth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57502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MS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*****Toth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767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6772943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*****nBalint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43674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*****Lorincz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704851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*****aBogdan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6184777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*****nBagi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1431258"/>
                  </a:ext>
                </a:extLst>
              </a:tr>
              <a:tr h="168043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Budapest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369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4,532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1597945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HS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*****Sisa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444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791858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*****Kovacs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8254536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*****nFittler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063250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*****Eckstein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3558221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*****oFulop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68817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*****Gaszt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008267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*****nBagi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368512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MS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*****Toth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261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661093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*****aBogdan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231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3337605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*****Lorincz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6682039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*****nBalint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5802510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*****nBagi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5.3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404340"/>
                  </a:ext>
                </a:extLst>
              </a:tr>
              <a:tr h="1680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 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*****Sisa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9948661"/>
                  </a:ext>
                </a:extLst>
              </a:tr>
              <a:tr h="168043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Pest </a:t>
                      </a:r>
                      <a:r>
                        <a:rPr lang="en-US" sz="800" b="1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megye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34" charset="-127"/>
                        <a:ea typeface="맑은 고딕" panose="020B0503020000020004" pitchFamily="34" charset="-127"/>
                      </a:endParaRP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176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183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134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208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180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154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166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159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142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2,639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7292224"/>
                  </a:ext>
                </a:extLst>
              </a:tr>
              <a:tr h="168043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Total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95B3D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525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486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377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392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518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426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480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457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442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410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461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456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2.7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528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2.9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370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3.0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34" charset="-127"/>
                          <a:ea typeface="맑은 고딕" panose="020B0503020000020004" pitchFamily="34" charset="-127"/>
                        </a:rPr>
                        <a:t>7,171</a:t>
                      </a:r>
                    </a:p>
                  </a:txBody>
                  <a:tcPr marL="3851" marR="3851" marT="385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4368918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8C6C94F-373D-ECDC-EF75-165778A86294}"/>
              </a:ext>
            </a:extLst>
          </p:cNvPr>
          <p:cNvSpPr/>
          <p:nvPr/>
        </p:nvSpPr>
        <p:spPr>
          <a:xfrm>
            <a:off x="10620000" y="745080"/>
            <a:ext cx="604800" cy="5043720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DC295E56-6D32-08D8-7C18-1C7D2667FB66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97687BD-08C8-681A-38CD-A22ECC24AD9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3726705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D50E7FB-CE11-4E19-B5E4-7DA3CECB3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754D684-349F-E325-D5FE-B9DC250DAC80}"/>
              </a:ext>
            </a:extLst>
          </p:cNvPr>
          <p:cNvSpPr txBox="1"/>
          <p:nvPr/>
        </p:nvSpPr>
        <p:spPr>
          <a:xfrm>
            <a:off x="161508" y="56642"/>
            <a:ext cx="17123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LGEES) Granada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F07D5B5-457E-E5A4-7E23-CC584CFB40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8947081"/>
              </p:ext>
            </p:extLst>
          </p:nvPr>
        </p:nvGraphicFramePr>
        <p:xfrm>
          <a:off x="258082" y="492102"/>
          <a:ext cx="6838330" cy="3491225"/>
        </p:xfrm>
        <a:graphic>
          <a:graphicData uri="http://schemas.openxmlformats.org/drawingml/2006/table">
            <a:tbl>
              <a:tblPr/>
              <a:tblGrid>
                <a:gridCol w="454588">
                  <a:extLst>
                    <a:ext uri="{9D8B030D-6E8A-4147-A177-3AD203B41FA5}">
                      <a16:colId xmlns:a16="http://schemas.microsoft.com/office/drawing/2014/main" val="3732516439"/>
                    </a:ext>
                  </a:extLst>
                </a:gridCol>
                <a:gridCol w="633975">
                  <a:extLst>
                    <a:ext uri="{9D8B030D-6E8A-4147-A177-3AD203B41FA5}">
                      <a16:colId xmlns:a16="http://schemas.microsoft.com/office/drawing/2014/main" val="988326796"/>
                    </a:ext>
                  </a:extLst>
                </a:gridCol>
                <a:gridCol w="218551">
                  <a:extLst>
                    <a:ext uri="{9D8B030D-6E8A-4147-A177-3AD203B41FA5}">
                      <a16:colId xmlns:a16="http://schemas.microsoft.com/office/drawing/2014/main" val="3849552116"/>
                    </a:ext>
                  </a:extLst>
                </a:gridCol>
                <a:gridCol w="148494">
                  <a:extLst>
                    <a:ext uri="{9D8B030D-6E8A-4147-A177-3AD203B41FA5}">
                      <a16:colId xmlns:a16="http://schemas.microsoft.com/office/drawing/2014/main" val="367290522"/>
                    </a:ext>
                  </a:extLst>
                </a:gridCol>
                <a:gridCol w="415684">
                  <a:extLst>
                    <a:ext uri="{9D8B030D-6E8A-4147-A177-3AD203B41FA5}">
                      <a16:colId xmlns:a16="http://schemas.microsoft.com/office/drawing/2014/main" val="2797402415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3639715919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4101530058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1366361443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1979544030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2855145210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2417807994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466467564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3397085283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3267118552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2511567664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1112400971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2920096011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1687230109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4252330288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2394532113"/>
                    </a:ext>
                  </a:extLst>
                </a:gridCol>
                <a:gridCol w="259802">
                  <a:extLst>
                    <a:ext uri="{9D8B030D-6E8A-4147-A177-3AD203B41FA5}">
                      <a16:colId xmlns:a16="http://schemas.microsoft.com/office/drawing/2014/main" val="554145207"/>
                    </a:ext>
                  </a:extLst>
                </a:gridCol>
                <a:gridCol w="259802">
                  <a:extLst>
                    <a:ext uri="{9D8B030D-6E8A-4147-A177-3AD203B41FA5}">
                      <a16:colId xmlns:a16="http://schemas.microsoft.com/office/drawing/2014/main" val="1964718358"/>
                    </a:ext>
                  </a:extLst>
                </a:gridCol>
                <a:gridCol w="259802">
                  <a:extLst>
                    <a:ext uri="{9D8B030D-6E8A-4147-A177-3AD203B41FA5}">
                      <a16:colId xmlns:a16="http://schemas.microsoft.com/office/drawing/2014/main" val="3469802035"/>
                    </a:ext>
                  </a:extLst>
                </a:gridCol>
                <a:gridCol w="261727">
                  <a:extLst>
                    <a:ext uri="{9D8B030D-6E8A-4147-A177-3AD203B41FA5}">
                      <a16:colId xmlns:a16="http://schemas.microsoft.com/office/drawing/2014/main" val="3984452559"/>
                    </a:ext>
                  </a:extLst>
                </a:gridCol>
              </a:tblGrid>
              <a:tr h="143350"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5635196"/>
                  </a:ext>
                </a:extLst>
              </a:tr>
              <a:tr h="194175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Measures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3828263"/>
                  </a:ext>
                </a:extLst>
              </a:tr>
              <a:tr h="143350">
                <a:tc rowSpan="20"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Granada </a:t>
                      </a:r>
                      <a:endParaRPr lang="ko-KR" altLang="en-US"/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18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ELECTRONICA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WENCESLAO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GRANADA </a:t>
                      </a:r>
                      <a:endParaRPr lang="ko-KR" altLang="en-US"/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458365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6380968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516" marR="6516" marT="6516" marB="0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5458587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9260886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516" marR="6516" marT="6516" marB="0">
                    <a:lnL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419997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801481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8148387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780930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516386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7138632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6516" marR="6516" marT="6516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8350188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9922965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334681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94443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2664191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251282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516" marR="6516" marT="6516" marB="0">
                    <a:lnL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787650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1991035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ELECTRONICA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WENCESLAO Total</a:t>
                      </a:r>
                    </a:p>
                  </a:txBody>
                  <a:tcPr marL="6516" marR="6516" marT="651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4715407"/>
                  </a:ext>
                </a:extLst>
              </a:tr>
              <a:tr h="143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866286"/>
                  </a:ext>
                </a:extLst>
              </a:tr>
              <a:tr h="143350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Granada </a:t>
                      </a:r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Total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308415"/>
                  </a:ext>
                </a:extLst>
              </a:tr>
              <a:tr h="143350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516" marR="6516" marT="651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56909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419DF98-F183-AAC6-1321-33CBC3586FF3}"/>
              </a:ext>
            </a:extLst>
          </p:cNvPr>
          <p:cNvSpPr txBox="1"/>
          <p:nvPr/>
        </p:nvSpPr>
        <p:spPr>
          <a:xfrm>
            <a:off x="7340132" y="1959390"/>
            <a:ext cx="4547214" cy="5464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Need to improve for LTV with Parts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for stable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under 3D RTAT</a:t>
            </a: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Not stable of RTAT with parts for WM since 2026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4FF5B101-086C-8D6F-6CC4-C104116E0F1F}"/>
              </a:ext>
            </a:extLst>
          </p:cNvPr>
          <p:cNvCxnSpPr/>
          <p:nvPr/>
        </p:nvCxnSpPr>
        <p:spPr>
          <a:xfrm>
            <a:off x="7340132" y="2832549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80D6E261-6706-40EB-E304-EBF3CAF13C35}"/>
              </a:ext>
            </a:extLst>
          </p:cNvPr>
          <p:cNvCxnSpPr>
            <a:cxnSpLocks/>
          </p:cNvCxnSpPr>
          <p:nvPr/>
        </p:nvCxnSpPr>
        <p:spPr>
          <a:xfrm>
            <a:off x="11041700" y="2832549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BFE5CED3-7698-49CA-E576-34105D263260}"/>
              </a:ext>
            </a:extLst>
          </p:cNvPr>
          <p:cNvSpPr txBox="1"/>
          <p:nvPr/>
        </p:nvSpPr>
        <p:spPr>
          <a:xfrm>
            <a:off x="7716163" y="2566893"/>
            <a:ext cx="30532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Action plan to achieve the stable RTAT under3D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90B758-1069-8FF1-22CD-BB25DE137695}"/>
              </a:ext>
            </a:extLst>
          </p:cNvPr>
          <p:cNvSpPr txBox="1"/>
          <p:nvPr/>
        </p:nvSpPr>
        <p:spPr>
          <a:xfrm>
            <a:off x="11042467" y="2555550"/>
            <a:ext cx="718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Due date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10" name="Picture 9" descr="A screenshot of a graph&#10;&#10;AI-generated content may be incorrect.">
            <a:extLst>
              <a:ext uri="{FF2B5EF4-FFF2-40B4-BE49-F238E27FC236}">
                <a16:creationId xmlns:a16="http://schemas.microsoft.com/office/drawing/2014/main" id="{8BA90BBF-65F6-2ABD-3F8F-2B693AEA82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232" y="4366412"/>
            <a:ext cx="4496958" cy="1999486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415131" y="2943348"/>
            <a:ext cx="3568600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 Field Service Representative Action with ASC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398402" y="3389252"/>
            <a:ext cx="4253848" cy="547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Pilot FOC Stock Under discussion</a:t>
            </a:r>
          </a:p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WM &amp; TV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Meeting with ASC for increase the Pre-stocking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11035284" y="3508984"/>
            <a:ext cx="804715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W19-W21</a:t>
            </a:r>
          </a:p>
        </p:txBody>
      </p:sp>
      <p:sp>
        <p:nvSpPr>
          <p:cNvPr id="2" name="실행 단추: 뒤로 또는 앞으로 이동 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79DD295E-5868-56D0-D78D-E0C27BAAB333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0903D92-6D7E-7732-7FE2-7E63EE628577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38C584B-8924-5B6C-E1DC-1521C3C95DBD}"/>
              </a:ext>
            </a:extLst>
          </p:cNvPr>
          <p:cNvSpPr txBox="1"/>
          <p:nvPr/>
        </p:nvSpPr>
        <p:spPr>
          <a:xfrm>
            <a:off x="7340132" y="1112932"/>
            <a:ext cx="3903889" cy="574260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FOC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제공 통해 전진 배치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Pilot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추진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 다빈도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종 모듈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11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(44%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수리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Cover)</a:t>
            </a:r>
            <a:endParaRPr lang="ko-KR" altLang="en-US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pic>
        <p:nvPicPr>
          <p:cNvPr id="16" name="Picture 4">
            <a:extLst>
              <a:ext uri="{FF2B5EF4-FFF2-40B4-BE49-F238E27FC236}">
                <a16:creationId xmlns:a16="http://schemas.microsoft.com/office/drawing/2014/main" id="{46F1E265-A4B9-4F6F-501E-992F3E5DEC2F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136"/>
          <a:stretch/>
        </p:blipFill>
        <p:spPr>
          <a:xfrm>
            <a:off x="7403562" y="4473981"/>
            <a:ext cx="3591007" cy="1587498"/>
          </a:xfrm>
          <a:prstGeom prst="rect">
            <a:avLst/>
          </a:prstGeom>
        </p:spPr>
      </p:pic>
      <p:pic>
        <p:nvPicPr>
          <p:cNvPr id="17" name="Picture 4">
            <a:extLst>
              <a:ext uri="{FF2B5EF4-FFF2-40B4-BE49-F238E27FC236}">
                <a16:creationId xmlns:a16="http://schemas.microsoft.com/office/drawing/2014/main" id="{EA3347A7-45BA-6AAD-B38C-1264734222C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89379"/>
          <a:stretch/>
        </p:blipFill>
        <p:spPr>
          <a:xfrm>
            <a:off x="10994569" y="4473981"/>
            <a:ext cx="471639" cy="1587498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F6A2758B-6B51-171B-438A-F52FFC959DC6}"/>
              </a:ext>
            </a:extLst>
          </p:cNvPr>
          <p:cNvSpPr txBox="1"/>
          <p:nvPr/>
        </p:nvSpPr>
        <p:spPr>
          <a:xfrm>
            <a:off x="4788439" y="5992294"/>
            <a:ext cx="6096000" cy="10265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00250" lvl="4" indent="-171450">
              <a:lnSpc>
                <a:spcPct val="130000"/>
              </a:lnSpc>
              <a:buFontTx/>
              <a:buChar char="-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The ASC will use the FOC stock for repair in 1 or 2 days.</a:t>
            </a:r>
          </a:p>
          <a:p>
            <a:pPr marL="2000250" lvl="4" indent="-171450">
              <a:lnSpc>
                <a:spcPct val="130000"/>
              </a:lnSpc>
              <a:buFontTx/>
              <a:buChar char="-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The ASC Order Parts in the same day and replace the stock.</a:t>
            </a:r>
          </a:p>
          <a:p>
            <a:pPr marL="2000250" lvl="4" indent="-171450">
              <a:lnSpc>
                <a:spcPct val="130000"/>
              </a:lnSpc>
              <a:buFontTx/>
              <a:buChar char="-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  <a:sym typeface="Wingdings" panose="05000000000000000000" pitchFamily="2" charset="2"/>
              </a:rPr>
              <a:t>LG Ensure the Stock with a periodic inventories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628650" lvl="1" indent="-171450">
              <a:lnSpc>
                <a:spcPct val="130000"/>
              </a:lnSpc>
              <a:buFontTx/>
              <a:buChar char="-"/>
            </a:pP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8F873B8-63AD-BDB2-B7EA-4470BFA9112E}"/>
              </a:ext>
            </a:extLst>
          </p:cNvPr>
          <p:cNvSpPr txBox="1"/>
          <p:nvPr/>
        </p:nvSpPr>
        <p:spPr>
          <a:xfrm>
            <a:off x="7305253" y="1708440"/>
            <a:ext cx="35108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FOC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stock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사용 → 당일 해당 모듈 주문 후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Stock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대체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(FSR 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정기 실사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9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126221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CFE29D6-FB09-F369-5470-56E61A99FB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A7EB634-BD76-558D-8106-73358375B832}"/>
              </a:ext>
            </a:extLst>
          </p:cNvPr>
          <p:cNvSpPr txBox="1"/>
          <p:nvPr/>
        </p:nvSpPr>
        <p:spPr>
          <a:xfrm>
            <a:off x="161508" y="56642"/>
            <a:ext cx="15536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LGEES) Murcia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7DF2212-8D52-5DC7-4F20-888D4BEB6BE2}"/>
              </a:ext>
            </a:extLst>
          </p:cNvPr>
          <p:cNvGraphicFramePr>
            <a:graphicFrameLocks noGrp="1"/>
          </p:cNvGraphicFramePr>
          <p:nvPr/>
        </p:nvGraphicFramePr>
        <p:xfrm>
          <a:off x="222302" y="489494"/>
          <a:ext cx="6821395" cy="4141653"/>
        </p:xfrm>
        <a:graphic>
          <a:graphicData uri="http://schemas.openxmlformats.org/drawingml/2006/table">
            <a:tbl>
              <a:tblPr/>
              <a:tblGrid>
                <a:gridCol w="254359">
                  <a:extLst>
                    <a:ext uri="{9D8B030D-6E8A-4147-A177-3AD203B41FA5}">
                      <a16:colId xmlns:a16="http://schemas.microsoft.com/office/drawing/2014/main" val="3735852631"/>
                    </a:ext>
                  </a:extLst>
                </a:gridCol>
                <a:gridCol w="795696">
                  <a:extLst>
                    <a:ext uri="{9D8B030D-6E8A-4147-A177-3AD203B41FA5}">
                      <a16:colId xmlns:a16="http://schemas.microsoft.com/office/drawing/2014/main" val="1277568125"/>
                    </a:ext>
                  </a:extLst>
                </a:gridCol>
                <a:gridCol w="243178">
                  <a:extLst>
                    <a:ext uri="{9D8B030D-6E8A-4147-A177-3AD203B41FA5}">
                      <a16:colId xmlns:a16="http://schemas.microsoft.com/office/drawing/2014/main" val="2042617813"/>
                    </a:ext>
                  </a:extLst>
                </a:gridCol>
                <a:gridCol w="167801">
                  <a:extLst>
                    <a:ext uri="{9D8B030D-6E8A-4147-A177-3AD203B41FA5}">
                      <a16:colId xmlns:a16="http://schemas.microsoft.com/office/drawing/2014/main" val="733526083"/>
                    </a:ext>
                  </a:extLst>
                </a:gridCol>
                <a:gridCol w="394897">
                  <a:extLst>
                    <a:ext uri="{9D8B030D-6E8A-4147-A177-3AD203B41FA5}">
                      <a16:colId xmlns:a16="http://schemas.microsoft.com/office/drawing/2014/main" val="745615264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232328431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955086877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096525534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1563813303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573395411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386016482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87643450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404631828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358205823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3225860363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1750769957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796720355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2570305765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3044566505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1405324261"/>
                    </a:ext>
                  </a:extLst>
                </a:gridCol>
                <a:gridCol w="246810">
                  <a:extLst>
                    <a:ext uri="{9D8B030D-6E8A-4147-A177-3AD203B41FA5}">
                      <a16:colId xmlns:a16="http://schemas.microsoft.com/office/drawing/2014/main" val="3563226147"/>
                    </a:ext>
                  </a:extLst>
                </a:gridCol>
                <a:gridCol w="246810">
                  <a:extLst>
                    <a:ext uri="{9D8B030D-6E8A-4147-A177-3AD203B41FA5}">
                      <a16:colId xmlns:a16="http://schemas.microsoft.com/office/drawing/2014/main" val="309633787"/>
                    </a:ext>
                  </a:extLst>
                </a:gridCol>
                <a:gridCol w="246810">
                  <a:extLst>
                    <a:ext uri="{9D8B030D-6E8A-4147-A177-3AD203B41FA5}">
                      <a16:colId xmlns:a16="http://schemas.microsoft.com/office/drawing/2014/main" val="884121161"/>
                    </a:ext>
                  </a:extLst>
                </a:gridCol>
                <a:gridCol w="246810">
                  <a:extLst>
                    <a:ext uri="{9D8B030D-6E8A-4147-A177-3AD203B41FA5}">
                      <a16:colId xmlns:a16="http://schemas.microsoft.com/office/drawing/2014/main" val="1803047279"/>
                    </a:ext>
                  </a:extLst>
                </a:gridCol>
                <a:gridCol w="248639">
                  <a:extLst>
                    <a:ext uri="{9D8B030D-6E8A-4147-A177-3AD203B41FA5}">
                      <a16:colId xmlns:a16="http://schemas.microsoft.com/office/drawing/2014/main" val="3637522761"/>
                    </a:ext>
                  </a:extLst>
                </a:gridCol>
              </a:tblGrid>
              <a:tr h="161106"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26.04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47149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Measures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25598667"/>
                  </a:ext>
                </a:extLst>
              </a:tr>
              <a:tr h="161106">
                <a:tc rowSpan="2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Murcia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KELVIFRIO SL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652216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624363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808568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092559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845224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738985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4807030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7624940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5711006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403821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338839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911960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KELVIFRIO SL Total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1694611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0244554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FCO JOSE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7931493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6362634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875793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7323" marR="7323" marT="732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082327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7323" marR="7323" marT="7323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521460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0418073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</a:t>
                      </a:r>
                      <a:r>
                        <a:rPr lang="en-US" sz="7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</a:t>
                      </a:r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FCO JOSE Total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14118"/>
                  </a:ext>
                </a:extLst>
              </a:tr>
              <a:tr h="1611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7237329"/>
                  </a:ext>
                </a:extLst>
              </a:tr>
              <a:tr h="161106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Murcia Total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2702026"/>
                  </a:ext>
                </a:extLst>
              </a:tr>
              <a:tr h="161106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010472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BC1D3FC0-8B90-9772-AD20-234FA6E6BD23}"/>
              </a:ext>
            </a:extLst>
          </p:cNvPr>
          <p:cNvCxnSpPr/>
          <p:nvPr/>
        </p:nvCxnSpPr>
        <p:spPr>
          <a:xfrm>
            <a:off x="7339877" y="1693909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1ECE8190-96EC-BB34-2CD3-4817BFFAA94F}"/>
              </a:ext>
            </a:extLst>
          </p:cNvPr>
          <p:cNvCxnSpPr>
            <a:cxnSpLocks/>
          </p:cNvCxnSpPr>
          <p:nvPr/>
        </p:nvCxnSpPr>
        <p:spPr>
          <a:xfrm>
            <a:off x="11041445" y="1693909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A8E123C2-B63A-6686-07ED-ACFCADC7707E}"/>
              </a:ext>
            </a:extLst>
          </p:cNvPr>
          <p:cNvSpPr txBox="1"/>
          <p:nvPr/>
        </p:nvSpPr>
        <p:spPr>
          <a:xfrm>
            <a:off x="7715908" y="1428253"/>
            <a:ext cx="30532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Action plan to achieve the stable RTAT under3D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5E12684-22A2-B9F7-A284-AF391B449479}"/>
              </a:ext>
            </a:extLst>
          </p:cNvPr>
          <p:cNvSpPr txBox="1"/>
          <p:nvPr/>
        </p:nvSpPr>
        <p:spPr>
          <a:xfrm>
            <a:off x="11042212" y="1416910"/>
            <a:ext cx="718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Due date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10" name="Picture 9" descr="A screenshot of a graph&#10;&#10;AI-generated content may be incorrect.">
            <a:extLst>
              <a:ext uri="{FF2B5EF4-FFF2-40B4-BE49-F238E27FC236}">
                <a16:creationId xmlns:a16="http://schemas.microsoft.com/office/drawing/2014/main" id="{1BD2FF14-4F97-21FD-6FAD-11BA861362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302" y="4694667"/>
            <a:ext cx="5677692" cy="2106691"/>
          </a:xfrm>
          <a:prstGeom prst="rect">
            <a:avLst/>
          </a:prstGeom>
        </p:spPr>
      </p:pic>
      <p:pic>
        <p:nvPicPr>
          <p:cNvPr id="12" name="Picture 11" descr="A screenshot of a data&#10;&#10;AI-generated content may be incorrect.">
            <a:extLst>
              <a:ext uri="{FF2B5EF4-FFF2-40B4-BE49-F238E27FC236}">
                <a16:creationId xmlns:a16="http://schemas.microsoft.com/office/drawing/2014/main" id="{1F3C5687-79C4-E2EE-A246-5A33AA5B6B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4868492"/>
            <a:ext cx="5873698" cy="175904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420627" y="2040496"/>
            <a:ext cx="3348489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 Field Service Representative Action with ASC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403898" y="2486400"/>
            <a:ext cx="3406911" cy="20128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Pilot FOC Stock Under discussion</a:t>
            </a:r>
          </a:p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WM &amp; TV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Meeting with ASC for increase the Pre-stocking </a:t>
            </a:r>
          </a:p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No issues With </a:t>
            </a: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Kelvifrio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Martinez </a:t>
            </a: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Martinez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MS ASC has the same issues like all MS with Parts in Phase II Area.</a:t>
            </a:r>
          </a:p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Issue without parts in TV is due to Big Inches in April 50% &gt; 55” need 2 technicians.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11040780" y="2606132"/>
            <a:ext cx="804715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W19-W21</a:t>
            </a:r>
          </a:p>
        </p:txBody>
      </p:sp>
      <p:sp>
        <p:nvSpPr>
          <p:cNvPr id="2" name="실행 단추: 뒤로 또는 앞으로 이동 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201D0434-32EC-CB4E-534A-07BAD2BCE0D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D8F05A4-8DC1-0180-8CDD-C18A7E018AA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3533B6-8359-7CC7-157A-A660C70A3DD0}"/>
              </a:ext>
            </a:extLst>
          </p:cNvPr>
          <p:cNvSpPr txBox="1"/>
          <p:nvPr/>
        </p:nvSpPr>
        <p:spPr>
          <a:xfrm>
            <a:off x="7339877" y="802327"/>
            <a:ext cx="3905493" cy="338169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FOC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제공 통해 전진 배치 검토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공통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17124194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2AB6EAB-4FA4-A0C2-1375-888F86D0BE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F3F5E1A-2062-E211-1B91-C39F4A31C232}"/>
              </a:ext>
            </a:extLst>
          </p:cNvPr>
          <p:cNvSpPr txBox="1"/>
          <p:nvPr/>
        </p:nvSpPr>
        <p:spPr>
          <a:xfrm>
            <a:off x="117964" y="22670"/>
            <a:ext cx="15856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LGEES) Malaga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40215D-BD86-0998-3822-506C337DF4D6}"/>
              </a:ext>
            </a:extLst>
          </p:cNvPr>
          <p:cNvGraphicFramePr>
            <a:graphicFrameLocks noGrp="1"/>
          </p:cNvGraphicFramePr>
          <p:nvPr/>
        </p:nvGraphicFramePr>
        <p:xfrm>
          <a:off x="117964" y="355007"/>
          <a:ext cx="7331965" cy="4183428"/>
        </p:xfrm>
        <a:graphic>
          <a:graphicData uri="http://schemas.openxmlformats.org/drawingml/2006/table">
            <a:tbl>
              <a:tblPr/>
              <a:tblGrid>
                <a:gridCol w="411353">
                  <a:extLst>
                    <a:ext uri="{9D8B030D-6E8A-4147-A177-3AD203B41FA5}">
                      <a16:colId xmlns:a16="http://schemas.microsoft.com/office/drawing/2014/main" val="501070848"/>
                    </a:ext>
                  </a:extLst>
                </a:gridCol>
                <a:gridCol w="719866">
                  <a:extLst>
                    <a:ext uri="{9D8B030D-6E8A-4147-A177-3AD203B41FA5}">
                      <a16:colId xmlns:a16="http://schemas.microsoft.com/office/drawing/2014/main" val="1373751678"/>
                    </a:ext>
                  </a:extLst>
                </a:gridCol>
                <a:gridCol w="411353">
                  <a:extLst>
                    <a:ext uri="{9D8B030D-6E8A-4147-A177-3AD203B41FA5}">
                      <a16:colId xmlns:a16="http://schemas.microsoft.com/office/drawing/2014/main" val="3578009403"/>
                    </a:ext>
                  </a:extLst>
                </a:gridCol>
                <a:gridCol w="205676">
                  <a:extLst>
                    <a:ext uri="{9D8B030D-6E8A-4147-A177-3AD203B41FA5}">
                      <a16:colId xmlns:a16="http://schemas.microsoft.com/office/drawing/2014/main" val="1125081757"/>
                    </a:ext>
                  </a:extLst>
                </a:gridCol>
                <a:gridCol w="411353">
                  <a:extLst>
                    <a:ext uri="{9D8B030D-6E8A-4147-A177-3AD203B41FA5}">
                      <a16:colId xmlns:a16="http://schemas.microsoft.com/office/drawing/2014/main" val="3160532005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792054936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4137678129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606141937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1388051133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1571957689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660964534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350635126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3945388013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729265182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540187517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146095862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1077629243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528703158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3236429871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752224438"/>
                    </a:ext>
                  </a:extLst>
                </a:gridCol>
                <a:gridCol w="257095">
                  <a:extLst>
                    <a:ext uri="{9D8B030D-6E8A-4147-A177-3AD203B41FA5}">
                      <a16:colId xmlns:a16="http://schemas.microsoft.com/office/drawing/2014/main" val="1127240511"/>
                    </a:ext>
                  </a:extLst>
                </a:gridCol>
                <a:gridCol w="257095">
                  <a:extLst>
                    <a:ext uri="{9D8B030D-6E8A-4147-A177-3AD203B41FA5}">
                      <a16:colId xmlns:a16="http://schemas.microsoft.com/office/drawing/2014/main" val="170311826"/>
                    </a:ext>
                  </a:extLst>
                </a:gridCol>
                <a:gridCol w="257095">
                  <a:extLst>
                    <a:ext uri="{9D8B030D-6E8A-4147-A177-3AD203B41FA5}">
                      <a16:colId xmlns:a16="http://schemas.microsoft.com/office/drawing/2014/main" val="1529313481"/>
                    </a:ext>
                  </a:extLst>
                </a:gridCol>
                <a:gridCol w="257095">
                  <a:extLst>
                    <a:ext uri="{9D8B030D-6E8A-4147-A177-3AD203B41FA5}">
                      <a16:colId xmlns:a16="http://schemas.microsoft.com/office/drawing/2014/main" val="2089789582"/>
                    </a:ext>
                  </a:extLst>
                </a:gridCol>
                <a:gridCol w="258999">
                  <a:extLst>
                    <a:ext uri="{9D8B030D-6E8A-4147-A177-3AD203B41FA5}">
                      <a16:colId xmlns:a16="http://schemas.microsoft.com/office/drawing/2014/main" val="261474670"/>
                    </a:ext>
                  </a:extLst>
                </a:gridCol>
              </a:tblGrid>
              <a:tr h="140325"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6516" marR="6516" marT="651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7323" marR="7323" marT="732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638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Measures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7323" marR="7323" marT="732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36329898"/>
                  </a:ext>
                </a:extLst>
              </a:tr>
              <a:tr h="140325">
                <a:tc rowSpan="2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Malaga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CENTRO DE REPARACIONES (MALAGA)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2844665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916255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959189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48923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9729360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755924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0177349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197521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3902685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3066495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 Total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786620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4802074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468153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3886373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7323583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6920704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6102435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5795200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1923029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6407973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173800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518656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378" marR="6378" marT="6378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734927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4757150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CENTRO DE REPARACIONES (MALAGA) Total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652809"/>
                  </a:ext>
                </a:extLst>
              </a:tr>
              <a:tr h="140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868513"/>
                  </a:ext>
                </a:extLst>
              </a:tr>
              <a:tr h="140325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Malaga Total</a:t>
                      </a:r>
                    </a:p>
                  </a:txBody>
                  <a:tcPr marL="6378" marR="6378" marT="6378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336239"/>
                  </a:ext>
                </a:extLst>
              </a:tr>
              <a:tr h="140325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378" marR="6378" marT="6378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4065651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8F71BED-0813-B6A0-7E4D-4B0EF3C6A65C}"/>
              </a:ext>
            </a:extLst>
          </p:cNvPr>
          <p:cNvCxnSpPr>
            <a:cxnSpLocks/>
          </p:cNvCxnSpPr>
          <p:nvPr/>
        </p:nvCxnSpPr>
        <p:spPr>
          <a:xfrm>
            <a:off x="7535409" y="1878432"/>
            <a:ext cx="254184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D6F8971E-85CE-2070-56A8-F7E7509DFC39}"/>
              </a:ext>
            </a:extLst>
          </p:cNvPr>
          <p:cNvCxnSpPr>
            <a:cxnSpLocks/>
          </p:cNvCxnSpPr>
          <p:nvPr/>
        </p:nvCxnSpPr>
        <p:spPr>
          <a:xfrm>
            <a:off x="10667295" y="1946317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6B88840-0908-4F46-EF51-150C22CA1AC2}"/>
              </a:ext>
            </a:extLst>
          </p:cNvPr>
          <p:cNvSpPr txBox="1"/>
          <p:nvPr/>
        </p:nvSpPr>
        <p:spPr>
          <a:xfrm>
            <a:off x="7534641" y="1612776"/>
            <a:ext cx="31647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Action plan to achieve the stable RTAT under3D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AE72851-9474-66DD-FE4F-F54F3D6067C6}"/>
              </a:ext>
            </a:extLst>
          </p:cNvPr>
          <p:cNvSpPr txBox="1"/>
          <p:nvPr/>
        </p:nvSpPr>
        <p:spPr>
          <a:xfrm>
            <a:off x="10667295" y="1669318"/>
            <a:ext cx="718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Due date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10" name="Picture 9" descr="A screenshot of a computer&#10;&#10;AI-generated content may be incorrect.">
            <a:extLst>
              <a:ext uri="{FF2B5EF4-FFF2-40B4-BE49-F238E27FC236}">
                <a16:creationId xmlns:a16="http://schemas.microsoft.com/office/drawing/2014/main" id="{0196CA37-76C0-7F0E-5677-11D8CA67A30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335" y="4753367"/>
            <a:ext cx="5696243" cy="2081963"/>
          </a:xfrm>
          <a:prstGeom prst="rect">
            <a:avLst/>
          </a:prstGeom>
        </p:spPr>
      </p:pic>
      <p:pic>
        <p:nvPicPr>
          <p:cNvPr id="12" name="Picture 11" descr="A screenshot of a computer&#10;&#10;AI-generated content may be incorrect.">
            <a:extLst>
              <a:ext uri="{FF2B5EF4-FFF2-40B4-BE49-F238E27FC236}">
                <a16:creationId xmlns:a16="http://schemas.microsoft.com/office/drawing/2014/main" id="{B8628312-7DCF-1EA3-314A-03B82AAB38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32027" y="1970404"/>
            <a:ext cx="2543530" cy="952633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8A70B202-3915-5711-1D96-45BBF32A21C1}"/>
              </a:ext>
            </a:extLst>
          </p:cNvPr>
          <p:cNvSpPr txBox="1"/>
          <p:nvPr/>
        </p:nvSpPr>
        <p:spPr>
          <a:xfrm>
            <a:off x="7661504" y="3008760"/>
            <a:ext cx="3365024" cy="25468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1º Manin Issues PD Process (Big Dealer is </a:t>
            </a: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centrali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</a:p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GB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High impact due to PD Process (MN &amp; PC)</a:t>
            </a:r>
            <a:r>
              <a:rPr kumimoji="0" lang="en-GB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+mn-ea"/>
                <a:cs typeface="+mn-cs"/>
                <a:sym typeface="Wingdings" panose="05000000000000000000" pitchFamily="2" charset="2"/>
              </a:rPr>
              <a:t> (1)</a:t>
            </a:r>
          </a:p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kumimoji="0" lang="en-GB" altLang="ko-KR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Arial" panose="020B0604020202020204" pitchFamily="34" charset="0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ko-KR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Arial" panose="020B0604020202020204" pitchFamily="34" charset="0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Action Done</a:t>
            </a:r>
            <a:r>
              <a:rPr kumimoji="0" lang="en-GB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: </a:t>
            </a:r>
            <a:endParaRPr kumimoji="0" lang="en-GB" altLang="ko-KR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Arial" panose="020B0604020202020204" pitchFamily="34" charset="0"/>
              <a:sym typeface="Wingdings" panose="05000000000000000000" pitchFamily="2" charset="2"/>
            </a:endParaRPr>
          </a:p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GB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Moving PC repairs to LG Laptop DSC in Madrid.</a:t>
            </a:r>
          </a:p>
          <a:p>
            <a:pPr marL="171450" marR="0" lvl="0" indent="-17145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GB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Change the process for MN (Do CD vs PD)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(Product not belong End user, product centralized is for Re-Sales)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ko-KR" sz="7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Result</a:t>
            </a: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: </a:t>
            </a:r>
            <a:endParaRPr kumimoji="0" lang="en-GB" altLang="ko-KR" sz="10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Arial" panose="020B0604020202020204" pitchFamily="34" charset="0"/>
              <a:sym typeface="Wingdings" panose="05000000000000000000" pitchFamily="2" charset="2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+mn-ea"/>
                <a:cs typeface="+mn-cs"/>
              </a:rPr>
              <a:t>Due to a member of the Validation Team leaving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+mn-ea"/>
                <a:cs typeface="+mn-cs"/>
              </a:rPr>
              <a:t>the company last month, we have experienced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+mn-ea"/>
                <a:cs typeface="+mn-cs"/>
              </a:rPr>
              <a:t>a slight delay in closing repair,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+mn-ea"/>
                <a:cs typeface="+mn-cs"/>
              </a:rPr>
              <a:t>We change the process last 13/4/2026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+mn-ea"/>
                <a:cs typeface="+mn-cs"/>
              </a:rPr>
              <a:t>(CS Data Mart show previous info)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0DD36BE-95B9-56D2-46D2-D870E430483D}"/>
              </a:ext>
            </a:extLst>
          </p:cNvPr>
          <p:cNvSpPr txBox="1"/>
          <p:nvPr/>
        </p:nvSpPr>
        <p:spPr>
          <a:xfrm>
            <a:off x="7931554" y="3429000"/>
            <a:ext cx="3870805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+mn-ea"/>
                <a:cs typeface="+mn-cs"/>
                <a:sym typeface="Wingdings" panose="05000000000000000000" pitchFamily="2" charset="2"/>
              </a:rPr>
              <a:t>(1) Due to centralization MN repair by one big dealer in Malaga Zip Code 29590</a:t>
            </a:r>
          </a:p>
        </p:txBody>
      </p:sp>
      <p:pic>
        <p:nvPicPr>
          <p:cNvPr id="22" name="Picture 21" descr="A screenshot of a computer&#10;&#10;AI-generated content may be incorrect.">
            <a:extLst>
              <a:ext uri="{FF2B5EF4-FFF2-40B4-BE49-F238E27FC236}">
                <a16:creationId xmlns:a16="http://schemas.microsoft.com/office/drawing/2014/main" id="{69D2D969-DB06-2CB2-47C7-23A926AD461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1440" y="5641334"/>
            <a:ext cx="1609936" cy="1086707"/>
          </a:xfrm>
          <a:prstGeom prst="rect">
            <a:avLst/>
          </a:prstGeom>
        </p:spPr>
      </p:pic>
      <p:pic>
        <p:nvPicPr>
          <p:cNvPr id="24" name="Picture 23" descr="A screenshot of a computer&#10;&#10;AI-generated content may be incorrect.">
            <a:extLst>
              <a:ext uri="{FF2B5EF4-FFF2-40B4-BE49-F238E27FC236}">
                <a16:creationId xmlns:a16="http://schemas.microsoft.com/office/drawing/2014/main" id="{9974F255-E66E-5B8E-57C4-23FF7876AA3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67668" y="5485808"/>
            <a:ext cx="1069309" cy="1242233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BE532A94-CE07-8B91-9920-A29188682541}"/>
              </a:ext>
            </a:extLst>
          </p:cNvPr>
          <p:cNvSpPr txBox="1"/>
          <p:nvPr/>
        </p:nvSpPr>
        <p:spPr>
          <a:xfrm>
            <a:off x="10392345" y="1964155"/>
            <a:ext cx="1919115" cy="1046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Improve actions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Done, searching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new Validation PIC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t>General Issue</a:t>
            </a: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t>TV in 3D Fase 2 project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t>(Needs to develop a new strategy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7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맑은 고딕" panose="02110004020202020204"/>
                <a:ea typeface="맑은 고딕" panose="020B0503020000020004" pitchFamily="50" charset="-127"/>
                <a:cs typeface="+mn-cs"/>
              </a:rPr>
              <a:t>for all ASC) (FOC Stock??)</a:t>
            </a:r>
            <a:r>
              <a:rPr kumimoji="0" lang="en-GB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" name="실행 단추: 뒤로 또는 앞으로 이동 1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938CF5E1-28DA-9299-0A7D-756920FECB8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7F4BDEE-AF57-FDEE-3685-008BCADEEF2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E6B4978-82D0-2F37-A660-D7365054EE11}"/>
              </a:ext>
            </a:extLst>
          </p:cNvPr>
          <p:cNvSpPr txBox="1"/>
          <p:nvPr/>
        </p:nvSpPr>
        <p:spPr>
          <a:xfrm>
            <a:off x="7568629" y="856202"/>
            <a:ext cx="4224233" cy="615168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모니터 서비스 프로세스 및 업체 변경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딜러 이용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PD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CD)</a:t>
            </a:r>
          </a:p>
          <a:p>
            <a:pPr>
              <a:lnSpc>
                <a:spcPct val="15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Capa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확보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FOC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통한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 배치 검토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(Pilot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이후 적용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963962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0A8AC4A-5DD8-C947-8B76-0F4E0D17E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F87B3CEB-2436-64FC-A126-661F915A5216}"/>
              </a:ext>
            </a:extLst>
          </p:cNvPr>
          <p:cNvSpPr txBox="1"/>
          <p:nvPr/>
        </p:nvSpPr>
        <p:spPr>
          <a:xfrm>
            <a:off x="161508" y="349250"/>
            <a:ext cx="18096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LGEES) </a:t>
            </a:r>
            <a:r>
              <a:rPr kumimoji="0" lang="en-US" altLang="ko-KR" sz="18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Austurias</a:t>
            </a:r>
            <a:endParaRPr kumimoji="0" lang="en-US" altLang="ko-KR" sz="1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94E86FB-BD66-E16F-719D-F1862AF949FE}"/>
              </a:ext>
            </a:extLst>
          </p:cNvPr>
          <p:cNvGraphicFramePr>
            <a:graphicFrameLocks noGrp="1"/>
          </p:cNvGraphicFramePr>
          <p:nvPr/>
        </p:nvGraphicFramePr>
        <p:xfrm>
          <a:off x="268856" y="974494"/>
          <a:ext cx="7412139" cy="3615897"/>
        </p:xfrm>
        <a:graphic>
          <a:graphicData uri="http://schemas.openxmlformats.org/drawingml/2006/table">
            <a:tbl>
              <a:tblPr/>
              <a:tblGrid>
                <a:gridCol w="297976">
                  <a:extLst>
                    <a:ext uri="{9D8B030D-6E8A-4147-A177-3AD203B41FA5}">
                      <a16:colId xmlns:a16="http://schemas.microsoft.com/office/drawing/2014/main" val="3240273976"/>
                    </a:ext>
                  </a:extLst>
                </a:gridCol>
                <a:gridCol w="756764">
                  <a:extLst>
                    <a:ext uri="{9D8B030D-6E8A-4147-A177-3AD203B41FA5}">
                      <a16:colId xmlns:a16="http://schemas.microsoft.com/office/drawing/2014/main" val="2496896205"/>
                    </a:ext>
                  </a:extLst>
                </a:gridCol>
                <a:gridCol w="206375">
                  <a:extLst>
                    <a:ext uri="{9D8B030D-6E8A-4147-A177-3AD203B41FA5}">
                      <a16:colId xmlns:a16="http://schemas.microsoft.com/office/drawing/2014/main" val="2804568762"/>
                    </a:ext>
                  </a:extLst>
                </a:gridCol>
                <a:gridCol w="167801">
                  <a:extLst>
                    <a:ext uri="{9D8B030D-6E8A-4147-A177-3AD203B41FA5}">
                      <a16:colId xmlns:a16="http://schemas.microsoft.com/office/drawing/2014/main" val="716955084"/>
                    </a:ext>
                  </a:extLst>
                </a:gridCol>
                <a:gridCol w="440783">
                  <a:extLst>
                    <a:ext uri="{9D8B030D-6E8A-4147-A177-3AD203B41FA5}">
                      <a16:colId xmlns:a16="http://schemas.microsoft.com/office/drawing/2014/main" val="3985453133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249636853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330833428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128850468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287488212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3284572938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572352082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4294265200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3281291997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886186969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3980961175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572403706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467797787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633237858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253404680"/>
                    </a:ext>
                  </a:extLst>
                </a:gridCol>
                <a:gridCol w="275490">
                  <a:extLst>
                    <a:ext uri="{9D8B030D-6E8A-4147-A177-3AD203B41FA5}">
                      <a16:colId xmlns:a16="http://schemas.microsoft.com/office/drawing/2014/main" val="762440553"/>
                    </a:ext>
                  </a:extLst>
                </a:gridCol>
                <a:gridCol w="275490">
                  <a:extLst>
                    <a:ext uri="{9D8B030D-6E8A-4147-A177-3AD203B41FA5}">
                      <a16:colId xmlns:a16="http://schemas.microsoft.com/office/drawing/2014/main" val="2534415784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249334859"/>
                    </a:ext>
                  </a:extLst>
                </a:gridCol>
                <a:gridCol w="275490">
                  <a:extLst>
                    <a:ext uri="{9D8B030D-6E8A-4147-A177-3AD203B41FA5}">
                      <a16:colId xmlns:a16="http://schemas.microsoft.com/office/drawing/2014/main" val="4015026030"/>
                    </a:ext>
                  </a:extLst>
                </a:gridCol>
                <a:gridCol w="275490">
                  <a:extLst>
                    <a:ext uri="{9D8B030D-6E8A-4147-A177-3AD203B41FA5}">
                      <a16:colId xmlns:a16="http://schemas.microsoft.com/office/drawing/2014/main" val="2305221284"/>
                    </a:ext>
                  </a:extLst>
                </a:gridCol>
                <a:gridCol w="277530">
                  <a:extLst>
                    <a:ext uri="{9D8B030D-6E8A-4147-A177-3AD203B41FA5}">
                      <a16:colId xmlns:a16="http://schemas.microsoft.com/office/drawing/2014/main" val="1709350027"/>
                    </a:ext>
                  </a:extLst>
                </a:gridCol>
              </a:tblGrid>
              <a:tr h="84340"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26.02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26.04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26.04</a:t>
                      </a:r>
                    </a:p>
                  </a:txBody>
                  <a:tcPr marL="7724" marR="7724" marT="7724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3419654"/>
                  </a:ext>
                </a:extLst>
              </a:tr>
              <a:tr h="11770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Measures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W11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W12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7724" marR="7724" marT="7724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0013662"/>
                  </a:ext>
                </a:extLst>
              </a:tr>
              <a:tr h="83152">
                <a:tc rowSpan="2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Asturias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MIGUEL ANGEL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ALVAREZ DE PABLO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3731014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314934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2159308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483727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51988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3756463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245201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8797151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9292670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272870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74625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1133636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MIGUEL ANGEL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ALVAREZ DE PABLO Total</a:t>
                      </a:r>
                    </a:p>
                  </a:txBody>
                  <a:tcPr marL="6113" marR="6113" marT="6113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2683930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4888845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TECNOGRUP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SERVICIOS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ELECTRONICOS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113" marR="6113" marT="611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2942649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88477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288221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544694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113" marR="6113" marT="611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521912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9836462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</a:t>
                      </a:r>
                    </a:p>
                  </a:txBody>
                  <a:tcPr marL="6113" marR="6113" marT="611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8709098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361231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044266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930010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MNT Total</a:t>
                      </a:r>
                    </a:p>
                  </a:txBody>
                  <a:tcPr marL="6113" marR="6113" marT="611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950640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653589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TECNOGRUP SERVICIOS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ELECTRONICOS Total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4361866"/>
                  </a:ext>
                </a:extLst>
              </a:tr>
              <a:tr h="83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8475503"/>
                  </a:ext>
                </a:extLst>
              </a:tr>
              <a:tr h="83152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Asturias Total</a:t>
                      </a:r>
                    </a:p>
                  </a:txBody>
                  <a:tcPr marL="6113" marR="6113" marT="611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4402058"/>
                  </a:ext>
                </a:extLst>
              </a:tr>
              <a:tr h="83152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113" marR="6113" marT="611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512751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9C96904B-B78F-8FE7-5364-31602A062CD4}"/>
              </a:ext>
            </a:extLst>
          </p:cNvPr>
          <p:cNvSpPr txBox="1"/>
          <p:nvPr/>
        </p:nvSpPr>
        <p:spPr>
          <a:xfrm>
            <a:off x="7721073" y="2054483"/>
            <a:ext cx="4350890" cy="9865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Stable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under 3D RTAT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for WM/REF products </a:t>
            </a: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Need to </a:t>
            </a: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to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improve for LTV with Parts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for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stable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under 3D RTAT </a:t>
            </a: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(ASC : </a:t>
            </a:r>
            <a:r>
              <a:rPr kumimoji="0" lang="en-US" altLang="ko-KR" sz="10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Tecnogrup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Minimize the long RTAT of MNT 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(ASC : </a:t>
            </a:r>
            <a:r>
              <a:rPr kumimoji="0" lang="en-US" altLang="ko-KR" sz="10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Tecnogrup</a:t>
            </a: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  <a:endParaRPr kumimoji="0" lang="en-US" altLang="ko-KR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698C505-5E0D-DFD3-CCAC-EF1C70FE2A11}"/>
              </a:ext>
            </a:extLst>
          </p:cNvPr>
          <p:cNvCxnSpPr/>
          <p:nvPr/>
        </p:nvCxnSpPr>
        <p:spPr>
          <a:xfrm>
            <a:off x="7754679" y="3354741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90E0B2C6-4ABC-8842-0116-F554E02E707F}"/>
              </a:ext>
            </a:extLst>
          </p:cNvPr>
          <p:cNvCxnSpPr>
            <a:cxnSpLocks/>
          </p:cNvCxnSpPr>
          <p:nvPr/>
        </p:nvCxnSpPr>
        <p:spPr>
          <a:xfrm>
            <a:off x="11456247" y="3354741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3CDB922E-7C97-9EC7-B3BE-46B13C528364}"/>
              </a:ext>
            </a:extLst>
          </p:cNvPr>
          <p:cNvSpPr txBox="1"/>
          <p:nvPr/>
        </p:nvSpPr>
        <p:spPr>
          <a:xfrm>
            <a:off x="8130710" y="3089085"/>
            <a:ext cx="30532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Action plan to achieve the stable RTAT under3D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FE7DAE4-923B-5F02-3F23-185FC7F5736B}"/>
              </a:ext>
            </a:extLst>
          </p:cNvPr>
          <p:cNvSpPr txBox="1"/>
          <p:nvPr/>
        </p:nvSpPr>
        <p:spPr>
          <a:xfrm>
            <a:off x="11457014" y="3077742"/>
            <a:ext cx="718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Due date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3" name="Picture 2" descr="A screenshot of a data&#10;&#10;AI-generated content may be incorrect.">
            <a:extLst>
              <a:ext uri="{FF2B5EF4-FFF2-40B4-BE49-F238E27FC236}">
                <a16:creationId xmlns:a16="http://schemas.microsoft.com/office/drawing/2014/main" id="{D4922954-479E-62F4-8593-F572BDEAB3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856" y="4851751"/>
            <a:ext cx="4961512" cy="2006249"/>
          </a:xfrm>
          <a:prstGeom prst="rect">
            <a:avLst/>
          </a:prstGeom>
        </p:spPr>
      </p:pic>
      <p:pic>
        <p:nvPicPr>
          <p:cNvPr id="12" name="Picture 11" descr="A screenshot of a data&#10;&#10;AI-generated content may be incorrect.">
            <a:extLst>
              <a:ext uri="{FF2B5EF4-FFF2-40B4-BE49-F238E27FC236}">
                <a16:creationId xmlns:a16="http://schemas.microsoft.com/office/drawing/2014/main" id="{7696799D-A7D0-4C7D-1161-4626BB570FE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98590" y="5002320"/>
            <a:ext cx="6658904" cy="1762371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750403" y="3774455"/>
            <a:ext cx="3636882" cy="8125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Meeting with </a:t>
            </a:r>
            <a:r>
              <a:rPr kumimoji="0" lang="en-US" altLang="ko-KR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Tecnogrup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for increase the </a:t>
            </a: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Pre-stocking </a:t>
            </a:r>
          </a:p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 Need explanation About Non Parts Claims by ASC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11387285" y="3812062"/>
            <a:ext cx="804715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W19-W21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784544" y="3409741"/>
            <a:ext cx="3568600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 Field Service Representative Action with ASC</a:t>
            </a:r>
          </a:p>
        </p:txBody>
      </p:sp>
      <p:sp>
        <p:nvSpPr>
          <p:cNvPr id="2" name="실행 단추: 뒤로 또는 앞으로 이동 1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A242472-4EE2-257C-0397-541DE6BA43F9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6DFF98C-4FAF-6ADC-7CCB-C56E9C9D381F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3ECA9BA-C043-4600-15B4-DD8776FD4038}"/>
              </a:ext>
            </a:extLst>
          </p:cNvPr>
          <p:cNvSpPr txBox="1"/>
          <p:nvPr/>
        </p:nvSpPr>
        <p:spPr>
          <a:xfrm>
            <a:off x="7784544" y="945287"/>
            <a:ext cx="3512500" cy="338169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FOC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통한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 배치 검토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(Pilot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이후 적용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534294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452032C-6DF6-466F-F69D-EFDADD8805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7E1C33AD-F819-1FC8-ED21-A781F915BF69}"/>
              </a:ext>
            </a:extLst>
          </p:cNvPr>
          <p:cNvSpPr txBox="1"/>
          <p:nvPr/>
        </p:nvSpPr>
        <p:spPr>
          <a:xfrm>
            <a:off x="161508" y="349250"/>
            <a:ext cx="167340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LGEES) Alicante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9C5341-7F9A-CDEF-6199-3897DCF8C3D1}"/>
              </a:ext>
            </a:extLst>
          </p:cNvPr>
          <p:cNvGraphicFramePr>
            <a:graphicFrameLocks noGrp="1"/>
          </p:cNvGraphicFramePr>
          <p:nvPr/>
        </p:nvGraphicFramePr>
        <p:xfrm>
          <a:off x="268857" y="795409"/>
          <a:ext cx="7211892" cy="2749275"/>
        </p:xfrm>
        <a:graphic>
          <a:graphicData uri="http://schemas.openxmlformats.org/drawingml/2006/table">
            <a:tbl>
              <a:tblPr/>
              <a:tblGrid>
                <a:gridCol w="274164">
                  <a:extLst>
                    <a:ext uri="{9D8B030D-6E8A-4147-A177-3AD203B41FA5}">
                      <a16:colId xmlns:a16="http://schemas.microsoft.com/office/drawing/2014/main" val="4099789141"/>
                    </a:ext>
                  </a:extLst>
                </a:gridCol>
                <a:gridCol w="526392">
                  <a:extLst>
                    <a:ext uri="{9D8B030D-6E8A-4147-A177-3AD203B41FA5}">
                      <a16:colId xmlns:a16="http://schemas.microsoft.com/office/drawing/2014/main" val="3338831786"/>
                    </a:ext>
                  </a:extLst>
                </a:gridCol>
                <a:gridCol w="202524">
                  <a:extLst>
                    <a:ext uri="{9D8B030D-6E8A-4147-A177-3AD203B41FA5}">
                      <a16:colId xmlns:a16="http://schemas.microsoft.com/office/drawing/2014/main" val="1447362541"/>
                    </a:ext>
                  </a:extLst>
                </a:gridCol>
                <a:gridCol w="248350">
                  <a:extLst>
                    <a:ext uri="{9D8B030D-6E8A-4147-A177-3AD203B41FA5}">
                      <a16:colId xmlns:a16="http://schemas.microsoft.com/office/drawing/2014/main" val="3599963090"/>
                    </a:ext>
                  </a:extLst>
                </a:gridCol>
                <a:gridCol w="208446">
                  <a:extLst>
                    <a:ext uri="{9D8B030D-6E8A-4147-A177-3AD203B41FA5}">
                      <a16:colId xmlns:a16="http://schemas.microsoft.com/office/drawing/2014/main" val="116721137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084557235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204675414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819410610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1304705115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850213504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043472005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878023506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877939463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446088738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055473192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76249910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3575905398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1699337499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1379334033"/>
                    </a:ext>
                  </a:extLst>
                </a:gridCol>
                <a:gridCol w="285908">
                  <a:extLst>
                    <a:ext uri="{9D8B030D-6E8A-4147-A177-3AD203B41FA5}">
                      <a16:colId xmlns:a16="http://schemas.microsoft.com/office/drawing/2014/main" val="4155239110"/>
                    </a:ext>
                  </a:extLst>
                </a:gridCol>
                <a:gridCol w="285908">
                  <a:extLst>
                    <a:ext uri="{9D8B030D-6E8A-4147-A177-3AD203B41FA5}">
                      <a16:colId xmlns:a16="http://schemas.microsoft.com/office/drawing/2014/main" val="2899130948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894036064"/>
                    </a:ext>
                  </a:extLst>
                </a:gridCol>
                <a:gridCol w="285908">
                  <a:extLst>
                    <a:ext uri="{9D8B030D-6E8A-4147-A177-3AD203B41FA5}">
                      <a16:colId xmlns:a16="http://schemas.microsoft.com/office/drawing/2014/main" val="879291602"/>
                    </a:ext>
                  </a:extLst>
                </a:gridCol>
                <a:gridCol w="285908">
                  <a:extLst>
                    <a:ext uri="{9D8B030D-6E8A-4147-A177-3AD203B41FA5}">
                      <a16:colId xmlns:a16="http://schemas.microsoft.com/office/drawing/2014/main" val="2853106296"/>
                    </a:ext>
                  </a:extLst>
                </a:gridCol>
                <a:gridCol w="288024">
                  <a:extLst>
                    <a:ext uri="{9D8B030D-6E8A-4147-A177-3AD203B41FA5}">
                      <a16:colId xmlns:a16="http://schemas.microsoft.com/office/drawing/2014/main" val="2298122247"/>
                    </a:ext>
                  </a:extLst>
                </a:gridCol>
              </a:tblGrid>
              <a:tr h="9721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26.02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26.03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26.04</a:t>
                      </a:r>
                    </a:p>
                    <a:p>
                      <a:pPr marL="0" algn="ctr" defTabSz="914400" rtl="0" eaLnBrk="1" fontAlgn="ctr" latinLnBrk="1" hangingPunct="1"/>
                      <a:endParaRPr 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52152"/>
                  </a:ext>
                </a:extLst>
              </a:tr>
              <a:tr h="11798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310168"/>
                  </a:ext>
                </a:extLst>
              </a:tr>
              <a:tr h="97218">
                <a:tc rowSpan="2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Alicante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REPARAELEC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SL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Cooking Total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6293429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6091114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7296991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9640518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724" marR="7724" marT="7724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815781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1091783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66092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088722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865172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2941616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941706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132709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7724" marR="7724" marT="7724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299071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1501021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789528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3347304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07093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063354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7724" marR="7724" marT="7724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2216816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2838397"/>
                  </a:ext>
                </a:extLst>
              </a:tr>
              <a:tr h="97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REPARAELEC SL Total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168858"/>
                  </a:ext>
                </a:extLst>
              </a:tr>
              <a:tr h="97218"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Alicante Total</a:t>
                      </a:r>
                    </a:p>
                  </a:txBody>
                  <a:tcPr marL="7724" marR="7724" marT="772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7724" marR="7724" marT="772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045429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1779831E-DA34-4F7F-6052-E1C349FE526C}"/>
              </a:ext>
            </a:extLst>
          </p:cNvPr>
          <p:cNvCxnSpPr/>
          <p:nvPr/>
        </p:nvCxnSpPr>
        <p:spPr>
          <a:xfrm>
            <a:off x="7578684" y="1716910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17630852-7D24-DCD0-DD69-6E6094FE7EE2}"/>
              </a:ext>
            </a:extLst>
          </p:cNvPr>
          <p:cNvCxnSpPr>
            <a:cxnSpLocks/>
          </p:cNvCxnSpPr>
          <p:nvPr/>
        </p:nvCxnSpPr>
        <p:spPr>
          <a:xfrm>
            <a:off x="11280252" y="1716910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A2C24A30-FF54-889B-0EAA-C02840EACC39}"/>
              </a:ext>
            </a:extLst>
          </p:cNvPr>
          <p:cNvSpPr txBox="1"/>
          <p:nvPr/>
        </p:nvSpPr>
        <p:spPr>
          <a:xfrm>
            <a:off x="7954715" y="1451254"/>
            <a:ext cx="30532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Action plan to achieve the stable RTAT under3D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E2A110F-55D7-1177-4529-249475344A4E}"/>
              </a:ext>
            </a:extLst>
          </p:cNvPr>
          <p:cNvSpPr txBox="1"/>
          <p:nvPr/>
        </p:nvSpPr>
        <p:spPr>
          <a:xfrm>
            <a:off x="11281019" y="1439911"/>
            <a:ext cx="718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Due date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pic>
        <p:nvPicPr>
          <p:cNvPr id="8" name="Picture 7" descr="A screenshot of a graph&#10;&#10;AI-generated content may be incorrect.">
            <a:extLst>
              <a:ext uri="{FF2B5EF4-FFF2-40B4-BE49-F238E27FC236}">
                <a16:creationId xmlns:a16="http://schemas.microsoft.com/office/drawing/2014/main" id="{5896F814-A59D-5C06-456F-102614FF99F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857" y="3764620"/>
            <a:ext cx="5696745" cy="2619741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601012" y="2234532"/>
            <a:ext cx="3406911" cy="5724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WM &amp; TV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Meeting with ASC for increase the Pre-stocking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11237894" y="2272139"/>
            <a:ext cx="804715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W19-W21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1AFFF1E-7B04-E122-54F9-0A938F28B403}"/>
              </a:ext>
            </a:extLst>
          </p:cNvPr>
          <p:cNvSpPr txBox="1"/>
          <p:nvPr/>
        </p:nvSpPr>
        <p:spPr>
          <a:xfrm>
            <a:off x="7584889" y="1800345"/>
            <a:ext cx="3568600" cy="3323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Need Field Service Representative Action with ASC</a:t>
            </a:r>
          </a:p>
        </p:txBody>
      </p:sp>
      <p:sp>
        <p:nvSpPr>
          <p:cNvPr id="2" name="실행 단추: 뒤로 또는 앞으로 이동 1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19238F7-B558-6BDD-ACB9-F1CF1F6BDC3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172D04C-5A9A-38C2-27A1-9134A80813D7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 / 5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1D8C21-CC0C-0DAC-5FE4-2823E7EF226A}"/>
              </a:ext>
            </a:extLst>
          </p:cNvPr>
          <p:cNvSpPr txBox="1"/>
          <p:nvPr/>
        </p:nvSpPr>
        <p:spPr>
          <a:xfrm>
            <a:off x="7612939" y="893107"/>
            <a:ext cx="3512500" cy="338169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FOC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통한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 배치 검토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(Pilot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이후 적용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901495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6E442AF-3E91-6646-9EB2-4AC0EC8551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E708A0CF-6913-4BAA-4F44-DC4BA585C9C5}"/>
              </a:ext>
            </a:extLst>
          </p:cNvPr>
          <p:cNvSpPr txBox="1"/>
          <p:nvPr/>
        </p:nvSpPr>
        <p:spPr>
          <a:xfrm>
            <a:off x="6914305" y="1093687"/>
            <a:ext cx="44140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WM 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후반 지속되고 있으며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TECNPOLIS(TV) / WM Main ASC(Maria)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의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63C8309-EAA9-6FBC-EE32-17EFD2703EE4}"/>
              </a:ext>
            </a:extLst>
          </p:cNvPr>
          <p:cNvSpPr txBox="1"/>
          <p:nvPr/>
        </p:nvSpPr>
        <p:spPr>
          <a:xfrm>
            <a:off x="161508" y="349250"/>
            <a:ext cx="20601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Guadalajara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EC2A272-C42D-4359-67F7-D9C582518BC8}"/>
              </a:ext>
            </a:extLst>
          </p:cNvPr>
          <p:cNvCxnSpPr/>
          <p:nvPr/>
        </p:nvCxnSpPr>
        <p:spPr>
          <a:xfrm>
            <a:off x="7216942" y="21955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430F184-8DF8-6E98-5B6E-9F09209460F0}"/>
              </a:ext>
            </a:extLst>
          </p:cNvPr>
          <p:cNvCxnSpPr>
            <a:cxnSpLocks/>
          </p:cNvCxnSpPr>
          <p:nvPr/>
        </p:nvCxnSpPr>
        <p:spPr>
          <a:xfrm>
            <a:off x="10825829" y="21955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1C64A8D5-589C-9D63-BC12-ED1BF55D316D}"/>
              </a:ext>
            </a:extLst>
          </p:cNvPr>
          <p:cNvSpPr txBox="1"/>
          <p:nvPr/>
        </p:nvSpPr>
        <p:spPr>
          <a:xfrm>
            <a:off x="7570732" y="173000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3039DD9-4FAF-BFE5-F0BB-F661578AED66}"/>
              </a:ext>
            </a:extLst>
          </p:cNvPr>
          <p:cNvSpPr txBox="1"/>
          <p:nvPr/>
        </p:nvSpPr>
        <p:spPr>
          <a:xfrm>
            <a:off x="10784918" y="173000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9500E5A-A26A-A26E-8123-6D3391CFDB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62625"/>
              </p:ext>
            </p:extLst>
          </p:nvPr>
        </p:nvGraphicFramePr>
        <p:xfrm>
          <a:off x="328904" y="1037674"/>
          <a:ext cx="6442367" cy="4592950"/>
        </p:xfrm>
        <a:graphic>
          <a:graphicData uri="http://schemas.openxmlformats.org/drawingml/2006/table">
            <a:tbl>
              <a:tblPr/>
              <a:tblGrid>
                <a:gridCol w="431913">
                  <a:extLst>
                    <a:ext uri="{9D8B030D-6E8A-4147-A177-3AD203B41FA5}">
                      <a16:colId xmlns:a16="http://schemas.microsoft.com/office/drawing/2014/main" val="884895253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1303089179"/>
                    </a:ext>
                  </a:extLst>
                </a:gridCol>
                <a:gridCol w="1024050">
                  <a:extLst>
                    <a:ext uri="{9D8B030D-6E8A-4147-A177-3AD203B41FA5}">
                      <a16:colId xmlns:a16="http://schemas.microsoft.com/office/drawing/2014/main" val="2698172267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56845247"/>
                    </a:ext>
                  </a:extLst>
                </a:gridCol>
                <a:gridCol w="365238">
                  <a:extLst>
                    <a:ext uri="{9D8B030D-6E8A-4147-A177-3AD203B41FA5}">
                      <a16:colId xmlns:a16="http://schemas.microsoft.com/office/drawing/2014/main" val="3930778516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682995821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3784157221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65941556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3300991872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846114700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3938292249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867801755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2490968904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876028415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1791856632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4073676641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2876993936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3742171597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2265411441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286157122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823814074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1072366426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1698861153"/>
                    </a:ext>
                  </a:extLst>
                </a:gridCol>
                <a:gridCol w="221672">
                  <a:extLst>
                    <a:ext uri="{9D8B030D-6E8A-4147-A177-3AD203B41FA5}">
                      <a16:colId xmlns:a16="http://schemas.microsoft.com/office/drawing/2014/main" val="3909204931"/>
                    </a:ext>
                  </a:extLst>
                </a:gridCol>
              </a:tblGrid>
              <a:tr h="10601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3010180"/>
                  </a:ext>
                </a:extLst>
              </a:tr>
              <a:tr h="2129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5401421"/>
                  </a:ext>
                </a:extLst>
              </a:tr>
              <a:tr h="106013">
                <a:tc rowSpan="3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Guadalajara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TECNOPOLIS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589842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685194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19" marR="4819" marT="4819" marB="0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25897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508123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TECNOPOLIS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41956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2687705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819" marR="4819" marT="4819" marB="0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674954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66789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LARGO DESARROLLO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TECNOLOGICO DE MEXICO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64251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2171257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13769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934223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LARGO DESARROLLO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TECNOLOGICO DE MEXICO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937214"/>
                  </a:ext>
                </a:extLst>
              </a:tr>
              <a:tr h="1069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4458950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pt-B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MARIA DE JESUS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pt-B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AGUAYO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318474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9765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953522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855741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MARIA DE JESUS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AGUAYO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6633003"/>
                  </a:ext>
                </a:extLst>
              </a:tr>
              <a:tr h="1069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174717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819" marR="4819" marT="4819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247282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56749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LARGO DESARROLLO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TECNOLOGICO DE MEXICO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578750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75880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19" marR="4819" marT="4819" marB="0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027879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008503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LARGO DESARROLLO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TECNOLOGICO DE MEXICO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005314"/>
                  </a:ext>
                </a:extLst>
              </a:tr>
              <a:tr h="1069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399138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pt-B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MARIA DE JESUS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pt-B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SANCHEZ AGUAYO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819" marR="4819" marT="4819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8520930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249934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819" marR="4819" marT="4819" marB="0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01195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4819" marR="4819" marT="4819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211141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MARIA DE JESUS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AGUAYO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67754"/>
                  </a:ext>
                </a:extLst>
              </a:tr>
              <a:tr h="1069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847452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819" marR="4819" marT="4819" marB="0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6244326"/>
                  </a:ext>
                </a:extLst>
              </a:tr>
              <a:tr h="106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6183040"/>
                  </a:ext>
                </a:extLst>
              </a:tr>
              <a:tr h="106013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Guadalajara Total</a:t>
                      </a:r>
                    </a:p>
                  </a:txBody>
                  <a:tcPr marL="4819" marR="4819" marT="481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090210"/>
                  </a:ext>
                </a:extLst>
              </a:tr>
              <a:tr h="106013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819" marR="4819" marT="481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687134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511B3368-859F-08C5-21F7-91A20DEDC27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FC68568-E3AA-EC16-7FFE-83A258CBF502}"/>
              </a:ext>
            </a:extLst>
          </p:cNvPr>
          <p:cNvSpPr txBox="1"/>
          <p:nvPr/>
        </p:nvSpPr>
        <p:spPr>
          <a:xfrm>
            <a:off x="7289800" y="2340689"/>
            <a:ext cx="31726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ko-KR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서비스센터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Coverage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조정 통한 </a:t>
            </a:r>
            <a:r>
              <a:rPr lang="en-US" altLang="ko-KR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capa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확대 </a:t>
            </a:r>
            <a:endParaRPr lang="ko-KR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9807DDC-DBA8-6D02-2595-6EEB20FC4A0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45C6B61-252C-6BF7-C0C2-410A5A42B931}"/>
              </a:ext>
            </a:extLst>
          </p:cNvPr>
          <p:cNvSpPr txBox="1"/>
          <p:nvPr/>
        </p:nvSpPr>
        <p:spPr>
          <a:xfrm>
            <a:off x="10959828" y="2306250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A333ACB-18EF-928A-CC44-8D8A14B9E4FF}"/>
              </a:ext>
            </a:extLst>
          </p:cNvPr>
          <p:cNvSpPr txBox="1"/>
          <p:nvPr/>
        </p:nvSpPr>
        <p:spPr>
          <a:xfrm>
            <a:off x="7413150" y="2604740"/>
            <a:ext cx="215972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 algn="l" fontAlgn="base">
              <a:buFontTx/>
              <a:buChar char="-"/>
            </a:pP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ASC/ Montenegro Capa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03880C2-ED8D-F7AC-32E7-24B02A2204D1}"/>
              </a:ext>
            </a:extLst>
          </p:cNvPr>
          <p:cNvSpPr txBox="1"/>
          <p:nvPr/>
        </p:nvSpPr>
        <p:spPr>
          <a:xfrm>
            <a:off x="7289800" y="2900878"/>
            <a:ext cx="3305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TV/HS ASC Credit Limit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한시적 확대통한 부품 증량</a:t>
            </a:r>
            <a:endParaRPr lang="ko-KR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44BB831-351F-2FC3-7943-21FCA3CE09A8}"/>
              </a:ext>
            </a:extLst>
          </p:cNvPr>
          <p:cNvSpPr txBox="1"/>
          <p:nvPr/>
        </p:nvSpPr>
        <p:spPr>
          <a:xfrm>
            <a:off x="10959828" y="2850961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305047115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DA70733-B315-AFCF-ABFB-A32FB5EBB8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B8288DC7-8BE1-0F5E-DB03-CA2EF537FB2A}"/>
              </a:ext>
            </a:extLst>
          </p:cNvPr>
          <p:cNvSpPr txBox="1"/>
          <p:nvPr/>
        </p:nvSpPr>
        <p:spPr>
          <a:xfrm>
            <a:off x="6597229" y="956527"/>
            <a:ext cx="39599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ROSAS/Ismael ASC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WM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 필요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사용건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Sanchez (TV ASC)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영향으로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이탈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지속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E14C84-9FB1-EB4C-03A9-8D927FAF5E9E}"/>
              </a:ext>
            </a:extLst>
          </p:cNvPr>
          <p:cNvSpPr txBox="1"/>
          <p:nvPr/>
        </p:nvSpPr>
        <p:spPr>
          <a:xfrm>
            <a:off x="161508" y="349250"/>
            <a:ext cx="18173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Veracruz 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E7DA7A4-FA2C-B074-FBE4-CE0C0F9CB84C}"/>
              </a:ext>
            </a:extLst>
          </p:cNvPr>
          <p:cNvGraphicFramePr>
            <a:graphicFrameLocks noGrp="1"/>
          </p:cNvGraphicFramePr>
          <p:nvPr/>
        </p:nvGraphicFramePr>
        <p:xfrm>
          <a:off x="484566" y="718582"/>
          <a:ext cx="5986182" cy="5590153"/>
        </p:xfrm>
        <a:graphic>
          <a:graphicData uri="http://schemas.openxmlformats.org/drawingml/2006/table">
            <a:tbl>
              <a:tblPr/>
              <a:tblGrid>
                <a:gridCol w="322071">
                  <a:extLst>
                    <a:ext uri="{9D8B030D-6E8A-4147-A177-3AD203B41FA5}">
                      <a16:colId xmlns:a16="http://schemas.microsoft.com/office/drawing/2014/main" val="1553366353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569062312"/>
                    </a:ext>
                  </a:extLst>
                </a:gridCol>
                <a:gridCol w="874521">
                  <a:extLst>
                    <a:ext uri="{9D8B030D-6E8A-4147-A177-3AD203B41FA5}">
                      <a16:colId xmlns:a16="http://schemas.microsoft.com/office/drawing/2014/main" val="1656758694"/>
                    </a:ext>
                  </a:extLst>
                </a:gridCol>
                <a:gridCol w="199300">
                  <a:extLst>
                    <a:ext uri="{9D8B030D-6E8A-4147-A177-3AD203B41FA5}">
                      <a16:colId xmlns:a16="http://schemas.microsoft.com/office/drawing/2014/main" val="3529242773"/>
                    </a:ext>
                  </a:extLst>
                </a:gridCol>
                <a:gridCol w="387828">
                  <a:extLst>
                    <a:ext uri="{9D8B030D-6E8A-4147-A177-3AD203B41FA5}">
                      <a16:colId xmlns:a16="http://schemas.microsoft.com/office/drawing/2014/main" val="377462185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1975026904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3835574991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3212795484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2270532081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1657507982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607512242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217155549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2426429136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992635514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2704895225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4096289033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2713586954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733031383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1723580760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1234007206"/>
                    </a:ext>
                  </a:extLst>
                </a:gridCol>
                <a:gridCol w="199300">
                  <a:extLst>
                    <a:ext uri="{9D8B030D-6E8A-4147-A177-3AD203B41FA5}">
                      <a16:colId xmlns:a16="http://schemas.microsoft.com/office/drawing/2014/main" val="3715681965"/>
                    </a:ext>
                  </a:extLst>
                </a:gridCol>
                <a:gridCol w="199300">
                  <a:extLst>
                    <a:ext uri="{9D8B030D-6E8A-4147-A177-3AD203B41FA5}">
                      <a16:colId xmlns:a16="http://schemas.microsoft.com/office/drawing/2014/main" val="715970391"/>
                    </a:ext>
                  </a:extLst>
                </a:gridCol>
                <a:gridCol w="199300">
                  <a:extLst>
                    <a:ext uri="{9D8B030D-6E8A-4147-A177-3AD203B41FA5}">
                      <a16:colId xmlns:a16="http://schemas.microsoft.com/office/drawing/2014/main" val="66162736"/>
                    </a:ext>
                  </a:extLst>
                </a:gridCol>
                <a:gridCol w="199300">
                  <a:extLst>
                    <a:ext uri="{9D8B030D-6E8A-4147-A177-3AD203B41FA5}">
                      <a16:colId xmlns:a16="http://schemas.microsoft.com/office/drawing/2014/main" val="3622981903"/>
                    </a:ext>
                  </a:extLst>
                </a:gridCol>
                <a:gridCol w="201096">
                  <a:extLst>
                    <a:ext uri="{9D8B030D-6E8A-4147-A177-3AD203B41FA5}">
                      <a16:colId xmlns:a16="http://schemas.microsoft.com/office/drawing/2014/main" val="1369232408"/>
                    </a:ext>
                  </a:extLst>
                </a:gridCol>
              </a:tblGrid>
              <a:tr h="8519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en-US" sz="7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5645" marR="5645" marT="5645" marB="0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en-US" sz="7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374727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/>
                </a:tc>
                <a:extLst>
                  <a:ext uri="{0D108BD9-81ED-4DB2-BD59-A6C34878D82A}">
                    <a16:rowId xmlns:a16="http://schemas.microsoft.com/office/drawing/2014/main" val="3450505841"/>
                  </a:ext>
                </a:extLst>
              </a:tr>
              <a:tr h="85199">
                <a:tc rowSpan="4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Veracruz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0792239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33628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13462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135107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180975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817997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RODRIGUEZ ALFREDO.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001545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768574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RODRIGUEZ ALFREDO.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136709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1989409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3873" marR="3873" marT="387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8162164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9642534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DAVID ARTURO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ALMENDRA MERINO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679024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5055376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630518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85090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DAVID ARTURO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ALMENDRA MERINO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564503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1542674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3608398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894672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3727003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4371319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7401407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5571966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3873" marR="3873" marT="3873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442435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581005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DAVID ARTURO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ALMENDRA MERINO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1527226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7165013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684276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8467253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DAVID ARTURO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ALMENDRA MERINO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256120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051450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REYES ROSAS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486053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05209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7573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297719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REYES ROSAS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5909775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689496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0019920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31125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873" marR="3873" marT="387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276907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980936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GARCIA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BENJAMIN ARMANDO Total</a:t>
                      </a:r>
                    </a:p>
                  </a:txBody>
                  <a:tcPr marL="3873" marR="3873" marT="387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68128"/>
                  </a:ext>
                </a:extLst>
              </a:tr>
              <a:tr h="85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5851572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3873" marR="3873" marT="3873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129901"/>
                  </a:ext>
                </a:extLst>
              </a:tr>
              <a:tr h="851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3205540"/>
                  </a:ext>
                </a:extLst>
              </a:tr>
              <a:tr h="85199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Veracruz Total</a:t>
                      </a:r>
                    </a:p>
                  </a:txBody>
                  <a:tcPr marL="3873" marR="3873" marT="3873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0085470"/>
                  </a:ext>
                </a:extLst>
              </a:tr>
              <a:tr h="85199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873" marR="3873" marT="3873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0585756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C27B2BA0-9437-DBA8-52CB-45981BCCE6E2}"/>
              </a:ext>
            </a:extLst>
          </p:cNvPr>
          <p:cNvCxnSpPr/>
          <p:nvPr/>
        </p:nvCxnSpPr>
        <p:spPr>
          <a:xfrm>
            <a:off x="6970562" y="238863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ED44B310-2D0D-DA67-4CB5-B3D3811CAADD}"/>
              </a:ext>
            </a:extLst>
          </p:cNvPr>
          <p:cNvCxnSpPr>
            <a:cxnSpLocks/>
          </p:cNvCxnSpPr>
          <p:nvPr/>
        </p:nvCxnSpPr>
        <p:spPr>
          <a:xfrm>
            <a:off x="10801699" y="238863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BE1D6EE0-F3A8-6D0D-2565-E1F754F3C86E}"/>
              </a:ext>
            </a:extLst>
          </p:cNvPr>
          <p:cNvSpPr txBox="1"/>
          <p:nvPr/>
        </p:nvSpPr>
        <p:spPr>
          <a:xfrm>
            <a:off x="7324352" y="192304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F83BDAB-4C80-0AF6-7CFD-7887E9F420A7}"/>
              </a:ext>
            </a:extLst>
          </p:cNvPr>
          <p:cNvSpPr txBox="1"/>
          <p:nvPr/>
        </p:nvSpPr>
        <p:spPr>
          <a:xfrm>
            <a:off x="10760788" y="192304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B66FC36-7BCE-785B-CDEF-3795BE93492C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2C4A839-D9E6-0758-AF33-CEAED55039E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4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005ADD-3433-0AFB-4AAA-1290E11DDA9C}"/>
              </a:ext>
            </a:extLst>
          </p:cNvPr>
          <p:cNvSpPr txBox="1"/>
          <p:nvPr/>
        </p:nvSpPr>
        <p:spPr>
          <a:xfrm>
            <a:off x="6956648" y="2479321"/>
            <a:ext cx="2914650" cy="4819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서비스센터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AR/AP Process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-  2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서비스센터 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Ismael/ Alfredo</a:t>
            </a:r>
            <a:endParaRPr lang="ko-KR" altLang="en-US" sz="10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35E0BCD-8E52-F9C5-91BE-8E7689ED8C41}"/>
              </a:ext>
            </a:extLst>
          </p:cNvPr>
          <p:cNvSpPr txBox="1"/>
          <p:nvPr/>
        </p:nvSpPr>
        <p:spPr>
          <a:xfrm>
            <a:off x="10976610" y="2581786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78A4EB7-AA14-BBC8-DA4B-888AB156CB41}"/>
              </a:ext>
            </a:extLst>
          </p:cNvPr>
          <p:cNvSpPr txBox="1"/>
          <p:nvPr/>
        </p:nvSpPr>
        <p:spPr>
          <a:xfrm>
            <a:off x="7082698" y="2958475"/>
            <a:ext cx="3893912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AR/ AP Process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</a:p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서비스센터 </a:t>
            </a:r>
            <a:r>
              <a:rPr lang="ko-KR" altLang="en-US" sz="1000" err="1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입금후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LG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 </a:t>
            </a:r>
            <a:endParaRPr lang="en-US" altLang="ko-KR" sz="1000">
              <a:solidFill>
                <a:srgbClr val="0000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 LG </a:t>
            </a:r>
            <a:r>
              <a:rPr lang="ko-KR" altLang="en-US" sz="1000" err="1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입금후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서비스센터 입금 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(* Cash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부족에 따른 문제점 해소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B6F5114-1E27-C7F8-5423-D1A456685CC6}"/>
              </a:ext>
            </a:extLst>
          </p:cNvPr>
          <p:cNvSpPr txBox="1"/>
          <p:nvPr/>
        </p:nvSpPr>
        <p:spPr>
          <a:xfrm>
            <a:off x="8843908" y="3089652"/>
            <a:ext cx="200824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멕시코에서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Offset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은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`25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년부터 금지됨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7A6299E-5C97-A2B6-17CB-45C39FA5F8E4}"/>
              </a:ext>
            </a:extLst>
          </p:cNvPr>
          <p:cNvSpPr txBox="1"/>
          <p:nvPr/>
        </p:nvSpPr>
        <p:spPr>
          <a:xfrm>
            <a:off x="6686550" y="1466192"/>
            <a:ext cx="4115149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소형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ASC Cash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flow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문제로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Credit limit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증가 불가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부품 전진 배치 한계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654772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CC35CF6-6B2B-E8F3-CD07-BC7B947120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E67C0D9D-FDA6-E57A-7933-4F4980295AAA}"/>
              </a:ext>
            </a:extLst>
          </p:cNvPr>
          <p:cNvSpPr txBox="1"/>
          <p:nvPr/>
        </p:nvSpPr>
        <p:spPr>
          <a:xfrm>
            <a:off x="161508" y="349250"/>
            <a:ext cx="15856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</a:t>
            </a:r>
            <a:r>
              <a:rPr lang="en-US" altLang="ko-KR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Xalapa</a:t>
            </a:r>
            <a:endParaRPr lang="en-US" altLang="ko-KR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C5AD626-AAD8-F399-F0C5-B01616FD8F5E}"/>
              </a:ext>
            </a:extLst>
          </p:cNvPr>
          <p:cNvGraphicFramePr>
            <a:graphicFrameLocks noGrp="1"/>
          </p:cNvGraphicFramePr>
          <p:nvPr/>
        </p:nvGraphicFramePr>
        <p:xfrm>
          <a:off x="316378" y="847462"/>
          <a:ext cx="6159200" cy="5176883"/>
        </p:xfrm>
        <a:graphic>
          <a:graphicData uri="http://schemas.openxmlformats.org/drawingml/2006/table">
            <a:tbl>
              <a:tblPr/>
              <a:tblGrid>
                <a:gridCol w="259227">
                  <a:extLst>
                    <a:ext uri="{9D8B030D-6E8A-4147-A177-3AD203B41FA5}">
                      <a16:colId xmlns:a16="http://schemas.microsoft.com/office/drawing/2014/main" val="3870035368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1276288604"/>
                    </a:ext>
                  </a:extLst>
                </a:gridCol>
                <a:gridCol w="854539">
                  <a:extLst>
                    <a:ext uri="{9D8B030D-6E8A-4147-A177-3AD203B41FA5}">
                      <a16:colId xmlns:a16="http://schemas.microsoft.com/office/drawing/2014/main" val="289210165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457380473"/>
                    </a:ext>
                  </a:extLst>
                </a:gridCol>
                <a:gridCol w="430899">
                  <a:extLst>
                    <a:ext uri="{9D8B030D-6E8A-4147-A177-3AD203B41FA5}">
                      <a16:colId xmlns:a16="http://schemas.microsoft.com/office/drawing/2014/main" val="3146806929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3230170286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2992047482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1230365866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2162506437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2337579724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4183607180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272911678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4207420587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3701979133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225503014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451825190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4137262151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4200364352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3388380404"/>
                    </a:ext>
                  </a:extLst>
                </a:gridCol>
                <a:gridCol w="223429">
                  <a:extLst>
                    <a:ext uri="{9D8B030D-6E8A-4147-A177-3AD203B41FA5}">
                      <a16:colId xmlns:a16="http://schemas.microsoft.com/office/drawing/2014/main" val="1996793194"/>
                    </a:ext>
                  </a:extLst>
                </a:gridCol>
                <a:gridCol w="221434">
                  <a:extLst>
                    <a:ext uri="{9D8B030D-6E8A-4147-A177-3AD203B41FA5}">
                      <a16:colId xmlns:a16="http://schemas.microsoft.com/office/drawing/2014/main" val="1432414414"/>
                    </a:ext>
                  </a:extLst>
                </a:gridCol>
                <a:gridCol w="221434">
                  <a:extLst>
                    <a:ext uri="{9D8B030D-6E8A-4147-A177-3AD203B41FA5}">
                      <a16:colId xmlns:a16="http://schemas.microsoft.com/office/drawing/2014/main" val="2325418255"/>
                    </a:ext>
                  </a:extLst>
                </a:gridCol>
                <a:gridCol w="221434">
                  <a:extLst>
                    <a:ext uri="{9D8B030D-6E8A-4147-A177-3AD203B41FA5}">
                      <a16:colId xmlns:a16="http://schemas.microsoft.com/office/drawing/2014/main" val="2253734259"/>
                    </a:ext>
                  </a:extLst>
                </a:gridCol>
                <a:gridCol w="207470">
                  <a:extLst>
                    <a:ext uri="{9D8B030D-6E8A-4147-A177-3AD203B41FA5}">
                      <a16:colId xmlns:a16="http://schemas.microsoft.com/office/drawing/2014/main" val="4087371277"/>
                    </a:ext>
                  </a:extLst>
                </a:gridCol>
              </a:tblGrid>
              <a:tr h="9242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8660234"/>
                  </a:ext>
                </a:extLst>
              </a:tr>
              <a:tr h="18568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45262059"/>
                  </a:ext>
                </a:extLst>
              </a:tr>
              <a:tr h="92421">
                <a:tc rowSpan="4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Xalapa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REYES ROSAS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9859504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2325183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0445027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2464913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REYES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095686"/>
                  </a:ext>
                </a:extLst>
              </a:tr>
              <a:tr h="966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421823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RODRIGUEZ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ALFREDO.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92560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551927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7717623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7355406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RODRIGUEZ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ALFREDO.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1287286"/>
                  </a:ext>
                </a:extLst>
              </a:tr>
              <a:tr h="932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0896878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201" marR="4201" marT="42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371491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14228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REYES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ROSAS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0311980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760789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915824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3366666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REYES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ROSAS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159288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343830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RODRIGUEZ ALFREDO.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3166516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706553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310969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0338474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RODRIGUEZ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ALFREDO.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8711191"/>
                  </a:ext>
                </a:extLst>
              </a:tr>
              <a:tr h="932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8881611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201" marR="4201" marT="42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939978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1438545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REYES ROSAS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262970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895706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691288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0757944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ISMAEL REYES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ROSAS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3584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275392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RODRIGUEZ ALFREDO.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391785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3859065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1731874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7782565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SANCHEZ RODRIGUEZ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ALFREDO.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4284016"/>
                  </a:ext>
                </a:extLst>
              </a:tr>
              <a:tr h="932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3860286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201" marR="4201" marT="42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123620"/>
                  </a:ext>
                </a:extLst>
              </a:tr>
              <a:tr h="924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2285689"/>
                  </a:ext>
                </a:extLst>
              </a:tr>
              <a:tr h="92421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Xalapa Total</a:t>
                      </a:r>
                    </a:p>
                  </a:txBody>
                  <a:tcPr marL="4201" marR="4201" marT="42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77579"/>
                  </a:ext>
                </a:extLst>
              </a:tr>
              <a:tr h="9242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01" marR="4201" marT="42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7282887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821E1037-5323-1355-580C-01FC7ABE9B6D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AF4AFA0-1900-3EB4-5A27-2BE621B2179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5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2AE79715-4CD1-0F15-DDD7-1F1E3E20712C}"/>
              </a:ext>
            </a:extLst>
          </p:cNvPr>
          <p:cNvCxnSpPr/>
          <p:nvPr/>
        </p:nvCxnSpPr>
        <p:spPr>
          <a:xfrm>
            <a:off x="6970562" y="188698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5710DE07-5E05-1623-BC29-DBDF537BF332}"/>
              </a:ext>
            </a:extLst>
          </p:cNvPr>
          <p:cNvCxnSpPr>
            <a:cxnSpLocks/>
          </p:cNvCxnSpPr>
          <p:nvPr/>
        </p:nvCxnSpPr>
        <p:spPr>
          <a:xfrm>
            <a:off x="10801699" y="188698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257E1F0-5CB2-C027-D133-50392545D148}"/>
              </a:ext>
            </a:extLst>
          </p:cNvPr>
          <p:cNvSpPr txBox="1"/>
          <p:nvPr/>
        </p:nvSpPr>
        <p:spPr>
          <a:xfrm>
            <a:off x="7324352" y="142139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7915EB-DAC9-6561-5C64-EF37709270D6}"/>
              </a:ext>
            </a:extLst>
          </p:cNvPr>
          <p:cNvSpPr txBox="1"/>
          <p:nvPr/>
        </p:nvSpPr>
        <p:spPr>
          <a:xfrm>
            <a:off x="10760788" y="142139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B18F785-EBFE-D908-A532-D157E4BCD778}"/>
              </a:ext>
            </a:extLst>
          </p:cNvPr>
          <p:cNvSpPr txBox="1"/>
          <p:nvPr/>
        </p:nvSpPr>
        <p:spPr>
          <a:xfrm>
            <a:off x="6956648" y="1977671"/>
            <a:ext cx="2914650" cy="4819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주요 서비스센터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AR/AP Process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-  2</a:t>
            </a:r>
            <a:r>
              <a:rPr lang="ko-KR" altLang="en-US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 서비스센터 </a:t>
            </a:r>
            <a:r>
              <a:rPr lang="en-US" altLang="ko-KR" sz="10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Ismael/ Alfredo</a:t>
            </a:r>
            <a:endParaRPr lang="ko-KR" altLang="en-US" sz="10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EB74D77-AFD5-D001-A914-079ACDE2AD8F}"/>
              </a:ext>
            </a:extLst>
          </p:cNvPr>
          <p:cNvSpPr txBox="1"/>
          <p:nvPr/>
        </p:nvSpPr>
        <p:spPr>
          <a:xfrm>
            <a:off x="10976610" y="2080136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EA146EA-008A-2AB9-54FB-907872039136}"/>
              </a:ext>
            </a:extLst>
          </p:cNvPr>
          <p:cNvSpPr txBox="1"/>
          <p:nvPr/>
        </p:nvSpPr>
        <p:spPr>
          <a:xfrm>
            <a:off x="7082698" y="2456825"/>
            <a:ext cx="3893912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AR/ AP Process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</a:p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서비스센터 </a:t>
            </a:r>
            <a:r>
              <a:rPr lang="ko-KR" altLang="en-US" sz="1000" err="1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입금후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LG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 </a:t>
            </a:r>
            <a:endParaRPr lang="en-US" altLang="ko-KR" sz="1000">
              <a:solidFill>
                <a:srgbClr val="000000"/>
              </a:solidFill>
              <a:effectLst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rtl="0"/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 LG </a:t>
            </a:r>
            <a:r>
              <a:rPr lang="ko-KR" altLang="en-US" sz="1000" err="1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입금후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 서비스센터 입금 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(* Cash </a:t>
            </a:r>
            <a:r>
              <a:rPr lang="ko-KR" altLang="en-US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부족에 따른 문제점 해소</a:t>
            </a:r>
            <a:r>
              <a:rPr lang="en-US" altLang="ko-KR" sz="1000">
                <a:solidFill>
                  <a:srgbClr val="000000"/>
                </a:solidFill>
                <a:effectLst/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FDD0679-4D3A-B30B-3F72-DCC6CA4790A7}"/>
              </a:ext>
            </a:extLst>
          </p:cNvPr>
          <p:cNvSpPr txBox="1"/>
          <p:nvPr/>
        </p:nvSpPr>
        <p:spPr>
          <a:xfrm>
            <a:off x="8843908" y="2588002"/>
            <a:ext cx="200824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멕시코에서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Offset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은 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`25</a:t>
            </a:r>
            <a:r>
              <a:rPr lang="ko-KR" altLang="en-US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년부터 금지됨</a:t>
            </a:r>
            <a:r>
              <a:rPr lang="en-US" altLang="ko-KR" sz="8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37BF9C1-AA8E-BB2E-315D-739D0902CFD2}"/>
              </a:ext>
            </a:extLst>
          </p:cNvPr>
          <p:cNvSpPr txBox="1"/>
          <p:nvPr/>
        </p:nvSpPr>
        <p:spPr>
          <a:xfrm>
            <a:off x="6686550" y="964542"/>
            <a:ext cx="4115149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※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소형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ASC Cash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flow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문제로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Credit limit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증가 불가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부품 전진 배치 한계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086083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26885C1-EA3B-3E15-BE09-7ECB3C43F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DAA6DBF2-B1B9-E2E6-3384-AF556E0676E9}"/>
              </a:ext>
            </a:extLst>
          </p:cNvPr>
          <p:cNvSpPr txBox="1"/>
          <p:nvPr/>
        </p:nvSpPr>
        <p:spPr>
          <a:xfrm>
            <a:off x="161508" y="138810"/>
            <a:ext cx="15295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CDMX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BB1E79A-949C-1E2D-089E-7F79210974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793583"/>
              </p:ext>
            </p:extLst>
          </p:nvPr>
        </p:nvGraphicFramePr>
        <p:xfrm>
          <a:off x="456654" y="493268"/>
          <a:ext cx="6107621" cy="6165198"/>
        </p:xfrm>
        <a:graphic>
          <a:graphicData uri="http://schemas.openxmlformats.org/drawingml/2006/table">
            <a:tbl>
              <a:tblPr/>
              <a:tblGrid>
                <a:gridCol w="241602">
                  <a:extLst>
                    <a:ext uri="{9D8B030D-6E8A-4147-A177-3AD203B41FA5}">
                      <a16:colId xmlns:a16="http://schemas.microsoft.com/office/drawing/2014/main" val="327985027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131870454"/>
                    </a:ext>
                  </a:extLst>
                </a:gridCol>
                <a:gridCol w="948039">
                  <a:extLst>
                    <a:ext uri="{9D8B030D-6E8A-4147-A177-3AD203B41FA5}">
                      <a16:colId xmlns:a16="http://schemas.microsoft.com/office/drawing/2014/main" val="1274207495"/>
                    </a:ext>
                  </a:extLst>
                </a:gridCol>
                <a:gridCol w="214134">
                  <a:extLst>
                    <a:ext uri="{9D8B030D-6E8A-4147-A177-3AD203B41FA5}">
                      <a16:colId xmlns:a16="http://schemas.microsoft.com/office/drawing/2014/main" val="514298984"/>
                    </a:ext>
                  </a:extLst>
                </a:gridCol>
                <a:gridCol w="416694">
                  <a:extLst>
                    <a:ext uri="{9D8B030D-6E8A-4147-A177-3AD203B41FA5}">
                      <a16:colId xmlns:a16="http://schemas.microsoft.com/office/drawing/2014/main" val="4105749034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3437727571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730011859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1186667387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3583333337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1388313055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719454278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3352775790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510562653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338680723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36759782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105583622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910362437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381216467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4277171836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2335158361"/>
                    </a:ext>
                  </a:extLst>
                </a:gridCol>
                <a:gridCol w="214134">
                  <a:extLst>
                    <a:ext uri="{9D8B030D-6E8A-4147-A177-3AD203B41FA5}">
                      <a16:colId xmlns:a16="http://schemas.microsoft.com/office/drawing/2014/main" val="3487527384"/>
                    </a:ext>
                  </a:extLst>
                </a:gridCol>
                <a:gridCol w="214134">
                  <a:extLst>
                    <a:ext uri="{9D8B030D-6E8A-4147-A177-3AD203B41FA5}">
                      <a16:colId xmlns:a16="http://schemas.microsoft.com/office/drawing/2014/main" val="3606700173"/>
                    </a:ext>
                  </a:extLst>
                </a:gridCol>
                <a:gridCol w="214134">
                  <a:extLst>
                    <a:ext uri="{9D8B030D-6E8A-4147-A177-3AD203B41FA5}">
                      <a16:colId xmlns:a16="http://schemas.microsoft.com/office/drawing/2014/main" val="778294660"/>
                    </a:ext>
                  </a:extLst>
                </a:gridCol>
                <a:gridCol w="216064">
                  <a:extLst>
                    <a:ext uri="{9D8B030D-6E8A-4147-A177-3AD203B41FA5}">
                      <a16:colId xmlns:a16="http://schemas.microsoft.com/office/drawing/2014/main" val="3123238056"/>
                    </a:ext>
                  </a:extLst>
                </a:gridCol>
              </a:tblGrid>
              <a:tr h="10771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294315"/>
                  </a:ext>
                </a:extLst>
              </a:tr>
              <a:tr h="10771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5233312"/>
                  </a:ext>
                </a:extLst>
              </a:tr>
              <a:tr h="105383">
                <a:tc rowSpan="5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CDMX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30485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921447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9707872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4644261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89073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5066772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ROSAS FRANCO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08300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016389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788891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295056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FRANCO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07038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89362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3326" marR="3326" marT="3326" marB="0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6551628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575235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91336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70559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955966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857677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2437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856897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FRANCO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753764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8871021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1738996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1600969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ROSAS FRANCO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7815639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940852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SERVICIO ELECTRONICO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DE QUERET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6148127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270014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227588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4737624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SERVICIO ELECTRONICO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DE QUERET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89801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833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3326" marR="3326" marT="3326" marB="0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853268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293015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813644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2966045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801228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2059445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One time_SVC_NBA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997032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25351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FRANCO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82807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169383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3326" marR="3326" marT="332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3614366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106107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RAYMUNDO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ROSAS FRANCO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317868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090788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SERVICIO ELECTRONICO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DE QUERET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889245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075289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SERVICIO ELECTRONICO D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 QUERET Total</a:t>
                      </a:r>
                    </a:p>
                  </a:txBody>
                  <a:tcPr marL="3326" marR="3326" marT="3326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045094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709762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3326" marR="3326" marT="3326" marB="0">
                    <a:lnL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4097810"/>
                  </a:ext>
                </a:extLst>
              </a:tr>
              <a:tr h="105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830518"/>
                  </a:ext>
                </a:extLst>
              </a:tr>
              <a:tr h="105383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CDMX Total</a:t>
                      </a:r>
                    </a:p>
                  </a:txBody>
                  <a:tcPr marL="3326" marR="3326" marT="3326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558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455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154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770056"/>
                  </a:ext>
                </a:extLst>
              </a:tr>
              <a:tr h="105383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3326" marR="3326" marT="3326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34188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B91E53F1-9375-A0BB-4FA1-8EB84DBD6295}"/>
              </a:ext>
            </a:extLst>
          </p:cNvPr>
          <p:cNvSpPr txBox="1"/>
          <p:nvPr/>
        </p:nvSpPr>
        <p:spPr>
          <a:xfrm>
            <a:off x="6721472" y="987940"/>
            <a:ext cx="4976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세탁기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/TV 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일대 지속 중이며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특정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ASC(Raymundo)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사용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영향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2843EA30-DDA7-462C-6E0D-EFDC2DDD1C84}"/>
              </a:ext>
            </a:extLst>
          </p:cNvPr>
          <p:cNvCxnSpPr/>
          <p:nvPr/>
        </p:nvCxnSpPr>
        <p:spPr>
          <a:xfrm>
            <a:off x="7163602" y="207367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285E9B5C-27C5-8CAC-4512-0DC8DB3A6366}"/>
              </a:ext>
            </a:extLst>
          </p:cNvPr>
          <p:cNvCxnSpPr>
            <a:cxnSpLocks/>
          </p:cNvCxnSpPr>
          <p:nvPr/>
        </p:nvCxnSpPr>
        <p:spPr>
          <a:xfrm>
            <a:off x="11026039" y="207367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69D9143-3AB6-FB87-B0E5-F7907F2145AB}"/>
              </a:ext>
            </a:extLst>
          </p:cNvPr>
          <p:cNvSpPr txBox="1"/>
          <p:nvPr/>
        </p:nvSpPr>
        <p:spPr>
          <a:xfrm>
            <a:off x="7517392" y="160808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692BDDD-6953-813D-E9E7-DDE0686DB375}"/>
              </a:ext>
            </a:extLst>
          </p:cNvPr>
          <p:cNvSpPr txBox="1"/>
          <p:nvPr/>
        </p:nvSpPr>
        <p:spPr>
          <a:xfrm>
            <a:off x="10985128" y="160808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830F1EF-473D-0130-93E2-0DC3BA63D2AD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41F2F9-F352-390B-86EA-1D7D80D40483}"/>
              </a:ext>
            </a:extLst>
          </p:cNvPr>
          <p:cNvSpPr txBox="1"/>
          <p:nvPr/>
        </p:nvSpPr>
        <p:spPr>
          <a:xfrm>
            <a:off x="7004050" y="2308136"/>
            <a:ext cx="431165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 algn="l" fontAlgn="base"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CDMX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지역 </a:t>
            </a:r>
            <a:r>
              <a:rPr lang="en-US" altLang="ko-KR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capa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 확대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Raymundo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전진배치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D1F81ED-B762-865B-8DD4-173FBA295ABE}"/>
              </a:ext>
            </a:extLst>
          </p:cNvPr>
          <p:cNvSpPr txBox="1"/>
          <p:nvPr/>
        </p:nvSpPr>
        <p:spPr>
          <a:xfrm>
            <a:off x="11093039" y="2313508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4806DF6-8D01-4D67-F861-CC8C39E4ECEA}"/>
              </a:ext>
            </a:extLst>
          </p:cNvPr>
          <p:cNvSpPr txBox="1"/>
          <p:nvPr/>
        </p:nvSpPr>
        <p:spPr>
          <a:xfrm>
            <a:off x="7163602" y="2585135"/>
            <a:ext cx="3381555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 algn="l" fontAlgn="base">
              <a:buFontTx/>
              <a:buChar char="-"/>
            </a:pP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2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수리 서비스센터 추가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(`26.5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Miguel Navarro/ </a:t>
            </a:r>
            <a:r>
              <a:rPr lang="en-US" altLang="ko-KR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Ciser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marL="88900" indent="-88900" algn="l" fontAlgn="base">
              <a:buFontTx/>
              <a:buChar char="-"/>
            </a:pP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설치 서비스센터 추가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(`26.5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en-US" altLang="ko-KR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Lypsa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 algn="l" fontAlgn="base"/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  LGC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냉장고 수리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Coverage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확대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(`26.5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2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명 확대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7358E03-C9B9-C40D-C16C-1668FE5607E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022551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26FC6CE-C802-0974-F78F-072ED54C1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033F772D-9031-C2CC-7641-E3998C6ACABF}"/>
              </a:ext>
            </a:extLst>
          </p:cNvPr>
          <p:cNvSpPr txBox="1"/>
          <p:nvPr/>
        </p:nvSpPr>
        <p:spPr>
          <a:xfrm>
            <a:off x="6902029" y="903187"/>
            <a:ext cx="46955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주차별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영향으로 이탈 중이며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월별 누적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달성중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→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장기건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미처리 관리 진행 중이며 빠른 시간내 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진입 예상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(~5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95F0CCD-FA76-BA50-3052-C97512887518}"/>
              </a:ext>
            </a:extLst>
          </p:cNvPr>
          <p:cNvSpPr txBox="1"/>
          <p:nvPr/>
        </p:nvSpPr>
        <p:spPr>
          <a:xfrm>
            <a:off x="161508" y="349250"/>
            <a:ext cx="15953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Puebla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066E233-7D43-05DC-5247-F0B7336C1C95}"/>
              </a:ext>
            </a:extLst>
          </p:cNvPr>
          <p:cNvGraphicFramePr>
            <a:graphicFrameLocks noGrp="1"/>
          </p:cNvGraphicFramePr>
          <p:nvPr/>
        </p:nvGraphicFramePr>
        <p:xfrm>
          <a:off x="341180" y="783076"/>
          <a:ext cx="6436856" cy="4960532"/>
        </p:xfrm>
        <a:graphic>
          <a:graphicData uri="http://schemas.openxmlformats.org/drawingml/2006/table">
            <a:tbl>
              <a:tblPr/>
              <a:tblGrid>
                <a:gridCol w="384411">
                  <a:extLst>
                    <a:ext uri="{9D8B030D-6E8A-4147-A177-3AD203B41FA5}">
                      <a16:colId xmlns:a16="http://schemas.microsoft.com/office/drawing/2014/main" val="629017677"/>
                    </a:ext>
                  </a:extLst>
                </a:gridCol>
                <a:gridCol w="384411">
                  <a:extLst>
                    <a:ext uri="{9D8B030D-6E8A-4147-A177-3AD203B41FA5}">
                      <a16:colId xmlns:a16="http://schemas.microsoft.com/office/drawing/2014/main" val="2277202172"/>
                    </a:ext>
                  </a:extLst>
                </a:gridCol>
                <a:gridCol w="853078">
                  <a:extLst>
                    <a:ext uri="{9D8B030D-6E8A-4147-A177-3AD203B41FA5}">
                      <a16:colId xmlns:a16="http://schemas.microsoft.com/office/drawing/2014/main" val="547402844"/>
                    </a:ext>
                  </a:extLst>
                </a:gridCol>
                <a:gridCol w="197545">
                  <a:extLst>
                    <a:ext uri="{9D8B030D-6E8A-4147-A177-3AD203B41FA5}">
                      <a16:colId xmlns:a16="http://schemas.microsoft.com/office/drawing/2014/main" val="680113416"/>
                    </a:ext>
                  </a:extLst>
                </a:gridCol>
                <a:gridCol w="384411">
                  <a:extLst>
                    <a:ext uri="{9D8B030D-6E8A-4147-A177-3AD203B41FA5}">
                      <a16:colId xmlns:a16="http://schemas.microsoft.com/office/drawing/2014/main" val="3363862602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378088137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447048123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1990539604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1561460645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015708815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2624504163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715440480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977947227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52243764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2604382273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4017391596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1405466363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4100568366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22602499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477384967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2576778669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461700283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2547571807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3077808368"/>
                    </a:ext>
                  </a:extLst>
                </a:gridCol>
                <a:gridCol w="211650">
                  <a:extLst>
                    <a:ext uri="{9D8B030D-6E8A-4147-A177-3AD203B41FA5}">
                      <a16:colId xmlns:a16="http://schemas.microsoft.com/office/drawing/2014/main" val="1401021039"/>
                    </a:ext>
                  </a:extLst>
                </a:gridCol>
              </a:tblGrid>
              <a:tr h="937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en-US" sz="7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en-US" sz="700" b="0" i="0" u="none" strike="noStrike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45061"/>
                  </a:ext>
                </a:extLst>
              </a:tr>
              <a:tr h="18844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877064"/>
                  </a:ext>
                </a:extLst>
              </a:tr>
              <a:tr h="93797">
                <a:tc rowSpan="4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Puebla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MARTINEZ HERNANDE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183251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239493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415314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078074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HERNANDE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391452"/>
                  </a:ext>
                </a:extLst>
              </a:tr>
              <a:tr h="946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4047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JOSE LUIS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VAZQUEZ VALENCIA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78844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084834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666811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770678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JOSE LUIS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VAZQUEZ VALENCIA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129339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854955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789679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589255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HERNANDE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869126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2389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8334623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635190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MARTINEZ HERNANDE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295979"/>
                  </a:ext>
                </a:extLst>
              </a:tr>
              <a:tr h="946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9836265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JOSE LUIS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VAZQUEZ VALENCIA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134861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994685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2662141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0450223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JOSE LUIS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s-E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VAZQUEZ VALENCIA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949974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83464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12912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152972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HERNANDE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2392811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311696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785086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61699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CLARA ALICIA 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MARTINEZ HERNANDE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8373323"/>
                  </a:ext>
                </a:extLst>
              </a:tr>
              <a:tr h="946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2899296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JOSE LUIS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VAZQUEZ VALENCIA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76307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3289787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4695355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527383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465821"/>
                  </a:ext>
                </a:extLst>
              </a:tr>
              <a:tr h="937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335322"/>
                  </a:ext>
                </a:extLst>
              </a:tr>
              <a:tr h="93797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Puebla Total</a:t>
                      </a:r>
                    </a:p>
                  </a:txBody>
                  <a:tcPr marL="4264" marR="4264" marT="4264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414316"/>
                  </a:ext>
                </a:extLst>
              </a:tr>
              <a:tr h="93797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4" marR="4264" marT="4264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414496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BA1B2B8-F759-8D72-FFE7-A1E1CF905FCA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40B9AE5-31EC-EDA3-5407-38A71E7AF6E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784922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9AB9573-5CD2-B55A-A5FF-C039CCA0C0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F89AA1F-71A4-D454-7741-CC4026F50878}"/>
              </a:ext>
            </a:extLst>
          </p:cNvPr>
          <p:cNvSpPr txBox="1"/>
          <p:nvPr/>
        </p:nvSpPr>
        <p:spPr>
          <a:xfrm>
            <a:off x="6914305" y="1093687"/>
            <a:ext cx="49965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TECNPOLIS (WM ASC)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Largo Desarrollo (TV ASC)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97C145D-8158-A363-0983-A0745EE9C45A}"/>
              </a:ext>
            </a:extLst>
          </p:cNvPr>
          <p:cNvSpPr txBox="1"/>
          <p:nvPr/>
        </p:nvSpPr>
        <p:spPr>
          <a:xfrm>
            <a:off x="161508" y="349250"/>
            <a:ext cx="176202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LGEMS) Zapopan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D6BCBB9-873D-944B-982D-2273075DE78D}"/>
              </a:ext>
            </a:extLst>
          </p:cNvPr>
          <p:cNvGraphicFramePr>
            <a:graphicFrameLocks noGrp="1"/>
          </p:cNvGraphicFramePr>
          <p:nvPr/>
        </p:nvGraphicFramePr>
        <p:xfrm>
          <a:off x="317947" y="1144688"/>
          <a:ext cx="6468988" cy="4351341"/>
        </p:xfrm>
        <a:graphic>
          <a:graphicData uri="http://schemas.openxmlformats.org/drawingml/2006/table">
            <a:tbl>
              <a:tblPr/>
              <a:tblGrid>
                <a:gridCol w="407109">
                  <a:extLst>
                    <a:ext uri="{9D8B030D-6E8A-4147-A177-3AD203B41FA5}">
                      <a16:colId xmlns:a16="http://schemas.microsoft.com/office/drawing/2014/main" val="497786254"/>
                    </a:ext>
                  </a:extLst>
                </a:gridCol>
                <a:gridCol w="407109">
                  <a:extLst>
                    <a:ext uri="{9D8B030D-6E8A-4147-A177-3AD203B41FA5}">
                      <a16:colId xmlns:a16="http://schemas.microsoft.com/office/drawing/2014/main" val="1954914727"/>
                    </a:ext>
                  </a:extLst>
                </a:gridCol>
                <a:gridCol w="1005065">
                  <a:extLst>
                    <a:ext uri="{9D8B030D-6E8A-4147-A177-3AD203B41FA5}">
                      <a16:colId xmlns:a16="http://schemas.microsoft.com/office/drawing/2014/main" val="1010125644"/>
                    </a:ext>
                  </a:extLst>
                </a:gridCol>
                <a:gridCol w="209209">
                  <a:extLst>
                    <a:ext uri="{9D8B030D-6E8A-4147-A177-3AD203B41FA5}">
                      <a16:colId xmlns:a16="http://schemas.microsoft.com/office/drawing/2014/main" val="317377196"/>
                    </a:ext>
                  </a:extLst>
                </a:gridCol>
                <a:gridCol w="407109">
                  <a:extLst>
                    <a:ext uri="{9D8B030D-6E8A-4147-A177-3AD203B41FA5}">
                      <a16:colId xmlns:a16="http://schemas.microsoft.com/office/drawing/2014/main" val="600806934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1132656232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4037898359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657128946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1864749779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968488975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638478603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3062242569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1725771049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598757551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005618326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460931371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398529648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215897445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2511425815"/>
                    </a:ext>
                  </a:extLst>
                </a:gridCol>
                <a:gridCol w="211093">
                  <a:extLst>
                    <a:ext uri="{9D8B030D-6E8A-4147-A177-3AD203B41FA5}">
                      <a16:colId xmlns:a16="http://schemas.microsoft.com/office/drawing/2014/main" val="3683768826"/>
                    </a:ext>
                  </a:extLst>
                </a:gridCol>
                <a:gridCol w="209209">
                  <a:extLst>
                    <a:ext uri="{9D8B030D-6E8A-4147-A177-3AD203B41FA5}">
                      <a16:colId xmlns:a16="http://schemas.microsoft.com/office/drawing/2014/main" val="907847038"/>
                    </a:ext>
                  </a:extLst>
                </a:gridCol>
                <a:gridCol w="209209">
                  <a:extLst>
                    <a:ext uri="{9D8B030D-6E8A-4147-A177-3AD203B41FA5}">
                      <a16:colId xmlns:a16="http://schemas.microsoft.com/office/drawing/2014/main" val="3438402036"/>
                    </a:ext>
                  </a:extLst>
                </a:gridCol>
                <a:gridCol w="192246">
                  <a:extLst>
                    <a:ext uri="{9D8B030D-6E8A-4147-A177-3AD203B41FA5}">
                      <a16:colId xmlns:a16="http://schemas.microsoft.com/office/drawing/2014/main" val="1998525860"/>
                    </a:ext>
                  </a:extLst>
                </a:gridCol>
                <a:gridCol w="256328">
                  <a:extLst>
                    <a:ext uri="{9D8B030D-6E8A-4147-A177-3AD203B41FA5}">
                      <a16:colId xmlns:a16="http://schemas.microsoft.com/office/drawing/2014/main" val="66466158"/>
                    </a:ext>
                  </a:extLst>
                </a:gridCol>
              </a:tblGrid>
              <a:tr h="12419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3066969"/>
                  </a:ext>
                </a:extLst>
              </a:tr>
              <a:tr h="24951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84068364"/>
                  </a:ext>
                </a:extLst>
              </a:tr>
              <a:tr h="124195">
                <a:tc rowSpan="30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Zapopan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TECNOPOLIS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5653986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769417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1675077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6060067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TECNOPOLIS Total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6362936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540487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 Total</a:t>
                      </a:r>
                    </a:p>
                  </a:txBody>
                  <a:tcPr marL="5645" marR="5645" marT="5645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209708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471401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LARGO DESARROLLO </a:t>
                      </a:r>
                    </a:p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TECNOLOGICO DE MEXICO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1363482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169466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799287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37178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LARGO DESARROLLO</a:t>
                      </a:r>
                    </a:p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TECNOLOGICO DE MEXICO Total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3440531"/>
                  </a:ext>
                </a:extLst>
              </a:tr>
              <a:tr h="1253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7096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pt-B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MARIA DE JESUS </a:t>
                      </a:r>
                    </a:p>
                    <a:p>
                      <a:pPr algn="ctr" fontAlgn="t"/>
                      <a:r>
                        <a:rPr lang="pt-B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SANCHEZ AGUAYO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3242979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4860457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47422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1835005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MARIA DE JESUS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SANCHEZ AGUAYO Total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6740093"/>
                  </a:ext>
                </a:extLst>
              </a:tr>
              <a:tr h="1253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7715646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 Total</a:t>
                      </a:r>
                    </a:p>
                  </a:txBody>
                  <a:tcPr marL="5645" marR="5645" marT="5645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270427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72656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LARGO DESARROLLO </a:t>
                      </a:r>
                    </a:p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TECNOLOGICO DE MEXICO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21830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4217625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5645" marR="5645" marT="5645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367342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4949280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LARGO DESARROLLO </a:t>
                      </a:r>
                    </a:p>
                    <a:p>
                      <a:pPr algn="ctr" fontAlgn="t"/>
                      <a:r>
                        <a:rPr lang="es-E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TECNOLOGICO DE MEXICO Total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970414"/>
                  </a:ext>
                </a:extLst>
              </a:tr>
              <a:tr h="1253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7896084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 Total</a:t>
                      </a:r>
                    </a:p>
                  </a:txBody>
                  <a:tcPr marL="5645" marR="5645" marT="5645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3133211"/>
                  </a:ext>
                </a:extLst>
              </a:tr>
              <a:tr h="124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3839142"/>
                  </a:ext>
                </a:extLst>
              </a:tr>
              <a:tr h="124195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Zapopan Total</a:t>
                      </a:r>
                    </a:p>
                  </a:txBody>
                  <a:tcPr marL="5645" marR="5645" marT="564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Qty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146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4678880"/>
                  </a:ext>
                </a:extLst>
              </a:tr>
              <a:tr h="124195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5645" marR="5645" marT="564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1446247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EB0C80B5-13FF-ECDB-E236-E321E60F0E90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06996B5-B34B-945B-BD44-3F768D091E3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6 / 6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060F913-580C-A162-20E6-BD62EADD29B9}"/>
              </a:ext>
            </a:extLst>
          </p:cNvPr>
          <p:cNvCxnSpPr/>
          <p:nvPr/>
        </p:nvCxnSpPr>
        <p:spPr>
          <a:xfrm>
            <a:off x="7216942" y="21955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7DDA384A-4B7F-EF04-4740-5624D0B6DF8D}"/>
              </a:ext>
            </a:extLst>
          </p:cNvPr>
          <p:cNvCxnSpPr>
            <a:cxnSpLocks/>
          </p:cNvCxnSpPr>
          <p:nvPr/>
        </p:nvCxnSpPr>
        <p:spPr>
          <a:xfrm>
            <a:off x="10825829" y="21955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8F8D629F-2D78-C8DD-4BF4-3396DFF0EEAF}"/>
              </a:ext>
            </a:extLst>
          </p:cNvPr>
          <p:cNvSpPr txBox="1"/>
          <p:nvPr/>
        </p:nvSpPr>
        <p:spPr>
          <a:xfrm>
            <a:off x="7570732" y="173000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6B88A4-7CEE-B47A-25D7-7A81EDEB4120}"/>
              </a:ext>
            </a:extLst>
          </p:cNvPr>
          <p:cNvSpPr txBox="1"/>
          <p:nvPr/>
        </p:nvSpPr>
        <p:spPr>
          <a:xfrm>
            <a:off x="10784918" y="173000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9F3CE4B-3E7C-7F3F-2568-DD5247B66944}"/>
              </a:ext>
            </a:extLst>
          </p:cNvPr>
          <p:cNvSpPr txBox="1"/>
          <p:nvPr/>
        </p:nvSpPr>
        <p:spPr>
          <a:xfrm>
            <a:off x="7289800" y="2340689"/>
            <a:ext cx="31726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ko-KR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서비스센터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Coverage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조정 통한 </a:t>
            </a:r>
            <a:r>
              <a:rPr lang="en-US" altLang="ko-KR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capa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.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확대 </a:t>
            </a:r>
            <a:endParaRPr lang="ko-KR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36076B1-6345-E3A8-9DBF-EC974249CDCF}"/>
              </a:ext>
            </a:extLst>
          </p:cNvPr>
          <p:cNvSpPr txBox="1"/>
          <p:nvPr/>
        </p:nvSpPr>
        <p:spPr>
          <a:xfrm>
            <a:off x="10959828" y="2306250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3266B64-6CA3-EFB5-991E-F6DD5136B2E1}"/>
              </a:ext>
            </a:extLst>
          </p:cNvPr>
          <p:cNvSpPr txBox="1"/>
          <p:nvPr/>
        </p:nvSpPr>
        <p:spPr>
          <a:xfrm>
            <a:off x="7413150" y="2604740"/>
            <a:ext cx="215972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8900" indent="-88900" algn="l" fontAlgn="base">
              <a:buFontTx/>
              <a:buChar char="-"/>
            </a:pP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1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ASC/ Montenegro Capa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추가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4A0E211-56C0-B8B1-4C58-9C5D13E694CD}"/>
              </a:ext>
            </a:extLst>
          </p:cNvPr>
          <p:cNvSpPr txBox="1"/>
          <p:nvPr/>
        </p:nvSpPr>
        <p:spPr>
          <a:xfrm>
            <a:off x="7289800" y="2900878"/>
            <a:ext cx="33059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88900" indent="-88900"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TV/HS ASC Credit Limit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한시적 확대통한 부품 증량</a:t>
            </a:r>
            <a:endParaRPr lang="ko-KR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0A49C1C-B28E-6FE7-04D0-D6E29D1FB5BB}"/>
              </a:ext>
            </a:extLst>
          </p:cNvPr>
          <p:cNvSpPr txBox="1"/>
          <p:nvPr/>
        </p:nvSpPr>
        <p:spPr>
          <a:xfrm>
            <a:off x="10959828" y="2850961"/>
            <a:ext cx="58600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171143710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1BE8F28-7005-649B-F7D5-AF00866DB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BCA173B9-F6A6-FFD6-6477-A3805FC63E42}"/>
              </a:ext>
            </a:extLst>
          </p:cNvPr>
          <p:cNvSpPr txBox="1"/>
          <p:nvPr/>
        </p:nvSpPr>
        <p:spPr>
          <a:xfrm>
            <a:off x="161508" y="349250"/>
            <a:ext cx="22781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LGESP) Belo Horizonte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99641B6-E3C5-E7D7-71BA-73AE2EB2BBAB}"/>
              </a:ext>
            </a:extLst>
          </p:cNvPr>
          <p:cNvGraphicFramePr>
            <a:graphicFrameLocks noGrp="1"/>
          </p:cNvGraphicFramePr>
          <p:nvPr/>
        </p:nvGraphicFramePr>
        <p:xfrm>
          <a:off x="303858" y="1093687"/>
          <a:ext cx="6363469" cy="4351344"/>
        </p:xfrm>
        <a:graphic>
          <a:graphicData uri="http://schemas.openxmlformats.org/drawingml/2006/table">
            <a:tbl>
              <a:tblPr/>
              <a:tblGrid>
                <a:gridCol w="515262">
                  <a:extLst>
                    <a:ext uri="{9D8B030D-6E8A-4147-A177-3AD203B41FA5}">
                      <a16:colId xmlns:a16="http://schemas.microsoft.com/office/drawing/2014/main" val="3358718345"/>
                    </a:ext>
                  </a:extLst>
                </a:gridCol>
                <a:gridCol w="637499">
                  <a:extLst>
                    <a:ext uri="{9D8B030D-6E8A-4147-A177-3AD203B41FA5}">
                      <a16:colId xmlns:a16="http://schemas.microsoft.com/office/drawing/2014/main" val="1270253880"/>
                    </a:ext>
                  </a:extLst>
                </a:gridCol>
                <a:gridCol w="308886">
                  <a:extLst>
                    <a:ext uri="{9D8B030D-6E8A-4147-A177-3AD203B41FA5}">
                      <a16:colId xmlns:a16="http://schemas.microsoft.com/office/drawing/2014/main" val="2951825633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979675751"/>
                    </a:ext>
                  </a:extLst>
                </a:gridCol>
                <a:gridCol w="433497">
                  <a:extLst>
                    <a:ext uri="{9D8B030D-6E8A-4147-A177-3AD203B41FA5}">
                      <a16:colId xmlns:a16="http://schemas.microsoft.com/office/drawing/2014/main" val="3365940649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1440398431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3964424316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4052874357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3744039209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638452692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096970957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615976980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3120116911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953179965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509030280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536236298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383822019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196902548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2519728232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1477578539"/>
                    </a:ext>
                  </a:extLst>
                </a:gridCol>
                <a:gridCol w="222769">
                  <a:extLst>
                    <a:ext uri="{9D8B030D-6E8A-4147-A177-3AD203B41FA5}">
                      <a16:colId xmlns:a16="http://schemas.microsoft.com/office/drawing/2014/main" val="2761804305"/>
                    </a:ext>
                  </a:extLst>
                </a:gridCol>
                <a:gridCol w="222769">
                  <a:extLst>
                    <a:ext uri="{9D8B030D-6E8A-4147-A177-3AD203B41FA5}">
                      <a16:colId xmlns:a16="http://schemas.microsoft.com/office/drawing/2014/main" val="3700668537"/>
                    </a:ext>
                  </a:extLst>
                </a:gridCol>
                <a:gridCol w="222769">
                  <a:extLst>
                    <a:ext uri="{9D8B030D-6E8A-4147-A177-3AD203B41FA5}">
                      <a16:colId xmlns:a16="http://schemas.microsoft.com/office/drawing/2014/main" val="529074534"/>
                    </a:ext>
                  </a:extLst>
                </a:gridCol>
                <a:gridCol w="224776">
                  <a:extLst>
                    <a:ext uri="{9D8B030D-6E8A-4147-A177-3AD203B41FA5}">
                      <a16:colId xmlns:a16="http://schemas.microsoft.com/office/drawing/2014/main" val="3951540210"/>
                    </a:ext>
                  </a:extLst>
                </a:gridCol>
              </a:tblGrid>
              <a:tr h="1322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en-US" altLang="ko-KR" sz="700" b="0" i="0" u="none" strike="noStrike"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  <a:endParaRPr lang="ko-KR" altLang="en-US" sz="700" b="0" i="0" u="none" strike="noStrike"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2769508"/>
                  </a:ext>
                </a:extLst>
              </a:tr>
              <a:tr h="17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6395697"/>
                  </a:ext>
                </a:extLst>
              </a:tr>
              <a:tr h="132260">
                <a:tc rowSpan="2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Belo Horizonte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FIX CENTER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6333667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8686496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136918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3900778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521357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36139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FIX CENTER Total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893579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3478199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Futura </a:t>
                      </a:r>
                      <a:r>
                        <a:rPr lang="en-US" sz="700" b="0" i="0" u="none" strike="noStrike" kern="1200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Assistencia</a:t>
                      </a:r>
                      <a:endParaRPr lang="en-US" sz="700" b="0" i="0" u="none" strike="noStrike" kern="1200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302426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9228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489483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5283725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555673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0126027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6418066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77240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065932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5395619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 Total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9160421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8361783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6935536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939979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253018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917817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111714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36579"/>
                  </a:ext>
                </a:extLst>
              </a:tr>
              <a:tr h="132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Futura </a:t>
                      </a:r>
                      <a:r>
                        <a:rPr lang="en-US" sz="700" b="0" i="0" u="none" strike="noStrike" kern="1200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Assistencia</a:t>
                      </a:r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Total</a:t>
                      </a:r>
                    </a:p>
                  </a:txBody>
                  <a:tcPr marL="6012" marR="6012" marT="6012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70968"/>
                  </a:ext>
                </a:extLst>
              </a:tr>
              <a:tr h="1382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757643"/>
                  </a:ext>
                </a:extLst>
              </a:tr>
              <a:tr h="132260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Belo Horizonte Total</a:t>
                      </a:r>
                    </a:p>
                  </a:txBody>
                  <a:tcPr marL="6012" marR="6012" marT="6012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27381"/>
                  </a:ext>
                </a:extLst>
              </a:tr>
              <a:tr h="132260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012" marR="6012" marT="6012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420601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B97CD5B3-AEA0-C8F0-AF8B-A5FBE88E35D4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7220FA3-2591-6063-E18F-A844515A65E0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0477ED8-F693-DCE2-8649-8D8A21EC3A3B}"/>
              </a:ext>
            </a:extLst>
          </p:cNvPr>
          <p:cNvSpPr txBox="1"/>
          <p:nvPr/>
        </p:nvSpPr>
        <p:spPr>
          <a:xfrm>
            <a:off x="6825405" y="1093687"/>
            <a:ext cx="47414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- 2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 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안전재고 증가 및 물류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L/T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감소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4B0CE761-224F-7F1F-3EC9-C67EC3FB58EB}"/>
              </a:ext>
            </a:extLst>
          </p:cNvPr>
          <p:cNvCxnSpPr/>
          <p:nvPr/>
        </p:nvCxnSpPr>
        <p:spPr>
          <a:xfrm>
            <a:off x="7021362" y="22209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217699C1-8375-FA1A-883A-A1FCAB5AC4EE}"/>
              </a:ext>
            </a:extLst>
          </p:cNvPr>
          <p:cNvCxnSpPr>
            <a:cxnSpLocks/>
          </p:cNvCxnSpPr>
          <p:nvPr/>
        </p:nvCxnSpPr>
        <p:spPr>
          <a:xfrm>
            <a:off x="10630249" y="22209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AFC24956-3C81-EB0F-D352-38FD0CEB0906}"/>
              </a:ext>
            </a:extLst>
          </p:cNvPr>
          <p:cNvSpPr txBox="1"/>
          <p:nvPr/>
        </p:nvSpPr>
        <p:spPr>
          <a:xfrm>
            <a:off x="7375152" y="175540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56A651E-2550-C22A-DBFD-078C385B64EC}"/>
              </a:ext>
            </a:extLst>
          </p:cNvPr>
          <p:cNvSpPr txBox="1"/>
          <p:nvPr/>
        </p:nvSpPr>
        <p:spPr>
          <a:xfrm>
            <a:off x="10589338" y="175540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014F3ADC-82FE-2740-4A85-1BBDA768E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362" y="248810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상황 관제실 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WIP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관리 및 장기 미처리 건 개선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A5B09CA-CD77-43EF-02BD-69A2A8A12A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3413" y="248418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3B5EE7D0-A8F2-181A-3188-A5F2967E51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6515" y="276794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실시간 수리 현황 대시보드 구축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6CCF9179-2A29-36F8-EFB8-C24F98CDEF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3413" y="2761833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4/28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0" name="Text Box 3">
            <a:extLst>
              <a:ext uri="{FF2B5EF4-FFF2-40B4-BE49-F238E27FC236}">
                <a16:creationId xmlns:a16="http://schemas.microsoft.com/office/drawing/2014/main" id="{7361BCC2-3120-5390-520B-DCD6903E4C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6515" y="3011313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 센터 미팅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당일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처리건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및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당겨치기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등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1" name="Text Box 3">
            <a:extLst>
              <a:ext uri="{FF2B5EF4-FFF2-40B4-BE49-F238E27FC236}">
                <a16:creationId xmlns:a16="http://schemas.microsoft.com/office/drawing/2014/main" id="{49487748-4AA9-18A3-D184-EC72016EE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3413" y="3005199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2" name="Text Box 3">
            <a:extLst>
              <a:ext uri="{FF2B5EF4-FFF2-40B4-BE49-F238E27FC236}">
                <a16:creationId xmlns:a16="http://schemas.microsoft.com/office/drawing/2014/main" id="{916A7C73-1D5E-D142-ECBE-38D4F468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362" y="3474708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DMS2(ES/HS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전용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기사 교체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3" name="Text Box 3">
            <a:extLst>
              <a:ext uri="{FF2B5EF4-FFF2-40B4-BE49-F238E27FC236}">
                <a16:creationId xmlns:a16="http://schemas.microsoft.com/office/drawing/2014/main" id="{99854822-46C6-0828-EAD9-0848925D6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3413" y="3470782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4" name="Text Box 3">
            <a:extLst>
              <a:ext uri="{FF2B5EF4-FFF2-40B4-BE49-F238E27FC236}">
                <a16:creationId xmlns:a16="http://schemas.microsoft.com/office/drawing/2014/main" id="{E550D645-27FC-AB02-4DD1-DECF86225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6515" y="3763440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- 1:1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집합 교육 진행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따우바떼에서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교육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5" name="Text Box 3">
            <a:extLst>
              <a:ext uri="{FF2B5EF4-FFF2-40B4-BE49-F238E27FC236}">
                <a16:creationId xmlns:a16="http://schemas.microsoft.com/office/drawing/2014/main" id="{DA199141-C0C1-C994-FEEA-9197A0401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04953" y="3757326"/>
            <a:ext cx="103802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5/11 ~ 15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6" name="Text Box 3">
            <a:extLst>
              <a:ext uri="{FF2B5EF4-FFF2-40B4-BE49-F238E27FC236}">
                <a16:creationId xmlns:a16="http://schemas.microsoft.com/office/drawing/2014/main" id="{BC822BA2-B844-9C51-07EA-8A07C32063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4183" y="3507435"/>
            <a:ext cx="1953175" cy="2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ko-KR" altLang="en-US" sz="900">
                <a:solidFill>
                  <a:srgbClr val="006600"/>
                </a:solidFill>
              </a:rPr>
              <a:t>기존 </a:t>
            </a:r>
            <a:r>
              <a:rPr lang="ko-KR" altLang="en-US" sz="900" err="1">
                <a:solidFill>
                  <a:srgbClr val="006600"/>
                </a:solidFill>
              </a:rPr>
              <a:t>수리사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low performance</a:t>
            </a:r>
            <a:r>
              <a:rPr lang="ko-KR" altLang="en-US" sz="900">
                <a:solidFill>
                  <a:srgbClr val="006600"/>
                </a:solidFill>
              </a:rPr>
              <a:t>로</a:t>
            </a:r>
            <a:r>
              <a:rPr lang="en-US" altLang="ko-KR" sz="900">
                <a:solidFill>
                  <a:srgbClr val="006600"/>
                </a:solidFill>
              </a:rPr>
              <a:t> </a:t>
            </a:r>
            <a:r>
              <a:rPr lang="ko-KR" altLang="en-US" sz="900">
                <a:solidFill>
                  <a:srgbClr val="006600"/>
                </a:solidFill>
              </a:rPr>
              <a:t>대체</a:t>
            </a:r>
            <a:endParaRPr lang="en-US" sz="900">
              <a:solidFill>
                <a:srgbClr val="006600"/>
              </a:solidFill>
            </a:endParaRPr>
          </a:p>
        </p:txBody>
      </p:sp>
      <p:sp>
        <p:nvSpPr>
          <p:cNvPr id="27" name="Text Box 3">
            <a:extLst>
              <a:ext uri="{FF2B5EF4-FFF2-40B4-BE49-F238E27FC236}">
                <a16:creationId xmlns:a16="http://schemas.microsoft.com/office/drawing/2014/main" id="{ACFAC50C-BE88-4138-36FC-B94349758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4463" y="3997429"/>
            <a:ext cx="3606933" cy="2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en-US" sz="900">
                <a:solidFill>
                  <a:srgbClr val="006600"/>
                </a:solidFill>
              </a:rPr>
              <a:t>MOT, </a:t>
            </a:r>
            <a:r>
              <a:rPr lang="ko-KR" altLang="en-US" sz="900">
                <a:solidFill>
                  <a:srgbClr val="006600"/>
                </a:solidFill>
              </a:rPr>
              <a:t>기술</a:t>
            </a:r>
            <a:r>
              <a:rPr lang="en-US" altLang="ko-KR" sz="900">
                <a:solidFill>
                  <a:srgbClr val="006600"/>
                </a:solidFill>
              </a:rPr>
              <a:t> </a:t>
            </a:r>
            <a:r>
              <a:rPr lang="ko-KR" altLang="en-US" sz="900">
                <a:solidFill>
                  <a:srgbClr val="006600"/>
                </a:solidFill>
              </a:rPr>
              <a:t>및 제품</a:t>
            </a:r>
            <a:r>
              <a:rPr lang="en-US" altLang="ko-KR" sz="900">
                <a:solidFill>
                  <a:srgbClr val="006600"/>
                </a:solidFill>
              </a:rPr>
              <a:t>, GSFS, CPM </a:t>
            </a:r>
            <a:r>
              <a:rPr lang="ko-KR" altLang="en-US" sz="900">
                <a:solidFill>
                  <a:srgbClr val="006600"/>
                </a:solidFill>
              </a:rPr>
              <a:t>등 교육 진행</a:t>
            </a:r>
            <a:r>
              <a:rPr lang="en-US" altLang="ko-KR" sz="900">
                <a:solidFill>
                  <a:srgbClr val="006600"/>
                </a:solidFill>
              </a:rPr>
              <a:t>, 5/18</a:t>
            </a:r>
            <a:r>
              <a:rPr lang="ko-KR" altLang="en-US" sz="900">
                <a:solidFill>
                  <a:srgbClr val="006600"/>
                </a:solidFill>
              </a:rPr>
              <a:t>일 </a:t>
            </a:r>
            <a:r>
              <a:rPr lang="en-US" altLang="ko-KR" sz="900">
                <a:solidFill>
                  <a:srgbClr val="006600"/>
                </a:solidFill>
              </a:rPr>
              <a:t>Field </a:t>
            </a:r>
            <a:r>
              <a:rPr lang="ko-KR" altLang="en-US" sz="900">
                <a:solidFill>
                  <a:srgbClr val="006600"/>
                </a:solidFill>
              </a:rPr>
              <a:t>투입 진행</a:t>
            </a:r>
            <a:endParaRPr lang="en-US" sz="900">
              <a:solidFill>
                <a:srgbClr val="006600"/>
              </a:solidFill>
            </a:endParaRP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035F6501-188D-7EDC-604E-CB219A901B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362" y="4347262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안전 부품 보유 확대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3319E44A-0E99-CCBF-D4B1-42500C3E0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23413" y="4343336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FAE7BA3C-2A17-3AF6-B936-1C28DD79B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6515" y="465263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- 5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주치 안전 부품 보유 확대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기존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 5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주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  <a:sym typeface="Wingdings" panose="05000000000000000000" pitchFamily="2" charset="2"/>
              </a:rPr>
              <a:t>)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1" name="Text Box 3">
            <a:extLst>
              <a:ext uri="{FF2B5EF4-FFF2-40B4-BE49-F238E27FC236}">
                <a16:creationId xmlns:a16="http://schemas.microsoft.com/office/drawing/2014/main" id="{C694E088-59DF-AAD6-B4EA-FCE33B3E14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04953" y="4646523"/>
            <a:ext cx="103802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32" name="Text Box 3">
            <a:extLst>
              <a:ext uri="{FF2B5EF4-FFF2-40B4-BE49-F238E27FC236}">
                <a16:creationId xmlns:a16="http://schemas.microsoft.com/office/drawing/2014/main" id="{EC64057A-CB20-68F0-C44E-0E72B03AE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4463" y="4939713"/>
            <a:ext cx="4118226" cy="3555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en-US" sz="900">
                <a:solidFill>
                  <a:srgbClr val="006600"/>
                </a:solidFill>
              </a:rPr>
              <a:t>FIX </a:t>
            </a:r>
            <a:r>
              <a:rPr lang="ko-KR" altLang="en-US" sz="900">
                <a:solidFill>
                  <a:srgbClr val="006600"/>
                </a:solidFill>
              </a:rPr>
              <a:t>센터 </a:t>
            </a:r>
            <a:r>
              <a:rPr lang="en-US" altLang="ko-KR" sz="900">
                <a:solidFill>
                  <a:srgbClr val="006600"/>
                </a:solidFill>
              </a:rPr>
              <a:t>: LTV </a:t>
            </a:r>
            <a:r>
              <a:rPr lang="ko-KR" altLang="en-US" sz="900">
                <a:solidFill>
                  <a:srgbClr val="006600"/>
                </a:solidFill>
              </a:rPr>
              <a:t>부품 </a:t>
            </a:r>
            <a:r>
              <a:rPr lang="en-US" altLang="ko-KR" sz="900">
                <a:solidFill>
                  <a:srgbClr val="006600"/>
                </a:solidFill>
              </a:rPr>
              <a:t>47</a:t>
            </a:r>
            <a:r>
              <a:rPr lang="ko-KR" altLang="en-US" sz="900">
                <a:solidFill>
                  <a:srgbClr val="006600"/>
                </a:solidFill>
              </a:rPr>
              <a:t>개 부품 안전 재고 확보 완료</a:t>
            </a:r>
            <a:br>
              <a:rPr lang="en-US" altLang="ko-KR" sz="900">
                <a:solidFill>
                  <a:srgbClr val="006600"/>
                </a:solidFill>
              </a:rPr>
            </a:br>
            <a:r>
              <a:rPr lang="en-US" altLang="ko-KR" sz="900">
                <a:solidFill>
                  <a:srgbClr val="006600"/>
                </a:solidFill>
              </a:rPr>
              <a:t>Futura </a:t>
            </a:r>
            <a:r>
              <a:rPr lang="ko-KR" altLang="en-US" sz="900">
                <a:solidFill>
                  <a:srgbClr val="006600"/>
                </a:solidFill>
              </a:rPr>
              <a:t>센터 </a:t>
            </a:r>
            <a:r>
              <a:rPr lang="en-US" altLang="ko-KR" sz="900">
                <a:solidFill>
                  <a:srgbClr val="006600"/>
                </a:solidFill>
              </a:rPr>
              <a:t>: RAC </a:t>
            </a:r>
            <a:r>
              <a:rPr lang="ko-KR" altLang="en-US" sz="900">
                <a:solidFill>
                  <a:srgbClr val="006600"/>
                </a:solidFill>
              </a:rPr>
              <a:t>및 </a:t>
            </a:r>
            <a:r>
              <a:rPr lang="en-US" altLang="ko-KR" sz="900">
                <a:solidFill>
                  <a:srgbClr val="006600"/>
                </a:solidFill>
              </a:rPr>
              <a:t>W/M 203</a:t>
            </a:r>
            <a:r>
              <a:rPr lang="ko-KR" altLang="en-US" sz="900">
                <a:solidFill>
                  <a:srgbClr val="006600"/>
                </a:solidFill>
              </a:rPr>
              <a:t>개 부품 안전 재고 확보 완료</a:t>
            </a:r>
            <a:endParaRPr lang="en-US" sz="9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026689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7233D04A-C521-D10D-F247-4F9CC71674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1FCB8E38-7ECB-614C-08CE-B8320185478E}"/>
              </a:ext>
            </a:extLst>
          </p:cNvPr>
          <p:cNvSpPr txBox="1"/>
          <p:nvPr/>
        </p:nvSpPr>
        <p:spPr>
          <a:xfrm>
            <a:off x="6798462" y="1131671"/>
            <a:ext cx="375032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HS 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EXCLUSIVA CAMPINAS TV 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  <a:endParaRPr lang="ko-KR" altLang="en-US" sz="12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8A10CFE-FF9C-013D-8140-2AA46897D2B1}"/>
              </a:ext>
            </a:extLst>
          </p:cNvPr>
          <p:cNvSpPr txBox="1"/>
          <p:nvPr/>
        </p:nvSpPr>
        <p:spPr>
          <a:xfrm>
            <a:off x="161508" y="349250"/>
            <a:ext cx="18485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LGESP) Campinas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88A73FC-2C49-2481-C0AB-AADBC12201D4}"/>
              </a:ext>
            </a:extLst>
          </p:cNvPr>
          <p:cNvGraphicFramePr>
            <a:graphicFrameLocks noGrp="1"/>
          </p:cNvGraphicFramePr>
          <p:nvPr/>
        </p:nvGraphicFramePr>
        <p:xfrm>
          <a:off x="210163" y="1149022"/>
          <a:ext cx="6588299" cy="4119466"/>
        </p:xfrm>
        <a:graphic>
          <a:graphicData uri="http://schemas.openxmlformats.org/drawingml/2006/table">
            <a:tbl>
              <a:tblPr/>
              <a:tblGrid>
                <a:gridCol w="423912">
                  <a:extLst>
                    <a:ext uri="{9D8B030D-6E8A-4147-A177-3AD203B41FA5}">
                      <a16:colId xmlns:a16="http://schemas.microsoft.com/office/drawing/2014/main" val="1192084850"/>
                    </a:ext>
                  </a:extLst>
                </a:gridCol>
                <a:gridCol w="694746">
                  <a:extLst>
                    <a:ext uri="{9D8B030D-6E8A-4147-A177-3AD203B41FA5}">
                      <a16:colId xmlns:a16="http://schemas.microsoft.com/office/drawing/2014/main" val="1967645292"/>
                    </a:ext>
                  </a:extLst>
                </a:gridCol>
                <a:gridCol w="423912">
                  <a:extLst>
                    <a:ext uri="{9D8B030D-6E8A-4147-A177-3AD203B41FA5}">
                      <a16:colId xmlns:a16="http://schemas.microsoft.com/office/drawing/2014/main" val="1369387938"/>
                    </a:ext>
                  </a:extLst>
                </a:gridCol>
                <a:gridCol w="200181">
                  <a:extLst>
                    <a:ext uri="{9D8B030D-6E8A-4147-A177-3AD203B41FA5}">
                      <a16:colId xmlns:a16="http://schemas.microsoft.com/office/drawing/2014/main" val="4006717787"/>
                    </a:ext>
                  </a:extLst>
                </a:gridCol>
                <a:gridCol w="423912">
                  <a:extLst>
                    <a:ext uri="{9D8B030D-6E8A-4147-A177-3AD203B41FA5}">
                      <a16:colId xmlns:a16="http://schemas.microsoft.com/office/drawing/2014/main" val="2676311105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727416593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96188461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157493379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371192971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1584148450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1098409876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583288735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005272023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3419105169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3543227076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868328481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2116426433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4089322830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3125749084"/>
                    </a:ext>
                  </a:extLst>
                </a:gridCol>
                <a:gridCol w="219806">
                  <a:extLst>
                    <a:ext uri="{9D8B030D-6E8A-4147-A177-3AD203B41FA5}">
                      <a16:colId xmlns:a16="http://schemas.microsoft.com/office/drawing/2014/main" val="3934695872"/>
                    </a:ext>
                  </a:extLst>
                </a:gridCol>
                <a:gridCol w="217844">
                  <a:extLst>
                    <a:ext uri="{9D8B030D-6E8A-4147-A177-3AD203B41FA5}">
                      <a16:colId xmlns:a16="http://schemas.microsoft.com/office/drawing/2014/main" val="1410381017"/>
                    </a:ext>
                  </a:extLst>
                </a:gridCol>
                <a:gridCol w="223732">
                  <a:extLst>
                    <a:ext uri="{9D8B030D-6E8A-4147-A177-3AD203B41FA5}">
                      <a16:colId xmlns:a16="http://schemas.microsoft.com/office/drawing/2014/main" val="4142517355"/>
                    </a:ext>
                  </a:extLst>
                </a:gridCol>
                <a:gridCol w="259058">
                  <a:extLst>
                    <a:ext uri="{9D8B030D-6E8A-4147-A177-3AD203B41FA5}">
                      <a16:colId xmlns:a16="http://schemas.microsoft.com/office/drawing/2014/main" val="1254095752"/>
                    </a:ext>
                  </a:extLst>
                </a:gridCol>
                <a:gridCol w="423912">
                  <a:extLst>
                    <a:ext uri="{9D8B030D-6E8A-4147-A177-3AD203B41FA5}">
                      <a16:colId xmlns:a16="http://schemas.microsoft.com/office/drawing/2014/main" val="2086071916"/>
                    </a:ext>
                  </a:extLst>
                </a:gridCol>
              </a:tblGrid>
              <a:tr h="12925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2875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7842639"/>
                  </a:ext>
                </a:extLst>
              </a:tr>
              <a:tr h="129259">
                <a:tc rowSpan="2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Campinas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EXCLUSIVA CAMPINAS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7679364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296819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875" marR="5875" marT="5875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11485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019918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6742746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245342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EXCLUSIVA CAMPINAS Total</a:t>
                      </a:r>
                    </a:p>
                  </a:txBody>
                  <a:tcPr marL="5875" marR="5875" marT="5875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227799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3370405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8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MAQCENTER ASSISTENCIA TECNICA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1516465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998841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020329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9312569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 Total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8754404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475293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627366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8943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9015717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605861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9539509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844613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568452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334528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12065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7489278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160124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557781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MAQCENTER ASSISTENCIA TECNICA Total</a:t>
                      </a:r>
                    </a:p>
                  </a:txBody>
                  <a:tcPr marL="5875" marR="5875" marT="5875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7813316"/>
                  </a:ext>
                </a:extLst>
              </a:tr>
              <a:tr h="1292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3969078"/>
                  </a:ext>
                </a:extLst>
              </a:tr>
              <a:tr h="129259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Campinas Total</a:t>
                      </a:r>
                    </a:p>
                  </a:txBody>
                  <a:tcPr marL="5875" marR="5875" marT="5875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7742976"/>
                  </a:ext>
                </a:extLst>
              </a:tr>
              <a:tr h="129259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5875" marR="5875" marT="5875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567017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145A972E-6E10-8DE5-F5F3-68A8A38D20B4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6957378-984A-EAF8-0521-8E56C8932B91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750349D-9EF2-CBE3-D62B-6211BD71B4CA}"/>
              </a:ext>
            </a:extLst>
          </p:cNvPr>
          <p:cNvCxnSpPr/>
          <p:nvPr/>
        </p:nvCxnSpPr>
        <p:spPr>
          <a:xfrm>
            <a:off x="7188671" y="22717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BC7C7009-8698-62D8-D435-51E81849632A}"/>
              </a:ext>
            </a:extLst>
          </p:cNvPr>
          <p:cNvCxnSpPr>
            <a:cxnSpLocks/>
          </p:cNvCxnSpPr>
          <p:nvPr/>
        </p:nvCxnSpPr>
        <p:spPr>
          <a:xfrm>
            <a:off x="10797558" y="22717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530F917B-E048-A853-93CA-43A21B7FF44A}"/>
              </a:ext>
            </a:extLst>
          </p:cNvPr>
          <p:cNvSpPr txBox="1"/>
          <p:nvPr/>
        </p:nvSpPr>
        <p:spPr>
          <a:xfrm>
            <a:off x="7542461" y="180620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872AA09-92BF-902D-506C-0D9E4FC01725}"/>
              </a:ext>
            </a:extLst>
          </p:cNvPr>
          <p:cNvSpPr txBox="1"/>
          <p:nvPr/>
        </p:nvSpPr>
        <p:spPr>
          <a:xfrm>
            <a:off x="10756647" y="180620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 Box 3">
            <a:extLst>
              <a:ext uri="{FF2B5EF4-FFF2-40B4-BE49-F238E27FC236}">
                <a16:creationId xmlns:a16="http://schemas.microsoft.com/office/drawing/2014/main" id="{4D099712-FDA4-5840-963E-5FBFDCF9B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248810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상황 관제실 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WIP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관리 및 장기 미처리 건 개선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0C7E1316-1F4D-714F-2A96-22AF030B7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248418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7913484-1F80-0553-379A-8B6C466BD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276794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실시간 수리 현황 대시보드 구축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494465A1-1E28-92D4-D8F3-15264625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2761833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4/28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A30D0A07-44AB-268C-BE27-183F8E444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3011313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 센터 미팅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당일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처리건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및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당겨치기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등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0" name="Text Box 3">
            <a:extLst>
              <a:ext uri="{FF2B5EF4-FFF2-40B4-BE49-F238E27FC236}">
                <a16:creationId xmlns:a16="http://schemas.microsoft.com/office/drawing/2014/main" id="{6A0E2446-4647-7C1C-5123-AED869113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3005199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1" name="Text Box 3">
            <a:extLst>
              <a:ext uri="{FF2B5EF4-FFF2-40B4-BE49-F238E27FC236}">
                <a16:creationId xmlns:a16="http://schemas.microsoft.com/office/drawing/2014/main" id="{C16C7C27-4AF4-77A0-40D7-34ED02E04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3518644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안전 부품 보유 확대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2" name="Text Box 3">
            <a:extLst>
              <a:ext uri="{FF2B5EF4-FFF2-40B4-BE49-F238E27FC236}">
                <a16:creationId xmlns:a16="http://schemas.microsoft.com/office/drawing/2014/main" id="{4B2211BB-062E-E568-F5AE-CE7EBCEBE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3514718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3" name="Text Box 3">
            <a:extLst>
              <a:ext uri="{FF2B5EF4-FFF2-40B4-BE49-F238E27FC236}">
                <a16:creationId xmlns:a16="http://schemas.microsoft.com/office/drawing/2014/main" id="{AF285A98-4B67-4048-E203-57CEC26AB9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3824019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- 3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주치 안전 부품 보유 확대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4" name="Text Box 3">
            <a:extLst>
              <a:ext uri="{FF2B5EF4-FFF2-40B4-BE49-F238E27FC236}">
                <a16:creationId xmlns:a16="http://schemas.microsoft.com/office/drawing/2014/main" id="{F34E7133-0812-553F-3274-363016684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93853" y="3817905"/>
            <a:ext cx="103802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5" name="Text Box 3">
            <a:extLst>
              <a:ext uri="{FF2B5EF4-FFF2-40B4-BE49-F238E27FC236}">
                <a16:creationId xmlns:a16="http://schemas.microsoft.com/office/drawing/2014/main" id="{6469C9A6-A5AD-812E-66E6-F39CAA9BE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363" y="4111095"/>
            <a:ext cx="4118226" cy="2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en-US" altLang="ko-KR" sz="900" err="1">
                <a:solidFill>
                  <a:srgbClr val="006600"/>
                </a:solidFill>
              </a:rPr>
              <a:t>Imagem</a:t>
            </a:r>
            <a:r>
              <a:rPr lang="en-US" altLang="ko-KR" sz="900">
                <a:solidFill>
                  <a:srgbClr val="006600"/>
                </a:solidFill>
              </a:rPr>
              <a:t> Real : 154</a:t>
            </a:r>
            <a:r>
              <a:rPr lang="ko-KR" altLang="en-US" sz="900">
                <a:solidFill>
                  <a:srgbClr val="006600"/>
                </a:solidFill>
              </a:rPr>
              <a:t>개 부품 안전 재고 확보 완료</a:t>
            </a:r>
            <a:endParaRPr lang="en-US" sz="900">
              <a:solidFill>
                <a:srgbClr val="006600"/>
              </a:solidFill>
            </a:endParaRPr>
          </a:p>
        </p:txBody>
      </p:sp>
      <p:sp>
        <p:nvSpPr>
          <p:cNvPr id="26" name="Text Box 3">
            <a:extLst>
              <a:ext uri="{FF2B5EF4-FFF2-40B4-BE49-F238E27FC236}">
                <a16:creationId xmlns:a16="http://schemas.microsoft.com/office/drawing/2014/main" id="{204B384F-7672-4E78-5B54-C90355DA2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4547096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Deliver L/T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감축 진행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7" name="Text Box 3">
            <a:extLst>
              <a:ext uri="{FF2B5EF4-FFF2-40B4-BE49-F238E27FC236}">
                <a16:creationId xmlns:a16="http://schemas.microsoft.com/office/drawing/2014/main" id="{888DC1D5-83EF-74C6-382F-42AF74903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4543170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5/12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DA1D482A-5439-B14D-FDF9-D19EF65D66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4833933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D+1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오전 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8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시 이내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부품 도착 추진 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776286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42BD9D0-B058-3B3B-C210-11C46D090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68A8955C-FD05-2E0D-9DD0-FF84924E99B4}"/>
              </a:ext>
            </a:extLst>
          </p:cNvPr>
          <p:cNvSpPr txBox="1"/>
          <p:nvPr/>
        </p:nvSpPr>
        <p:spPr>
          <a:xfrm>
            <a:off x="6547592" y="1131671"/>
            <a:ext cx="53649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ASC(</a:t>
            </a:r>
            <a:r>
              <a:rPr lang="en-US" altLang="ko-KR" sz="1200" b="1" i="0" u="none" strike="noStrike" kern="1200" err="1">
                <a:solidFill>
                  <a:srgbClr val="303031"/>
                </a:solidFill>
                <a:effectLst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Imagem</a:t>
            </a:r>
            <a:r>
              <a:rPr lang="en-US" altLang="ko-KR" sz="1200" b="1" i="0" u="none" strike="noStrike" kern="1200">
                <a:solidFill>
                  <a:srgbClr val="303031"/>
                </a:solidFill>
                <a:effectLst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Real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필요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안전재고 증가 및 물류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L/T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감소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5B56F62-9FCC-20BA-948B-56414879F3DF}"/>
              </a:ext>
            </a:extLst>
          </p:cNvPr>
          <p:cNvSpPr txBox="1"/>
          <p:nvPr/>
        </p:nvSpPr>
        <p:spPr>
          <a:xfrm>
            <a:off x="161508" y="349250"/>
            <a:ext cx="16578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LGESP) Curitiba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20D273B-849B-FA24-53E0-7043E84E4060}"/>
              </a:ext>
            </a:extLst>
          </p:cNvPr>
          <p:cNvCxnSpPr/>
          <p:nvPr/>
        </p:nvCxnSpPr>
        <p:spPr>
          <a:xfrm>
            <a:off x="7188671" y="2271794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55C1FBFE-2CD5-2B5E-8F35-638BC92384CC}"/>
              </a:ext>
            </a:extLst>
          </p:cNvPr>
          <p:cNvCxnSpPr>
            <a:cxnSpLocks/>
          </p:cNvCxnSpPr>
          <p:nvPr/>
        </p:nvCxnSpPr>
        <p:spPr>
          <a:xfrm>
            <a:off x="10797558" y="2271794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3046698D-A862-C11D-69A3-46E53301FCF7}"/>
              </a:ext>
            </a:extLst>
          </p:cNvPr>
          <p:cNvSpPr txBox="1"/>
          <p:nvPr/>
        </p:nvSpPr>
        <p:spPr>
          <a:xfrm>
            <a:off x="7542461" y="1806205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0A2FA01-DAB7-BE60-2CE8-A85EDDDD1391}"/>
              </a:ext>
            </a:extLst>
          </p:cNvPr>
          <p:cNvSpPr txBox="1"/>
          <p:nvPr/>
        </p:nvSpPr>
        <p:spPr>
          <a:xfrm>
            <a:off x="10756647" y="1806204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DD37F15-F975-CDB5-CF26-8C65DCE4B694}"/>
              </a:ext>
            </a:extLst>
          </p:cNvPr>
          <p:cNvGraphicFramePr>
            <a:graphicFrameLocks noGrp="1"/>
          </p:cNvGraphicFramePr>
          <p:nvPr/>
        </p:nvGraphicFramePr>
        <p:xfrm>
          <a:off x="330842" y="1112470"/>
          <a:ext cx="6059780" cy="3798732"/>
        </p:xfrm>
        <a:graphic>
          <a:graphicData uri="http://schemas.openxmlformats.org/drawingml/2006/table">
            <a:tbl>
              <a:tblPr/>
              <a:tblGrid>
                <a:gridCol w="285928">
                  <a:extLst>
                    <a:ext uri="{9D8B030D-6E8A-4147-A177-3AD203B41FA5}">
                      <a16:colId xmlns:a16="http://schemas.microsoft.com/office/drawing/2014/main" val="190454172"/>
                    </a:ext>
                  </a:extLst>
                </a:gridCol>
                <a:gridCol w="470078">
                  <a:extLst>
                    <a:ext uri="{9D8B030D-6E8A-4147-A177-3AD203B41FA5}">
                      <a16:colId xmlns:a16="http://schemas.microsoft.com/office/drawing/2014/main" val="4071377284"/>
                    </a:ext>
                  </a:extLst>
                </a:gridCol>
                <a:gridCol w="309741">
                  <a:extLst>
                    <a:ext uri="{9D8B030D-6E8A-4147-A177-3AD203B41FA5}">
                      <a16:colId xmlns:a16="http://schemas.microsoft.com/office/drawing/2014/main" val="1996397423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1702551861"/>
                    </a:ext>
                  </a:extLst>
                </a:gridCol>
                <a:gridCol w="224015">
                  <a:extLst>
                    <a:ext uri="{9D8B030D-6E8A-4147-A177-3AD203B41FA5}">
                      <a16:colId xmlns:a16="http://schemas.microsoft.com/office/drawing/2014/main" val="4046023074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4005356286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1994370822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4122859760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1731336802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949134522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2903043818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1356868427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798621993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3323793411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3354315049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2519757491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609508728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3266671712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3907334600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1779695960"/>
                    </a:ext>
                  </a:extLst>
                </a:gridCol>
                <a:gridCol w="238528">
                  <a:extLst>
                    <a:ext uri="{9D8B030D-6E8A-4147-A177-3AD203B41FA5}">
                      <a16:colId xmlns:a16="http://schemas.microsoft.com/office/drawing/2014/main" val="1155956575"/>
                    </a:ext>
                  </a:extLst>
                </a:gridCol>
                <a:gridCol w="238528">
                  <a:extLst>
                    <a:ext uri="{9D8B030D-6E8A-4147-A177-3AD203B41FA5}">
                      <a16:colId xmlns:a16="http://schemas.microsoft.com/office/drawing/2014/main" val="997512159"/>
                    </a:ext>
                  </a:extLst>
                </a:gridCol>
                <a:gridCol w="238528">
                  <a:extLst>
                    <a:ext uri="{9D8B030D-6E8A-4147-A177-3AD203B41FA5}">
                      <a16:colId xmlns:a16="http://schemas.microsoft.com/office/drawing/2014/main" val="3188936346"/>
                    </a:ext>
                  </a:extLst>
                </a:gridCol>
                <a:gridCol w="240677">
                  <a:extLst>
                    <a:ext uri="{9D8B030D-6E8A-4147-A177-3AD203B41FA5}">
                      <a16:colId xmlns:a16="http://schemas.microsoft.com/office/drawing/2014/main" val="1845270033"/>
                    </a:ext>
                  </a:extLst>
                </a:gridCol>
              </a:tblGrid>
              <a:tr h="123664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  <a:endParaRPr lang="ko-KR" altLang="en-US" sz="700" b="0" i="0" u="none" strike="noStrike" kern="1200">
                        <a:solidFill>
                          <a:srgbClr val="30303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5645" marR="5645" marT="5645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6822317"/>
                  </a:ext>
                </a:extLst>
              </a:tr>
              <a:tr h="16750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W18</a:t>
                      </a:r>
                    </a:p>
                  </a:txBody>
                  <a:tcPr marL="5645" marR="5645" marT="564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8717889"/>
                  </a:ext>
                </a:extLst>
              </a:tr>
              <a:tr h="123664">
                <a:tc rowSpan="2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Curitiba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 err="1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Imagem</a:t>
                      </a:r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Real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0513591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795535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439" marR="6439" marT="6439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1419766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5844851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83048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75959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2011051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3386900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439" marR="6439" marT="6439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5570344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1314494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RAC BD Total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1341213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09218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2897195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6642119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439" marR="6439" marT="6439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097877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7462877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6453983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413317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6837411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339974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299380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164680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6439" marR="6439" marT="6439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9839755"/>
                  </a:ext>
                </a:extLst>
              </a:tr>
              <a:tr h="1292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7700424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Imagem Real Total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634561"/>
                  </a:ext>
                </a:extLst>
              </a:tr>
              <a:tr h="1236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91203"/>
                  </a:ext>
                </a:extLst>
              </a:tr>
              <a:tr h="123664">
                <a:tc rowSpan="2"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Curitiba Total</a:t>
                      </a:r>
                    </a:p>
                  </a:txBody>
                  <a:tcPr marL="6439" marR="6439" marT="6439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Qty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4684770"/>
                  </a:ext>
                </a:extLst>
              </a:tr>
              <a:tr h="123664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6439" marR="6439" marT="6439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2189954"/>
                  </a:ext>
                </a:extLst>
              </a:tr>
            </a:tbl>
          </a:graphicData>
        </a:graphic>
      </p:graphicFrame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9168A06A-4187-58C6-03B7-B55EBC757A5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2A99991-4B3F-C331-AB15-6710972EC8F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6007AF80-EB81-0DB2-A211-A567741216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248810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[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공통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]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상황 관제실 통한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WIP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관리 및 장기 미처리 건 개선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6" name="Text Box 3">
            <a:extLst>
              <a:ext uri="{FF2B5EF4-FFF2-40B4-BE49-F238E27FC236}">
                <a16:creationId xmlns:a16="http://schemas.microsoft.com/office/drawing/2014/main" id="{8FD5D5CC-B461-4D10-284C-B9954D672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2484181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3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2" name="Text Box 3">
            <a:extLst>
              <a:ext uri="{FF2B5EF4-FFF2-40B4-BE49-F238E27FC236}">
                <a16:creationId xmlns:a16="http://schemas.microsoft.com/office/drawing/2014/main" id="{0EC4E2BC-9BAF-08BB-865B-976F810FB9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2767947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실시간 수리 현황 대시보드 구축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3" name="Text Box 3">
            <a:extLst>
              <a:ext uri="{FF2B5EF4-FFF2-40B4-BE49-F238E27FC236}">
                <a16:creationId xmlns:a16="http://schemas.microsoft.com/office/drawing/2014/main" id="{8ECDE31C-235E-BEC7-A09F-E7BDFF6AA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2761833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4/28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5" name="Text Box 3">
            <a:extLst>
              <a:ext uri="{FF2B5EF4-FFF2-40B4-BE49-F238E27FC236}">
                <a16:creationId xmlns:a16="http://schemas.microsoft.com/office/drawing/2014/main" id="{D495E763-1342-2F2D-2D17-6E6EE4B01E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3011313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Daily 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서비스 센터 미팅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당일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처리건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및 </a:t>
            </a:r>
            <a:r>
              <a:rPr lang="ko-KR" altLang="en-US" sz="110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당겨치기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등</a:t>
            </a: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93FA29C4-7A7A-75A0-CC84-BAC8A959B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3005199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5/7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 </a:t>
            </a: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BD88A4EE-D0DF-0CBF-C7DD-200534ED9A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3518644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안전 부품 보유 확대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BD75F1F1-6EC3-32C6-8B8A-42FEB6DAB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3514718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7109A360-10E1-8E4E-DD0A-04BCD500C8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5415" y="3824019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779174" eaLnBrk="1" hangingPunct="1">
              <a:spcBef>
                <a:spcPct val="50000"/>
              </a:spcBef>
              <a:defRPr/>
            </a:pPr>
            <a:r>
              <a:rPr lang="en-US" altLang="ko-KR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- 3</a:t>
            </a:r>
            <a:r>
              <a:rPr lang="ko-KR" altLang="en-US" sz="11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주치 안전 부품 보유 확대</a:t>
            </a:r>
            <a:endParaRPr lang="en-US" altLang="ko-KR" sz="11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0" name="Text Box 3">
            <a:extLst>
              <a:ext uri="{FF2B5EF4-FFF2-40B4-BE49-F238E27FC236}">
                <a16:creationId xmlns:a16="http://schemas.microsoft.com/office/drawing/2014/main" id="{A321EA3F-8A9A-93B8-D194-BCCFF9E092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93853" y="3817905"/>
            <a:ext cx="103802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5/1</a:t>
            </a:r>
            <a:r>
              <a:rPr lang="ko-KR" altLang="en-US" sz="10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일</a:t>
            </a:r>
            <a:endParaRPr lang="en-US" altLang="ko-KR" sz="100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1" name="Text Box 3">
            <a:extLst>
              <a:ext uri="{FF2B5EF4-FFF2-40B4-BE49-F238E27FC236}">
                <a16:creationId xmlns:a16="http://schemas.microsoft.com/office/drawing/2014/main" id="{F8CA7DDE-E0CC-2E86-6378-4CE8254D4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363" y="4117060"/>
            <a:ext cx="4118226" cy="3555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en-US" altLang="ko-KR" sz="900">
                <a:solidFill>
                  <a:srgbClr val="006600"/>
                </a:solidFill>
              </a:rPr>
              <a:t>ESC Campinas</a:t>
            </a:r>
            <a:r>
              <a:rPr lang="ko-KR" altLang="en-US" sz="900">
                <a:solidFill>
                  <a:srgbClr val="006600"/>
                </a:solidFill>
              </a:rPr>
              <a:t>센터</a:t>
            </a:r>
            <a:r>
              <a:rPr lang="en-US" altLang="ko-KR" sz="900">
                <a:solidFill>
                  <a:srgbClr val="006600"/>
                </a:solidFill>
              </a:rPr>
              <a:t>: LTV 59</a:t>
            </a:r>
            <a:r>
              <a:rPr lang="ko-KR" altLang="en-US" sz="900">
                <a:solidFill>
                  <a:srgbClr val="006600"/>
                </a:solidFill>
              </a:rPr>
              <a:t>개 부품 안전 재고 확보 완료</a:t>
            </a:r>
            <a:endParaRPr lang="en-US" altLang="ko-KR" sz="900">
              <a:solidFill>
                <a:srgbClr val="006600"/>
              </a:solidFill>
            </a:endParaRPr>
          </a:p>
          <a:p>
            <a:pPr>
              <a:lnSpc>
                <a:spcPct val="100000"/>
              </a:lnSpc>
              <a:buNone/>
            </a:pPr>
            <a:r>
              <a:rPr lang="en-US" altLang="ko-KR" sz="900" err="1">
                <a:solidFill>
                  <a:srgbClr val="006600"/>
                </a:solidFill>
              </a:rPr>
              <a:t>MaqCenter</a:t>
            </a:r>
            <a:r>
              <a:rPr lang="en-US" altLang="ko-KR" sz="900">
                <a:solidFill>
                  <a:srgbClr val="006600"/>
                </a:solidFill>
              </a:rPr>
              <a:t> </a:t>
            </a:r>
            <a:r>
              <a:rPr lang="ko-KR" altLang="en-US" sz="900">
                <a:solidFill>
                  <a:srgbClr val="006600"/>
                </a:solidFill>
              </a:rPr>
              <a:t>센터 </a:t>
            </a:r>
            <a:r>
              <a:rPr lang="en-US" altLang="ko-KR" sz="900">
                <a:solidFill>
                  <a:srgbClr val="006600"/>
                </a:solidFill>
              </a:rPr>
              <a:t>: HS</a:t>
            </a:r>
            <a:r>
              <a:rPr lang="ko-KR" altLang="en-US" sz="900">
                <a:solidFill>
                  <a:srgbClr val="006600"/>
                </a:solidFill>
              </a:rPr>
              <a:t> </a:t>
            </a:r>
            <a:r>
              <a:rPr lang="en-US" altLang="ko-KR" sz="900">
                <a:solidFill>
                  <a:srgbClr val="006600"/>
                </a:solidFill>
              </a:rPr>
              <a:t>40RO </a:t>
            </a:r>
            <a:r>
              <a:rPr lang="ko-KR" altLang="en-US" sz="900">
                <a:solidFill>
                  <a:srgbClr val="006600"/>
                </a:solidFill>
              </a:rPr>
              <a:t>부품 안전 재고 환보 완료</a:t>
            </a:r>
            <a:endParaRPr lang="en-US" sz="900">
              <a:solidFill>
                <a:srgbClr val="006600"/>
              </a:solidFill>
            </a:endParaRPr>
          </a:p>
        </p:txBody>
      </p:sp>
      <p:sp>
        <p:nvSpPr>
          <p:cNvPr id="22" name="Text Box 3">
            <a:extLst>
              <a:ext uri="{FF2B5EF4-FFF2-40B4-BE49-F238E27FC236}">
                <a16:creationId xmlns:a16="http://schemas.microsoft.com/office/drawing/2014/main" id="{0B91512A-D0EE-C13E-02BC-BEEA0384D4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0262" y="4796286"/>
            <a:ext cx="3628086" cy="288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88891" indent="-88891" defTabSz="779174" eaLnBrk="1" hangingPunct="1">
              <a:spcBef>
                <a:spcPct val="50000"/>
              </a:spcBef>
              <a:buFont typeface="Wingdings" panose="05000000000000000000" pitchFamily="2" charset="2"/>
              <a:buChar char="§"/>
              <a:defRPr/>
            </a:pP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DMS2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기사 </a:t>
            </a:r>
            <a:r>
              <a:rPr lang="en-US" altLang="ko-KR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Multi </a:t>
            </a:r>
            <a:r>
              <a:rPr lang="ko-KR" altLang="en-US" sz="11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수리 교육 진행</a:t>
            </a:r>
            <a:endParaRPr lang="en-US" altLang="ko-KR" sz="11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23" name="Text Box 3">
            <a:extLst>
              <a:ext uri="{FF2B5EF4-FFF2-40B4-BE49-F238E27FC236}">
                <a16:creationId xmlns:a16="http://schemas.microsoft.com/office/drawing/2014/main" id="{4166F6F1-D05E-24A8-36C2-12951D40B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2313" y="4825396"/>
            <a:ext cx="801104" cy="272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7781" tIns="58890" rIns="117781" bIns="58890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defTabSz="779174" eaLnBrk="1" hangingPunct="1">
              <a:spcBef>
                <a:spcPct val="50000"/>
              </a:spcBef>
              <a:defRPr/>
            </a:pP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5</a:t>
            </a:r>
            <a:r>
              <a:rPr lang="ko-KR" altLang="en-US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월 </a:t>
            </a:r>
            <a:r>
              <a:rPr lang="en-US" altLang="ko-KR" sz="10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~</a:t>
            </a:r>
          </a:p>
        </p:txBody>
      </p:sp>
      <p:sp>
        <p:nvSpPr>
          <p:cNvPr id="24" name="Text Box 3">
            <a:extLst>
              <a:ext uri="{FF2B5EF4-FFF2-40B4-BE49-F238E27FC236}">
                <a16:creationId xmlns:a16="http://schemas.microsoft.com/office/drawing/2014/main" id="{3FDDE1C5-6AC9-5041-5187-C72C2B971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222" y="5073956"/>
            <a:ext cx="4118226" cy="2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77764" tIns="38882" rIns="77764" bIns="38882">
            <a:spAutoFit/>
          </a:bodyPr>
          <a:lstStyle>
            <a:defPPr>
              <a:defRPr lang="ko-KR"/>
            </a:defPPr>
            <a:lvl1pPr eaLnBrk="1" hangingPunct="1">
              <a:lnSpc>
                <a:spcPct val="150000"/>
              </a:lnSpc>
              <a:spcBef>
                <a:spcPts val="0"/>
              </a:spcBef>
              <a:buFont typeface="Wingdings" panose="05000000000000000000" pitchFamily="2" charset="2"/>
              <a:buChar char="§"/>
              <a:defRPr sz="120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defRPr>
            </a:lvl1pPr>
            <a:lvl2pPr marL="742950" indent="-285750" eaLnBrk="0" hangingPunct="0">
              <a:defRPr sz="1700"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sz="1700"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700"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ct val="100000"/>
              </a:lnSpc>
              <a:buNone/>
            </a:pPr>
            <a:r>
              <a:rPr lang="ko-KR" altLang="en-US" sz="900">
                <a:solidFill>
                  <a:srgbClr val="006600"/>
                </a:solidFill>
              </a:rPr>
              <a:t>기존 </a:t>
            </a:r>
            <a:r>
              <a:rPr lang="en-US" altLang="ko-KR" sz="900">
                <a:solidFill>
                  <a:srgbClr val="006600"/>
                </a:solidFill>
              </a:rPr>
              <a:t>MS </a:t>
            </a:r>
            <a:r>
              <a:rPr lang="ko-KR" altLang="en-US" sz="900">
                <a:solidFill>
                  <a:srgbClr val="006600"/>
                </a:solidFill>
              </a:rPr>
              <a:t>제품 </a:t>
            </a:r>
            <a:r>
              <a:rPr lang="en-US" altLang="ko-KR" sz="900">
                <a:solidFill>
                  <a:srgbClr val="006600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900" err="1">
                <a:solidFill>
                  <a:srgbClr val="006600"/>
                </a:solidFill>
                <a:sym typeface="Wingdings" panose="05000000000000000000" pitchFamily="2" charset="2"/>
              </a:rPr>
              <a:t>전제품</a:t>
            </a:r>
            <a:r>
              <a:rPr lang="ko-KR" altLang="en-US" sz="900">
                <a:solidFill>
                  <a:srgbClr val="006600"/>
                </a:solidFill>
                <a:sym typeface="Wingdings" panose="05000000000000000000" pitchFamily="2" charset="2"/>
              </a:rPr>
              <a:t> 수리 추진</a:t>
            </a:r>
            <a:endParaRPr lang="en-US" sz="90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327803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BB38101-C8F4-8361-FC92-1D4526DB1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68E0CB1-0794-56D0-D5AF-C04B15EC32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1202787"/>
              </p:ext>
            </p:extLst>
          </p:nvPr>
        </p:nvGraphicFramePr>
        <p:xfrm>
          <a:off x="422778" y="989044"/>
          <a:ext cx="6212547" cy="5106542"/>
        </p:xfrm>
        <a:graphic>
          <a:graphicData uri="http://schemas.openxmlformats.org/drawingml/2006/table">
            <a:tbl>
              <a:tblPr/>
              <a:tblGrid>
                <a:gridCol w="380197">
                  <a:extLst>
                    <a:ext uri="{9D8B030D-6E8A-4147-A177-3AD203B41FA5}">
                      <a16:colId xmlns:a16="http://schemas.microsoft.com/office/drawing/2014/main" val="3352093111"/>
                    </a:ext>
                  </a:extLst>
                </a:gridCol>
                <a:gridCol w="205480">
                  <a:extLst>
                    <a:ext uri="{9D8B030D-6E8A-4147-A177-3AD203B41FA5}">
                      <a16:colId xmlns:a16="http://schemas.microsoft.com/office/drawing/2014/main" val="3941647271"/>
                    </a:ext>
                  </a:extLst>
                </a:gridCol>
                <a:gridCol w="814984">
                  <a:extLst>
                    <a:ext uri="{9D8B030D-6E8A-4147-A177-3AD203B41FA5}">
                      <a16:colId xmlns:a16="http://schemas.microsoft.com/office/drawing/2014/main" val="79425636"/>
                    </a:ext>
                  </a:extLst>
                </a:gridCol>
                <a:gridCol w="229251">
                  <a:extLst>
                    <a:ext uri="{9D8B030D-6E8A-4147-A177-3AD203B41FA5}">
                      <a16:colId xmlns:a16="http://schemas.microsoft.com/office/drawing/2014/main" val="1459115986"/>
                    </a:ext>
                  </a:extLst>
                </a:gridCol>
                <a:gridCol w="364134">
                  <a:extLst>
                    <a:ext uri="{9D8B030D-6E8A-4147-A177-3AD203B41FA5}">
                      <a16:colId xmlns:a16="http://schemas.microsoft.com/office/drawing/2014/main" val="2824647447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3952157323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298143361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714648725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361374629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414820046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289317956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142916381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281984628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4071435251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613576744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159487938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3035419325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369291385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164315761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111201526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3553159844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4107300731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191393808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2617452284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4075757756"/>
                    </a:ext>
                  </a:extLst>
                </a:gridCol>
                <a:gridCol w="200881">
                  <a:extLst>
                    <a:ext uri="{9D8B030D-6E8A-4147-A177-3AD203B41FA5}">
                      <a16:colId xmlns:a16="http://schemas.microsoft.com/office/drawing/2014/main" val="1762953329"/>
                    </a:ext>
                  </a:extLst>
                </a:gridCol>
              </a:tblGrid>
              <a:tr h="9105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26.04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3948162"/>
                  </a:ext>
                </a:extLst>
              </a:tr>
              <a:tr h="10296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4037201"/>
                  </a:ext>
                </a:extLst>
              </a:tr>
              <a:tr h="89844">
                <a:tc rowSpan="4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Brisbane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APM ELECTRONICS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2236118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917773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4627939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0033977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APM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ELECTRONICS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761404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897731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THE VIDEO FACTORY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- SOUTHPORT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11851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72842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2882098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2917739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THE VIDEO FACTORY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- SOUTHPORT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060493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090229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6358546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43029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OTWO PTY LTD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95355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5284085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837297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350430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OTWO PTY LTD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554531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458740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008044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2662819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590637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919925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686661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850009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165384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35504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OTWO PTY LTD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544557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794116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29537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4075550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OTWO PTY LTD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3221320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582395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912701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9715263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1571315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798560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740488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6635758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267" marR="4267" marT="4267" marB="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598012"/>
                  </a:ext>
                </a:extLst>
              </a:tr>
              <a:tr h="89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757230"/>
                  </a:ext>
                </a:extLst>
              </a:tr>
              <a:tr h="89844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Brisbane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478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0514179"/>
                  </a:ext>
                </a:extLst>
              </a:tr>
              <a:tr h="89844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301635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4C678183-82D3-C27E-070B-C686B37A6099}"/>
              </a:ext>
            </a:extLst>
          </p:cNvPr>
          <p:cNvSpPr txBox="1"/>
          <p:nvPr/>
        </p:nvSpPr>
        <p:spPr>
          <a:xfrm>
            <a:off x="6635325" y="989044"/>
            <a:ext cx="35706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안정적 유지위해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Main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ASC (Video Factory)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RTAT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 필요</a:t>
            </a:r>
            <a:endParaRPr lang="en-US" altLang="ko-KR" sz="1200" b="1">
              <a:solidFill>
                <a:schemeClr val="tx1">
                  <a:lumMod val="50000"/>
                  <a:lumOff val="50000"/>
                </a:schemeClr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DB31BDED-4FAF-EA17-EB0A-9270D9267D3B}"/>
              </a:ext>
            </a:extLst>
          </p:cNvPr>
          <p:cNvCxnSpPr/>
          <p:nvPr/>
        </p:nvCxnSpPr>
        <p:spPr>
          <a:xfrm>
            <a:off x="6884622" y="2189521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85EF27F-DC95-BACE-584F-9381D79534BE}"/>
              </a:ext>
            </a:extLst>
          </p:cNvPr>
          <p:cNvCxnSpPr>
            <a:cxnSpLocks/>
          </p:cNvCxnSpPr>
          <p:nvPr/>
        </p:nvCxnSpPr>
        <p:spPr>
          <a:xfrm>
            <a:off x="10493509" y="2189521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F084611E-B098-9656-8504-549B76DD16E9}"/>
              </a:ext>
            </a:extLst>
          </p:cNvPr>
          <p:cNvSpPr txBox="1"/>
          <p:nvPr/>
        </p:nvSpPr>
        <p:spPr>
          <a:xfrm>
            <a:off x="7238412" y="1723932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87DF360-CDC2-4278-F984-BB4344654624}"/>
              </a:ext>
            </a:extLst>
          </p:cNvPr>
          <p:cNvSpPr txBox="1"/>
          <p:nvPr/>
        </p:nvSpPr>
        <p:spPr>
          <a:xfrm>
            <a:off x="10452598" y="1723931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72C9D6-2D3B-7DE7-42A8-C925E85AEFC0}"/>
              </a:ext>
            </a:extLst>
          </p:cNvPr>
          <p:cNvSpPr txBox="1"/>
          <p:nvPr/>
        </p:nvSpPr>
        <p:spPr>
          <a:xfrm>
            <a:off x="161508" y="138810"/>
            <a:ext cx="17636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LGEAP) Brisbane</a:t>
            </a:r>
          </a:p>
        </p:txBody>
      </p:sp>
      <p:sp>
        <p:nvSpPr>
          <p:cNvPr id="5" name="실행 단추: 뒤로 또는 앞으로 이동 4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A1E003D9-5808-C95C-FAB1-40C9B8962935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B00E91D-79B8-58CA-623E-041DB49D8BB1}"/>
              </a:ext>
            </a:extLst>
          </p:cNvPr>
          <p:cNvSpPr txBox="1"/>
          <p:nvPr/>
        </p:nvSpPr>
        <p:spPr>
          <a:xfrm>
            <a:off x="6861892" y="2292064"/>
            <a:ext cx="25042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D/C 70%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조건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 배치 확대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8428C34-F216-50D1-7475-17A6C14353B3}"/>
              </a:ext>
            </a:extLst>
          </p:cNvPr>
          <p:cNvSpPr txBox="1"/>
          <p:nvPr/>
        </p:nvSpPr>
        <p:spPr>
          <a:xfrm>
            <a:off x="9212580" y="2315147"/>
            <a:ext cx="138852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아델레이드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90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동일조건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87E10B-C05E-7C1F-B974-D62FFA6A9907}"/>
              </a:ext>
            </a:extLst>
          </p:cNvPr>
          <p:cNvSpPr txBox="1"/>
          <p:nvPr/>
        </p:nvSpPr>
        <p:spPr>
          <a:xfrm>
            <a:off x="10604081" y="2276600"/>
            <a:ext cx="4988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7945F36-BFFC-9A98-B563-E1A3997A138F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4999495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532400F-688B-6132-FFDE-C279CE11AC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692379"/>
              </p:ext>
            </p:extLst>
          </p:nvPr>
        </p:nvGraphicFramePr>
        <p:xfrm>
          <a:off x="421377" y="1288219"/>
          <a:ext cx="6640910" cy="4498573"/>
        </p:xfrm>
        <a:graphic>
          <a:graphicData uri="http://schemas.openxmlformats.org/drawingml/2006/table">
            <a:tbl>
              <a:tblPr/>
              <a:tblGrid>
                <a:gridCol w="338004">
                  <a:extLst>
                    <a:ext uri="{9D8B030D-6E8A-4147-A177-3AD203B41FA5}">
                      <a16:colId xmlns:a16="http://schemas.microsoft.com/office/drawing/2014/main" val="4137228527"/>
                    </a:ext>
                  </a:extLst>
                </a:gridCol>
                <a:gridCol w="191101">
                  <a:extLst>
                    <a:ext uri="{9D8B030D-6E8A-4147-A177-3AD203B41FA5}">
                      <a16:colId xmlns:a16="http://schemas.microsoft.com/office/drawing/2014/main" val="3680388619"/>
                    </a:ext>
                  </a:extLst>
                </a:gridCol>
                <a:gridCol w="1129932">
                  <a:extLst>
                    <a:ext uri="{9D8B030D-6E8A-4147-A177-3AD203B41FA5}">
                      <a16:colId xmlns:a16="http://schemas.microsoft.com/office/drawing/2014/main" val="2332017497"/>
                    </a:ext>
                  </a:extLst>
                </a:gridCol>
                <a:gridCol w="216561">
                  <a:extLst>
                    <a:ext uri="{9D8B030D-6E8A-4147-A177-3AD203B41FA5}">
                      <a16:colId xmlns:a16="http://schemas.microsoft.com/office/drawing/2014/main" val="4247230175"/>
                    </a:ext>
                  </a:extLst>
                </a:gridCol>
                <a:gridCol w="388660">
                  <a:extLst>
                    <a:ext uri="{9D8B030D-6E8A-4147-A177-3AD203B41FA5}">
                      <a16:colId xmlns:a16="http://schemas.microsoft.com/office/drawing/2014/main" val="943681765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3750963947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3403373410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392039797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585301999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305379856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4207026965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3250653880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4101817920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339591594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350449593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516277471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333609211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3105329126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885297738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72531268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397381846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680894259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000023367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2443625681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1617156410"/>
                    </a:ext>
                  </a:extLst>
                </a:gridCol>
                <a:gridCol w="208412">
                  <a:extLst>
                    <a:ext uri="{9D8B030D-6E8A-4147-A177-3AD203B41FA5}">
                      <a16:colId xmlns:a16="http://schemas.microsoft.com/office/drawing/2014/main" val="774612133"/>
                    </a:ext>
                  </a:extLst>
                </a:gridCol>
              </a:tblGrid>
              <a:tr h="10782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56280"/>
                  </a:ext>
                </a:extLst>
              </a:tr>
              <a:tr h="14605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22537504"/>
                  </a:ext>
                </a:extLst>
              </a:tr>
              <a:tr h="107828">
                <a:tc rowSpan="3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DR GROUP GLOBAL PTY LTD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901" marR="4901" marT="4901" marB="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911227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749555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901" marR="4901" marT="4901" marB="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5337462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16.7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13.3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19.6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4901" marR="4901" marT="4901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075216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DR GROUP GLOBAL PTY LTD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961839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74415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LTV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77393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58803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 DW SVC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P/L T/A-MR DISHWASHER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368127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849338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8481406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460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 DW SVC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P/L T/A-MR DISHWASHER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019205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66943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CEWA PTY LTD T/AS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PRIORITY APPLIANCE REP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294138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75478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163511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173564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CEWA PTY LTD T/AS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PRIORITY APPLIANCE REP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77262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312258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REF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51995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0760748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 DW SVC P/L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T/A-MR DISHWASHER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923596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67366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806637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78024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 DW SVC P/L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T/A-MR DISHWASHER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854405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9345837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CEWA PTY LTD T/AS 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PRIORITY APPLIANCE REP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N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530400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230023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703214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95366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CEWA PTY LTD T/AS</a:t>
                      </a:r>
                    </a:p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PRIORITY APPLIANCE REP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160769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488462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W/M Total</a:t>
                      </a:r>
                    </a:p>
                  </a:txBody>
                  <a:tcPr marL="4901" marR="4901" marT="4901" marB="0">
                    <a:lnL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741191"/>
                  </a:ext>
                </a:extLst>
              </a:tr>
              <a:tr h="1078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129322"/>
                  </a:ext>
                </a:extLst>
              </a:tr>
              <a:tr h="107828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Adelaide Total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Repair qty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173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7380465"/>
                  </a:ext>
                </a:extLst>
              </a:tr>
              <a:tr h="107828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RTAT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8565345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4D7194D-2702-EC9A-09A6-360FCAB0588B}"/>
              </a:ext>
            </a:extLst>
          </p:cNvPr>
          <p:cNvCxnSpPr/>
          <p:nvPr/>
        </p:nvCxnSpPr>
        <p:spPr>
          <a:xfrm>
            <a:off x="7400824" y="2137640"/>
            <a:ext cx="3381555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2A4C85D1-AEF6-1B4E-85B4-5CF1E8883EC7}"/>
              </a:ext>
            </a:extLst>
          </p:cNvPr>
          <p:cNvCxnSpPr>
            <a:cxnSpLocks/>
          </p:cNvCxnSpPr>
          <p:nvPr/>
        </p:nvCxnSpPr>
        <p:spPr>
          <a:xfrm>
            <a:off x="11009711" y="2137640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7671CB4F-3455-3C56-6AB9-FA90E9F35CCF}"/>
              </a:ext>
            </a:extLst>
          </p:cNvPr>
          <p:cNvSpPr txBox="1"/>
          <p:nvPr/>
        </p:nvSpPr>
        <p:spPr>
          <a:xfrm>
            <a:off x="7754614" y="1672051"/>
            <a:ext cx="28063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일 달성위한 한계 돌파 계획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(Action plan to achieve under the RTAT 3D) 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D0287A-947F-F19A-1A19-F6CC4AF242AD}"/>
              </a:ext>
            </a:extLst>
          </p:cNvPr>
          <p:cNvSpPr txBox="1"/>
          <p:nvPr/>
        </p:nvSpPr>
        <p:spPr>
          <a:xfrm>
            <a:off x="10968800" y="1672050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917C9B-027F-C6A4-1E4F-1585583A2B0B}"/>
              </a:ext>
            </a:extLst>
          </p:cNvPr>
          <p:cNvSpPr txBox="1"/>
          <p:nvPr/>
        </p:nvSpPr>
        <p:spPr>
          <a:xfrm>
            <a:off x="161508" y="138810"/>
            <a:ext cx="17359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LGEAP) Adelaide</a:t>
            </a:r>
          </a:p>
        </p:txBody>
      </p:sp>
      <p:sp>
        <p:nvSpPr>
          <p:cNvPr id="3" name="실행 단추: 뒤로 또는 앞으로 이동 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79CBA2C-A804-B0E0-82A0-AA15358DFE88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4962E6-CB00-371B-F4C8-7A8A0E37835F}"/>
              </a:ext>
            </a:extLst>
          </p:cNvPr>
          <p:cNvSpPr txBox="1"/>
          <p:nvPr/>
        </p:nvSpPr>
        <p:spPr>
          <a:xfrm>
            <a:off x="7400824" y="2310704"/>
            <a:ext cx="29787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D/C 70%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조건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 배치 확대 진행 중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01B7471-2585-E0BF-BD00-7A9033F98D7C}"/>
              </a:ext>
            </a:extLst>
          </p:cNvPr>
          <p:cNvSpPr txBox="1"/>
          <p:nvPr/>
        </p:nvSpPr>
        <p:spPr>
          <a:xfrm>
            <a:off x="11120284" y="2295240"/>
            <a:ext cx="4988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C257F07-3E3F-C3D2-F5BC-BD6E722697D7}"/>
              </a:ext>
            </a:extLst>
          </p:cNvPr>
          <p:cNvSpPr txBox="1"/>
          <p:nvPr/>
        </p:nvSpPr>
        <p:spPr>
          <a:xfrm>
            <a:off x="7381837" y="1222267"/>
            <a:ext cx="455746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HS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제품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정예화 및 현장 </a:t>
            </a:r>
            <a:r>
              <a:rPr lang="ko-KR" altLang="en-US" sz="12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지원통해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개선되었으나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LTV RTAT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개선 답보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DC29626-6DA0-4B09-03CF-C646D0A56E7A}"/>
              </a:ext>
            </a:extLst>
          </p:cNvPr>
          <p:cNvSpPr txBox="1"/>
          <p:nvPr/>
        </p:nvSpPr>
        <p:spPr>
          <a:xfrm>
            <a:off x="7400824" y="2633589"/>
            <a:ext cx="2771913" cy="71423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lnSpc>
                <a:spcPct val="130000"/>
              </a:lnSpc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부품 전진 배치 지속 및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지원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- ASC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자사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전용 창고 확대 지원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$500)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지속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- 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냉장고 </a:t>
            </a:r>
            <a:r>
              <a:rPr lang="ko-KR" altLang="en-US" sz="10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중수리</a:t>
            </a:r>
            <a:r>
              <a:rPr lang="ko-KR" altLang="en-US" sz="10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기술교육 완료 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DEA7D16-6A5E-1AE0-4285-AD0474112951}"/>
              </a:ext>
            </a:extLst>
          </p:cNvPr>
          <p:cNvSpPr txBox="1"/>
          <p:nvPr/>
        </p:nvSpPr>
        <p:spPr>
          <a:xfrm>
            <a:off x="11120284" y="2618125"/>
            <a:ext cx="5341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77C6000-FCF0-1464-BE2C-BA94222741C7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1305541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CBBA275-B158-FCBA-2252-842935BCD7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9078A33-E678-A1FC-7385-A29FE2F7E3F7}"/>
              </a:ext>
            </a:extLst>
          </p:cNvPr>
          <p:cNvGraphicFramePr>
            <a:graphicFrameLocks noGrp="1"/>
          </p:cNvGraphicFramePr>
          <p:nvPr/>
        </p:nvGraphicFramePr>
        <p:xfrm>
          <a:off x="383868" y="930677"/>
          <a:ext cx="5980188" cy="5121257"/>
        </p:xfrm>
        <a:graphic>
          <a:graphicData uri="http://schemas.openxmlformats.org/drawingml/2006/table">
            <a:tbl>
              <a:tblPr/>
              <a:tblGrid>
                <a:gridCol w="205384">
                  <a:extLst>
                    <a:ext uri="{9D8B030D-6E8A-4147-A177-3AD203B41FA5}">
                      <a16:colId xmlns:a16="http://schemas.microsoft.com/office/drawing/2014/main" val="635439416"/>
                    </a:ext>
                  </a:extLst>
                </a:gridCol>
                <a:gridCol w="187726">
                  <a:extLst>
                    <a:ext uri="{9D8B030D-6E8A-4147-A177-3AD203B41FA5}">
                      <a16:colId xmlns:a16="http://schemas.microsoft.com/office/drawing/2014/main" val="787204152"/>
                    </a:ext>
                  </a:extLst>
                </a:gridCol>
                <a:gridCol w="773709">
                  <a:extLst>
                    <a:ext uri="{9D8B030D-6E8A-4147-A177-3AD203B41FA5}">
                      <a16:colId xmlns:a16="http://schemas.microsoft.com/office/drawing/2014/main" val="1246844171"/>
                    </a:ext>
                  </a:extLst>
                </a:gridCol>
                <a:gridCol w="203602">
                  <a:extLst>
                    <a:ext uri="{9D8B030D-6E8A-4147-A177-3AD203B41FA5}">
                      <a16:colId xmlns:a16="http://schemas.microsoft.com/office/drawing/2014/main" val="907052261"/>
                    </a:ext>
                  </a:extLst>
                </a:gridCol>
                <a:gridCol w="364134">
                  <a:extLst>
                    <a:ext uri="{9D8B030D-6E8A-4147-A177-3AD203B41FA5}">
                      <a16:colId xmlns:a16="http://schemas.microsoft.com/office/drawing/2014/main" val="1881336074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670098664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4008249091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738862535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067522585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974448717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721884802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528952989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2822038346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479860146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983052296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931705840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823047914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164394970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2215299136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602582824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257135772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328538635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2665559605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2406520971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2738925532"/>
                    </a:ext>
                  </a:extLst>
                </a:gridCol>
                <a:gridCol w="202173">
                  <a:extLst>
                    <a:ext uri="{9D8B030D-6E8A-4147-A177-3AD203B41FA5}">
                      <a16:colId xmlns:a16="http://schemas.microsoft.com/office/drawing/2014/main" val="1607280030"/>
                    </a:ext>
                  </a:extLst>
                </a:gridCol>
              </a:tblGrid>
              <a:tr h="938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25.04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25.05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25.06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25.07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25.08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25.09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25.10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25.12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26.01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26.02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26.03</a:t>
                      </a:r>
                    </a:p>
                  </a:txBody>
                  <a:tcPr marL="5757" marR="5757" marT="575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26.04</a:t>
                      </a:r>
                    </a:p>
                  </a:txBody>
                  <a:tcPr marL="4901" marR="4901" marT="4901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0495548"/>
                  </a:ext>
                </a:extLst>
              </a:tr>
              <a:tr h="12715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City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Prod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SC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Parts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</a:p>
                  </a:txBody>
                  <a:tcPr marL="5757" marR="5757" marT="575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W14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W15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W16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W17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W18</a:t>
                      </a:r>
                    </a:p>
                  </a:txBody>
                  <a:tcPr marL="4901" marR="4901" marT="4901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486515"/>
                  </a:ext>
                </a:extLst>
              </a:tr>
              <a:tr h="93871">
                <a:tc rowSpan="4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Perth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CAMTEC SERVICE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&amp; PARTS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8877405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91252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234284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372212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CAMTEC SERVICE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 &amp; PARTS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254417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25021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SMARTVISION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840028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178950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54472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471689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SMARTVISION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484169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249371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LTV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79506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800690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APS ELECTRICAL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SERVICES WA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384367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7450575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01199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11933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APS ELECTRICAL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SERVICES WA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61614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32126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CASH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SALE (CMSVC)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146896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673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120673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5661323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CASH SALE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(CMSVC)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3861745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40187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REF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185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841965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5986117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APS ELECTRICAL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SERVICES WA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146447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AD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26019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641461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10.0</a:t>
                      </a:r>
                    </a:p>
                  </a:txBody>
                  <a:tcPr marL="4267" marR="4267" marT="4267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630794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APS ELECTRICAL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SERVICES WA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516229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4696114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5586352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896798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229080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E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516186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SERVICE </a:t>
                      </a:r>
                    </a:p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CASH SALE (CMSVC)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0431578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11.4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22.3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FE2F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965759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3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W/M Total</a:t>
                      </a:r>
                    </a:p>
                  </a:txBody>
                  <a:tcPr marL="4267" marR="4267" marT="4267" marB="0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547446"/>
                  </a:ext>
                </a:extLst>
              </a:tr>
              <a:tr h="938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12.4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10.6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15.0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13.4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14.0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941367"/>
                  </a:ext>
                </a:extLst>
              </a:tr>
              <a:tr h="93871">
                <a:tc rowSpan="2" gridSpan="4"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Perth Total</a:t>
                      </a:r>
                    </a:p>
                  </a:txBody>
                  <a:tcPr marL="4267" marR="4267" marT="4267" marB="0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Repair qty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248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330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273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377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298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310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281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259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367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325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34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265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B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7416240"/>
                  </a:ext>
                </a:extLst>
              </a:tr>
              <a:tr h="93871"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RTAT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6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7.1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9.4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7.9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9.6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9.3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5.9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9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6.2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8.0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6.7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kern="1200">
                          <a:solidFill>
                            <a:srgbClr val="30303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6.5</a:t>
                      </a:r>
                    </a:p>
                  </a:txBody>
                  <a:tcPr marL="4267" marR="4267" marT="4267" marB="0" anchor="ctr">
                    <a:lnL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2C2C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896735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F0AB4A1-C832-662F-28D4-301D4E200145}"/>
              </a:ext>
            </a:extLst>
          </p:cNvPr>
          <p:cNvSpPr txBox="1"/>
          <p:nvPr/>
        </p:nvSpPr>
        <p:spPr>
          <a:xfrm>
            <a:off x="6721302" y="950934"/>
            <a:ext cx="4458528" cy="10265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TV ESC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전환 예정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(Smart Vision)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사업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철수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(4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en-US" altLang="ko-KR" sz="900" b="1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Camtec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9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→ 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조기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안정화 필요 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전진 배치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이관 프로세스</a:t>
            </a:r>
            <a:r>
              <a:rPr lang="en-US" altLang="ko-KR" sz="9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HS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제품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후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, 3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개선 된 후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WM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부품 사용 건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급격 악화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>
              <a:lnSpc>
                <a:spcPct val="130000"/>
              </a:lnSpc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- HS 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후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Legacy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제거 필요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E1CD5BF-856D-EAEE-DC97-BDE2F2D28B0B}"/>
              </a:ext>
            </a:extLst>
          </p:cNvPr>
          <p:cNvSpPr txBox="1"/>
          <p:nvPr/>
        </p:nvSpPr>
        <p:spPr>
          <a:xfrm>
            <a:off x="161508" y="138810"/>
            <a:ext cx="14366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LGEAP) Perth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C696F166-ACAB-05AC-17C8-943E5F495FC7}"/>
              </a:ext>
            </a:extLst>
          </p:cNvPr>
          <p:cNvCxnSpPr>
            <a:cxnSpLocks/>
          </p:cNvCxnSpPr>
          <p:nvPr/>
        </p:nvCxnSpPr>
        <p:spPr>
          <a:xfrm>
            <a:off x="11255549" y="2739811"/>
            <a:ext cx="720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E8A0EB3-F24C-FF2A-96E7-A141ECBF2F93}"/>
              </a:ext>
            </a:extLst>
          </p:cNvPr>
          <p:cNvGrpSpPr/>
          <p:nvPr/>
        </p:nvGrpSpPr>
        <p:grpSpPr>
          <a:xfrm>
            <a:off x="6721302" y="2274222"/>
            <a:ext cx="4258585" cy="465589"/>
            <a:chOff x="6882016" y="2274222"/>
            <a:chExt cx="3381555" cy="465589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4C3E794F-A9F7-D799-E1CB-7DE5772E088B}"/>
                </a:ext>
              </a:extLst>
            </p:cNvPr>
            <p:cNvCxnSpPr/>
            <p:nvPr/>
          </p:nvCxnSpPr>
          <p:spPr>
            <a:xfrm>
              <a:off x="6882016" y="2739811"/>
              <a:ext cx="3381555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D866DC3-477D-AA0B-E727-6C7B80B89BA3}"/>
                </a:ext>
              </a:extLst>
            </p:cNvPr>
            <p:cNvSpPr txBox="1"/>
            <p:nvPr/>
          </p:nvSpPr>
          <p:spPr>
            <a:xfrm>
              <a:off x="7235806" y="2274222"/>
              <a:ext cx="280634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2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안정적 </a:t>
              </a:r>
              <a:r>
                <a:rPr lang="en-US" altLang="ko-KR" sz="12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3</a:t>
              </a:r>
              <a:r>
                <a:rPr lang="ko-KR" altLang="en-US" sz="12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일 달성위한 한계 돌파 계획</a:t>
              </a:r>
              <a:endPara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  <a:p>
              <a:pPr algn="ctr"/>
              <a:r>
                <a:rPr lang="en-US" altLang="ko-KR" sz="1200" b="1"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(Action plan to achieve under the RTAT 3D) </a:t>
              </a:r>
              <a:endPara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51159DD8-B3FF-73DE-841A-1466DD22A419}"/>
              </a:ext>
            </a:extLst>
          </p:cNvPr>
          <p:cNvSpPr txBox="1"/>
          <p:nvPr/>
        </p:nvSpPr>
        <p:spPr>
          <a:xfrm>
            <a:off x="11214638" y="2274221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기한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/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(Due date)</a:t>
            </a:r>
            <a:endParaRPr lang="ko-KR" altLang="en-US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실행 단추: 뒤로 또는 앞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BCE8230-2C3D-0486-D94C-042392F7B118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A5E0CA0-DEC6-30A1-1FDA-BB54CECD8CA6}"/>
              </a:ext>
            </a:extLst>
          </p:cNvPr>
          <p:cNvSpPr txBox="1"/>
          <p:nvPr/>
        </p:nvSpPr>
        <p:spPr>
          <a:xfrm>
            <a:off x="6721302" y="2951364"/>
            <a:ext cx="40209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buFont typeface="Wingdings" panose="05000000000000000000" pitchFamily="2" charset="2"/>
              <a:buChar char="§"/>
            </a:pP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신규 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TV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모듈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D/C 70%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통한 전진 배치 확대 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AA8D02D-B873-7D5C-B235-3BC3AA1B9436}"/>
              </a:ext>
            </a:extLst>
          </p:cNvPr>
          <p:cNvSpPr txBox="1"/>
          <p:nvPr/>
        </p:nvSpPr>
        <p:spPr>
          <a:xfrm>
            <a:off x="11366122" y="2951364"/>
            <a:ext cx="4988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5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</a:t>
            </a:r>
            <a:endParaRPr lang="en-US" altLang="ko-KR" sz="12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705A29-9E8D-8D4F-B8D6-3A2C690E5647}"/>
              </a:ext>
            </a:extLst>
          </p:cNvPr>
          <p:cNvSpPr txBox="1"/>
          <p:nvPr/>
        </p:nvSpPr>
        <p:spPr>
          <a:xfrm>
            <a:off x="6721302" y="3717594"/>
            <a:ext cx="4145943" cy="31047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lnSpc>
                <a:spcPct val="130000"/>
              </a:lnSpc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대상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이관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프로세스 점검 및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DMS/ASC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Zone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정비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DAE999C-3CEF-599E-97F8-98E3E6778820}"/>
              </a:ext>
            </a:extLst>
          </p:cNvPr>
          <p:cNvSpPr txBox="1"/>
          <p:nvPr/>
        </p:nvSpPr>
        <p:spPr>
          <a:xfrm>
            <a:off x="11236279" y="3734330"/>
            <a:ext cx="7585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3W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F37FB9-3067-946E-9A8A-C2DB3F2C3CDA}"/>
              </a:ext>
            </a:extLst>
          </p:cNvPr>
          <p:cNvSpPr txBox="1"/>
          <p:nvPr/>
        </p:nvSpPr>
        <p:spPr>
          <a:xfrm>
            <a:off x="6724070" y="3315811"/>
            <a:ext cx="3682675" cy="31047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lnSpc>
                <a:spcPct val="130000"/>
              </a:lnSpc>
              <a:buFont typeface="Wingdings" panose="05000000000000000000" pitchFamily="2" charset="2"/>
              <a:buChar char="§"/>
            </a:pP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HS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정예화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ASC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전진 배치 부품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List 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업데이트 및 추가 배치</a:t>
            </a:r>
            <a:endParaRPr lang="en-US" altLang="ko-KR" sz="10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3D9AE82-EB13-1EF5-2148-8761873318D9}"/>
              </a:ext>
            </a:extLst>
          </p:cNvPr>
          <p:cNvSpPr txBox="1"/>
          <p:nvPr/>
        </p:nvSpPr>
        <p:spPr>
          <a:xfrm>
            <a:off x="11236279" y="3332547"/>
            <a:ext cx="7585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4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월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3W</a:t>
            </a:r>
            <a:r>
              <a:rPr lang="ko-KR" altLang="en-US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~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5C60B56-158A-F711-71D9-B20AED7B4AC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3 / 3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5510769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9248B9E-18A5-ABAE-661A-1F6AF44D6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F0851B67-23B5-6CC5-93DD-6A9173728810}"/>
              </a:ext>
            </a:extLst>
          </p:cNvPr>
          <p:cNvSpPr txBox="1"/>
          <p:nvPr/>
        </p:nvSpPr>
        <p:spPr>
          <a:xfrm>
            <a:off x="21482" y="51880"/>
            <a:ext cx="33297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유첨</a:t>
            </a:r>
            <a:r>
              <a:rPr kumimoji="0" lang="en-US" altLang="ko-KR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. </a:t>
            </a:r>
            <a:r>
              <a:rPr kumimoji="0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장기 </a:t>
            </a:r>
            <a:r>
              <a:rPr kumimoji="0" lang="ko-KR" altLang="en-US" sz="18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미처리건</a:t>
            </a:r>
            <a:r>
              <a:rPr kumimoji="0" lang="ko-KR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대시보드 개발</a:t>
            </a:r>
            <a:endParaRPr kumimoji="0" lang="ko-KR" altLang="en-US" sz="1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63F26B3-BBB0-18EF-1E6E-DDA4EC97B1C9}"/>
              </a:ext>
            </a:extLst>
          </p:cNvPr>
          <p:cNvSpPr txBox="1"/>
          <p:nvPr/>
        </p:nvSpPr>
        <p:spPr>
          <a:xfrm>
            <a:off x="1567895" y="695465"/>
            <a:ext cx="29937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GSFS Working in Progress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관리 화면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】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6F54842D-BB18-6F49-1AF8-6024EE41726D}"/>
              </a:ext>
            </a:extLst>
          </p:cNvPr>
          <p:cNvGrpSpPr/>
          <p:nvPr/>
        </p:nvGrpSpPr>
        <p:grpSpPr>
          <a:xfrm>
            <a:off x="127729" y="1344413"/>
            <a:ext cx="5547220" cy="5310172"/>
            <a:chOff x="116732" y="1131523"/>
            <a:chExt cx="5922918" cy="5593533"/>
          </a:xfrm>
        </p:grpSpPr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ADB64683-4E14-A71C-37EA-9057C0200E5E}"/>
                </a:ext>
              </a:extLst>
            </p:cNvPr>
            <p:cNvGrpSpPr/>
            <p:nvPr/>
          </p:nvGrpSpPr>
          <p:grpSpPr>
            <a:xfrm>
              <a:off x="116732" y="1131523"/>
              <a:ext cx="5922918" cy="2971932"/>
              <a:chOff x="116732" y="658322"/>
              <a:chExt cx="5922918" cy="3492146"/>
            </a:xfrm>
          </p:grpSpPr>
          <p:pic>
            <p:nvPicPr>
              <p:cNvPr id="19" name="그림 18">
                <a:extLst>
                  <a:ext uri="{FF2B5EF4-FFF2-40B4-BE49-F238E27FC236}">
                    <a16:creationId xmlns:a16="http://schemas.microsoft.com/office/drawing/2014/main" id="{B4003D32-E597-188C-DB47-D13A7414DE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rcRect r="3937" b="30881"/>
              <a:stretch/>
            </p:blipFill>
            <p:spPr>
              <a:xfrm>
                <a:off x="116732" y="658322"/>
                <a:ext cx="5922918" cy="3492146"/>
              </a:xfrm>
              <a:prstGeom prst="rect">
                <a:avLst/>
              </a:prstGeom>
            </p:spPr>
          </p:pic>
          <p:pic>
            <p:nvPicPr>
              <p:cNvPr id="20" name="그림 19" descr="텍스트, 스크린샷, 폰트, 번호이(가) 표시된 사진&#10;&#10;자동 생성된 설명">
                <a:extLst>
                  <a:ext uri="{FF2B5EF4-FFF2-40B4-BE49-F238E27FC236}">
                    <a16:creationId xmlns:a16="http://schemas.microsoft.com/office/drawing/2014/main" id="{B89D0591-7511-522F-FCFF-3A0C5E5C92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00306" y="1993761"/>
                <a:ext cx="977378" cy="1067191"/>
              </a:xfrm>
              <a:prstGeom prst="rect">
                <a:avLst/>
              </a:prstGeom>
            </p:spPr>
          </p:pic>
          <p:pic>
            <p:nvPicPr>
              <p:cNvPr id="21" name="그림 20">
                <a:extLst>
                  <a:ext uri="{FF2B5EF4-FFF2-40B4-BE49-F238E27FC236}">
                    <a16:creationId xmlns:a16="http://schemas.microsoft.com/office/drawing/2014/main" id="{5C134930-D789-5964-C77E-6800C7E92E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rcRect l="39705" t="50212" r="16107" b="31262"/>
              <a:stretch/>
            </p:blipFill>
            <p:spPr>
              <a:xfrm>
                <a:off x="2717185" y="1040622"/>
                <a:ext cx="2811162" cy="197708"/>
              </a:xfrm>
              <a:prstGeom prst="rect">
                <a:avLst/>
              </a:prstGeom>
            </p:spPr>
          </p:pic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4F4526C-6B97-B269-C430-E7076D62379A}"/>
                  </a:ext>
                </a:extLst>
              </p:cNvPr>
              <p:cNvSpPr txBox="1"/>
              <p:nvPr/>
            </p:nvSpPr>
            <p:spPr>
              <a:xfrm>
                <a:off x="3179217" y="1308356"/>
                <a:ext cx="2425013" cy="453123"/>
              </a:xfrm>
              <a:prstGeom prst="rect">
                <a:avLst/>
              </a:prstGeom>
              <a:solidFill>
                <a:srgbClr val="FFFF00"/>
              </a:solidFill>
            </p:spPr>
            <p:txBody>
              <a:bodyPr wrap="square" lIns="0" rIns="0" rtlCol="0">
                <a:sp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최대 조회 조건이 최근 한달로 자동 </a:t>
                </a: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Set</a:t>
                </a:r>
                <a:b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</a:b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 - 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한달 이내로만 조회 가능</a:t>
                </a: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44A03038-5B3D-4B28-2F5B-476A2CCE4B18}"/>
                  </a:ext>
                </a:extLst>
              </p:cNvPr>
              <p:cNvSpPr/>
              <p:nvPr/>
            </p:nvSpPr>
            <p:spPr>
              <a:xfrm>
                <a:off x="1450615" y="1819099"/>
                <a:ext cx="1519882" cy="135924"/>
              </a:xfrm>
              <a:prstGeom prst="rect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endParaRPr>
              </a:p>
            </p:txBody>
          </p:sp>
          <p:cxnSp>
            <p:nvCxnSpPr>
              <p:cNvPr id="24" name="직선 화살표 연결선 23">
                <a:extLst>
                  <a:ext uri="{FF2B5EF4-FFF2-40B4-BE49-F238E27FC236}">
                    <a16:creationId xmlns:a16="http://schemas.microsoft.com/office/drawing/2014/main" id="{02AB6638-1A31-BB10-7164-FB08F9D79182}"/>
                  </a:ext>
                </a:extLst>
              </p:cNvPr>
              <p:cNvCxnSpPr/>
              <p:nvPr/>
            </p:nvCxnSpPr>
            <p:spPr>
              <a:xfrm flipV="1">
                <a:off x="2340303" y="1238330"/>
                <a:ext cx="580767" cy="580769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425702-C115-E74E-D90B-AF9B65EA0A63}"/>
                  </a:ext>
                </a:extLst>
              </p:cNvPr>
              <p:cNvSpPr txBox="1"/>
              <p:nvPr/>
            </p:nvSpPr>
            <p:spPr>
              <a:xfrm>
                <a:off x="2648751" y="2343358"/>
                <a:ext cx="2425013" cy="278844"/>
              </a:xfrm>
              <a:prstGeom prst="rect">
                <a:avLst/>
              </a:prstGeom>
              <a:solidFill>
                <a:srgbClr val="FFFF00"/>
              </a:solidFill>
            </p:spPr>
            <p:txBody>
              <a:bodyPr wrap="square" lIns="0" rIns="0" rtlCol="0">
                <a:spAutoFit/>
              </a:bodyPr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30</a:t>
                </a:r>
                <a:r>
                  <a:rPr kumimoji="0" lang="ko-KR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+mn-cs"/>
                  </a:rPr>
                  <a:t>일 이상 건 조회 안됨</a:t>
                </a:r>
              </a:p>
            </p:txBody>
          </p:sp>
        </p:grpSp>
        <p:pic>
          <p:nvPicPr>
            <p:cNvPr id="15" name="그림 14">
              <a:extLst>
                <a:ext uri="{FF2B5EF4-FFF2-40B4-BE49-F238E27FC236}">
                  <a16:creationId xmlns:a16="http://schemas.microsoft.com/office/drawing/2014/main" id="{08DDEB6E-5872-F311-8899-07715869753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b="20370"/>
            <a:stretch/>
          </p:blipFill>
          <p:spPr>
            <a:xfrm>
              <a:off x="143802" y="4163050"/>
              <a:ext cx="5895848" cy="2562006"/>
            </a:xfrm>
            <a:prstGeom prst="rect">
              <a:avLst/>
            </a:prstGeom>
          </p:spPr>
        </p:pic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6FA5F215-AE1A-785B-987E-B3B3FB1C2F30}"/>
                </a:ext>
              </a:extLst>
            </p:cNvPr>
            <p:cNvSpPr/>
            <p:nvPr/>
          </p:nvSpPr>
          <p:spPr>
            <a:xfrm>
              <a:off x="3214941" y="5543550"/>
              <a:ext cx="1201415" cy="118150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7" name="순서도: 처리 16">
              <a:extLst>
                <a:ext uri="{FF2B5EF4-FFF2-40B4-BE49-F238E27FC236}">
                  <a16:creationId xmlns:a16="http://schemas.microsoft.com/office/drawing/2014/main" id="{7C025BFA-0FEE-F726-3A09-6BF0361C7247}"/>
                </a:ext>
              </a:extLst>
            </p:cNvPr>
            <p:cNvSpPr/>
            <p:nvPr/>
          </p:nvSpPr>
          <p:spPr>
            <a:xfrm>
              <a:off x="2477684" y="3107243"/>
              <a:ext cx="1178534" cy="868238"/>
            </a:xfrm>
            <a:prstGeom prst="flowChartProcess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0B48556-D236-E7A0-C14E-103885C2B038}"/>
                </a:ext>
              </a:extLst>
            </p:cNvPr>
            <p:cNvSpPr txBox="1"/>
            <p:nvPr/>
          </p:nvSpPr>
          <p:spPr>
            <a:xfrm>
              <a:off x="321089" y="5109760"/>
              <a:ext cx="5514203" cy="246221"/>
            </a:xfrm>
            <a:prstGeom prst="rect">
              <a:avLst/>
            </a:prstGeom>
            <a:solidFill>
              <a:srgbClr val="FFFF00"/>
            </a:solidFill>
          </p:spPr>
          <p:txBody>
            <a:bodyPr wrap="square" lIns="0" rIns="0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시스템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Default set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기준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(input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date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: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‘26.1/27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~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2/26) 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조회 시 장기 미처리는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30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일 이하 건만 확인 가능</a:t>
              </a: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1FBE903E-0367-50EB-57DB-742790B5A950}"/>
              </a:ext>
            </a:extLst>
          </p:cNvPr>
          <p:cNvSpPr txBox="1"/>
          <p:nvPr/>
        </p:nvSpPr>
        <p:spPr>
          <a:xfrm>
            <a:off x="8472264" y="690578"/>
            <a:ext cx="15664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【 미처리 대시보드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】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39418F3-935D-F46F-1B27-A9D5658272A7}"/>
              </a:ext>
            </a:extLst>
          </p:cNvPr>
          <p:cNvSpPr txBox="1"/>
          <p:nvPr/>
        </p:nvSpPr>
        <p:spPr>
          <a:xfrm>
            <a:off x="1447314" y="1016100"/>
            <a:ext cx="31422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최근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30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 이내 건만 조회 가능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GSFS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로그인 필수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6895B0C-1F47-5AD2-51E9-0B618190DF9B}"/>
              </a:ext>
            </a:extLst>
          </p:cNvPr>
          <p:cNvSpPr txBox="1"/>
          <p:nvPr/>
        </p:nvSpPr>
        <p:spPr>
          <a:xfrm>
            <a:off x="7176120" y="1016100"/>
            <a:ext cx="34133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장기 </a:t>
            </a:r>
            <a:r>
              <a:rPr kumimoji="0" lang="ko-KR" altLang="en-US" sz="12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미처리건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및 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Aging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 시각화</a:t>
            </a: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별도 로그인 불필요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2DF4617-F164-C3B2-3FA0-C92B791A5507}"/>
              </a:ext>
            </a:extLst>
          </p:cNvPr>
          <p:cNvGrpSpPr/>
          <p:nvPr/>
        </p:nvGrpSpPr>
        <p:grpSpPr>
          <a:xfrm>
            <a:off x="6395785" y="1340078"/>
            <a:ext cx="5521867" cy="5314507"/>
            <a:chOff x="6193028" y="1197441"/>
            <a:chExt cx="5713628" cy="5527615"/>
          </a:xfrm>
        </p:grpSpPr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1B6A8FF4-B910-456F-9974-0C260F753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193028" y="1197441"/>
              <a:ext cx="5713628" cy="2869221"/>
            </a:xfrm>
            <a:prstGeom prst="rect">
              <a:avLst/>
            </a:prstGeom>
          </p:spPr>
        </p:pic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32035B8-E592-3399-36B7-1F455A3CA57A}"/>
                </a:ext>
              </a:extLst>
            </p:cNvPr>
            <p:cNvSpPr/>
            <p:nvPr/>
          </p:nvSpPr>
          <p:spPr>
            <a:xfrm>
              <a:off x="7436195" y="2708920"/>
              <a:ext cx="371874" cy="1342380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AF67272-55F7-36B4-FEA6-862FC0AF527B}"/>
                </a:ext>
              </a:extLst>
            </p:cNvPr>
            <p:cNvSpPr txBox="1"/>
            <p:nvPr/>
          </p:nvSpPr>
          <p:spPr>
            <a:xfrm>
              <a:off x="7844758" y="2918192"/>
              <a:ext cx="4061898" cy="246221"/>
            </a:xfrm>
            <a:prstGeom prst="rect">
              <a:avLst/>
            </a:prstGeom>
            <a:solidFill>
              <a:srgbClr val="FFFF00"/>
            </a:solidFill>
          </p:spPr>
          <p:txBody>
            <a:bodyPr wrap="square" lIns="0" rIns="0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가장 오래된 미처리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순으로 </a:t>
              </a:r>
              <a:r>
                <a:rPr kumimoji="0" lang="ko-KR" altLang="en-US" sz="10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미처리건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정보 제공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, 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구간별 </a:t>
              </a:r>
              <a:r>
                <a:rPr kumimoji="0" lang="ko-KR" altLang="en-US" sz="10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미처리건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 분포 제공</a:t>
              </a:r>
            </a:p>
          </p:txBody>
        </p:sp>
        <p:pic>
          <p:nvPicPr>
            <p:cNvPr id="38" name="그림 37">
              <a:extLst>
                <a:ext uri="{FF2B5EF4-FFF2-40B4-BE49-F238E27FC236}">
                  <a16:creationId xmlns:a16="http://schemas.microsoft.com/office/drawing/2014/main" id="{AEFCBF79-750B-6DE1-72DE-4C7859D0CED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230472" y="4178412"/>
              <a:ext cx="5645923" cy="2546644"/>
            </a:xfrm>
            <a:prstGeom prst="rect">
              <a:avLst/>
            </a:prstGeom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5F74B58-089A-976E-F5A2-41C03A75A890}"/>
                </a:ext>
              </a:extLst>
            </p:cNvPr>
            <p:cNvSpPr txBox="1"/>
            <p:nvPr/>
          </p:nvSpPr>
          <p:spPr>
            <a:xfrm>
              <a:off x="8276557" y="4163050"/>
              <a:ext cx="2162682" cy="256094"/>
            </a:xfrm>
            <a:prstGeom prst="rect">
              <a:avLst/>
            </a:prstGeom>
            <a:solidFill>
              <a:srgbClr val="FFFF00"/>
            </a:solidFill>
          </p:spPr>
          <p:txBody>
            <a:bodyPr wrap="square" lIns="0" rIns="0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미처리 구간별 건수 및 비중 </a:t>
              </a:r>
              <a:r>
                <a:rPr kumimoji="0" lang="en-US" altLang="ko-KR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Trend </a:t>
              </a: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+mn-cs"/>
                </a:rPr>
                <a:t>제공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5B529D3-893E-8B47-39AF-4BE4DF453B12}"/>
              </a:ext>
            </a:extLst>
          </p:cNvPr>
          <p:cNvCxnSpPr>
            <a:cxnSpLocks/>
          </p:cNvCxnSpPr>
          <p:nvPr/>
        </p:nvCxnSpPr>
        <p:spPr>
          <a:xfrm>
            <a:off x="0" y="453109"/>
            <a:ext cx="12168000" cy="0"/>
          </a:xfrm>
          <a:prstGeom prst="line">
            <a:avLst/>
          </a:prstGeom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이등변 삼각형 40">
            <a:extLst>
              <a:ext uri="{FF2B5EF4-FFF2-40B4-BE49-F238E27FC236}">
                <a16:creationId xmlns:a16="http://schemas.microsoft.com/office/drawing/2014/main" id="{E3E8E118-C645-7B9F-2A3E-639AF00EE44E}"/>
              </a:ext>
            </a:extLst>
          </p:cNvPr>
          <p:cNvSpPr/>
          <p:nvPr/>
        </p:nvSpPr>
        <p:spPr>
          <a:xfrm rot="5400000">
            <a:off x="4920138" y="3863102"/>
            <a:ext cx="2266643" cy="249391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2" name="화살표: 오른쪽 41">
            <a:extLst>
              <a:ext uri="{FF2B5EF4-FFF2-40B4-BE49-F238E27FC236}">
                <a16:creationId xmlns:a16="http://schemas.microsoft.com/office/drawing/2014/main" id="{9D30B42A-9136-D49C-3465-A78E123D1FF4}"/>
              </a:ext>
            </a:extLst>
          </p:cNvPr>
          <p:cNvSpPr/>
          <p:nvPr/>
        </p:nvSpPr>
        <p:spPr>
          <a:xfrm>
            <a:off x="4912834" y="1088352"/>
            <a:ext cx="2232248" cy="132494"/>
          </a:xfrm>
          <a:prstGeom prst="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실행 단추: 뒤로 또는 앞으로 이동 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58956FEF-69AC-5175-FB7C-88624E3FB983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59356C1-A4AA-EBD1-84F1-C94F3AF79F0C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9644884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B3FDCD1-F128-A27F-592C-B3F4D1ACD4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TextBox 66">
            <a:extLst>
              <a:ext uri="{FF2B5EF4-FFF2-40B4-BE49-F238E27FC236}">
                <a16:creationId xmlns:a16="http://schemas.microsoft.com/office/drawing/2014/main" id="{4FBE041E-CBA7-B12D-47BC-D16543FFE664}"/>
              </a:ext>
            </a:extLst>
          </p:cNvPr>
          <p:cNvSpPr txBox="1"/>
          <p:nvPr/>
        </p:nvSpPr>
        <p:spPr>
          <a:xfrm>
            <a:off x="112827" y="83365"/>
            <a:ext cx="311459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[Repair Incomplete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Process Improvement]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2BC8453D-7097-FDD3-DD36-ED9698492392}"/>
              </a:ext>
            </a:extLst>
          </p:cNvPr>
          <p:cNvCxnSpPr>
            <a:cxnSpLocks/>
          </p:cNvCxnSpPr>
          <p:nvPr/>
        </p:nvCxnSpPr>
        <p:spPr>
          <a:xfrm>
            <a:off x="948947" y="1074959"/>
            <a:ext cx="6224150" cy="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타원 9">
            <a:extLst>
              <a:ext uri="{FF2B5EF4-FFF2-40B4-BE49-F238E27FC236}">
                <a16:creationId xmlns:a16="http://schemas.microsoft.com/office/drawing/2014/main" id="{2082EB12-2534-951F-B1E7-B86BC2D19438}"/>
              </a:ext>
            </a:extLst>
          </p:cNvPr>
          <p:cNvSpPr/>
          <p:nvPr/>
        </p:nvSpPr>
        <p:spPr>
          <a:xfrm>
            <a:off x="888446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14A59A6A-D81C-2C66-EFB2-438DD4F31152}"/>
              </a:ext>
            </a:extLst>
          </p:cNvPr>
          <p:cNvSpPr/>
          <p:nvPr/>
        </p:nvSpPr>
        <p:spPr>
          <a:xfrm>
            <a:off x="1648090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F8E051-83CC-EFEB-CE63-95870EFC2FB6}"/>
              </a:ext>
            </a:extLst>
          </p:cNvPr>
          <p:cNvSpPr txBox="1"/>
          <p:nvPr/>
        </p:nvSpPr>
        <p:spPr>
          <a:xfrm>
            <a:off x="621237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C33D2E3-BF92-E5A2-77D0-9D11020EB2EC}"/>
              </a:ext>
            </a:extLst>
          </p:cNvPr>
          <p:cNvSpPr txBox="1"/>
          <p:nvPr/>
        </p:nvSpPr>
        <p:spPr>
          <a:xfrm>
            <a:off x="1393231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1D(+1H)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D0C0B0CE-7E0A-8C3D-0C4B-8E1A43BCB5A6}"/>
              </a:ext>
            </a:extLst>
          </p:cNvPr>
          <p:cNvSpPr/>
          <p:nvPr/>
        </p:nvSpPr>
        <p:spPr>
          <a:xfrm>
            <a:off x="2628557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318A029-D0A4-7314-9489-503BEC7E2506}"/>
              </a:ext>
            </a:extLst>
          </p:cNvPr>
          <p:cNvSpPr txBox="1"/>
          <p:nvPr/>
        </p:nvSpPr>
        <p:spPr>
          <a:xfrm>
            <a:off x="2387109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1D(+2H)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8BC3DA3-BD29-359A-1961-41E7A687B333}"/>
              </a:ext>
            </a:extLst>
          </p:cNvPr>
          <p:cNvSpPr/>
          <p:nvPr/>
        </p:nvSpPr>
        <p:spPr>
          <a:xfrm>
            <a:off x="4120929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7E74405-857A-0EED-B38B-5EA27C2E20FB}"/>
              </a:ext>
            </a:extLst>
          </p:cNvPr>
          <p:cNvSpPr txBox="1"/>
          <p:nvPr/>
        </p:nvSpPr>
        <p:spPr>
          <a:xfrm>
            <a:off x="3931761" y="731296"/>
            <a:ext cx="4954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89679C-9A24-9361-F20D-9CC4AFC722D0}"/>
              </a:ext>
            </a:extLst>
          </p:cNvPr>
          <p:cNvSpPr/>
          <p:nvPr/>
        </p:nvSpPr>
        <p:spPr>
          <a:xfrm>
            <a:off x="6580070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83ABC5C-8266-13C5-AB75-E9F2CBB87E9F}"/>
              </a:ext>
            </a:extLst>
          </p:cNvPr>
          <p:cNvSpPr txBox="1"/>
          <p:nvPr/>
        </p:nvSpPr>
        <p:spPr>
          <a:xfrm>
            <a:off x="6305277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30D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372C5500-ADCF-3443-7112-9C6825F12381}"/>
              </a:ext>
            </a:extLst>
          </p:cNvPr>
          <p:cNvCxnSpPr/>
          <p:nvPr/>
        </p:nvCxnSpPr>
        <p:spPr>
          <a:xfrm flipH="1">
            <a:off x="4966248" y="972901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21E97AFE-1A49-A747-8C25-0761E670506B}"/>
              </a:ext>
            </a:extLst>
          </p:cNvPr>
          <p:cNvCxnSpPr/>
          <p:nvPr/>
        </p:nvCxnSpPr>
        <p:spPr>
          <a:xfrm flipH="1">
            <a:off x="5001511" y="980650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타원 51">
            <a:extLst>
              <a:ext uri="{FF2B5EF4-FFF2-40B4-BE49-F238E27FC236}">
                <a16:creationId xmlns:a16="http://schemas.microsoft.com/office/drawing/2014/main" id="{3D4F9366-C140-59A2-9917-69C895CDBA9A}"/>
              </a:ext>
            </a:extLst>
          </p:cNvPr>
          <p:cNvSpPr/>
          <p:nvPr/>
        </p:nvSpPr>
        <p:spPr>
          <a:xfrm>
            <a:off x="3606390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FD6B800-B9EF-7720-4E17-0EDFB6AC2A68}"/>
              </a:ext>
            </a:extLst>
          </p:cNvPr>
          <p:cNvSpPr txBox="1"/>
          <p:nvPr/>
        </p:nvSpPr>
        <p:spPr>
          <a:xfrm>
            <a:off x="3331440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4F202FC6-0FAC-DD49-DAF7-520568B44A69}"/>
              </a:ext>
            </a:extLst>
          </p:cNvPr>
          <p:cNvSpPr/>
          <p:nvPr/>
        </p:nvSpPr>
        <p:spPr>
          <a:xfrm>
            <a:off x="4645694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9F6C851-2698-C72F-8E1A-144AC9F68339}"/>
              </a:ext>
            </a:extLst>
          </p:cNvPr>
          <p:cNvSpPr txBox="1"/>
          <p:nvPr/>
        </p:nvSpPr>
        <p:spPr>
          <a:xfrm>
            <a:off x="4539743" y="731296"/>
            <a:ext cx="3583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8933A562-E994-3ECF-7A9C-5729C46BF315}"/>
              </a:ext>
            </a:extLst>
          </p:cNvPr>
          <p:cNvSpPr/>
          <p:nvPr/>
        </p:nvSpPr>
        <p:spPr>
          <a:xfrm>
            <a:off x="5264763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9581303-9FAF-11F2-6C87-993FD99BE013}"/>
              </a:ext>
            </a:extLst>
          </p:cNvPr>
          <p:cNvSpPr txBox="1"/>
          <p:nvPr/>
        </p:nvSpPr>
        <p:spPr>
          <a:xfrm>
            <a:off x="5007543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7D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E895426F-8AFA-781E-18D4-EAE0F7D5AD61}"/>
              </a:ext>
            </a:extLst>
          </p:cNvPr>
          <p:cNvCxnSpPr/>
          <p:nvPr/>
        </p:nvCxnSpPr>
        <p:spPr>
          <a:xfrm flipH="1">
            <a:off x="5573131" y="972901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D8ECED0F-1AD9-270E-28F8-732F4F3ED8F9}"/>
              </a:ext>
            </a:extLst>
          </p:cNvPr>
          <p:cNvCxnSpPr/>
          <p:nvPr/>
        </p:nvCxnSpPr>
        <p:spPr>
          <a:xfrm flipH="1">
            <a:off x="5620753" y="980650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타원 16">
            <a:extLst>
              <a:ext uri="{FF2B5EF4-FFF2-40B4-BE49-F238E27FC236}">
                <a16:creationId xmlns:a16="http://schemas.microsoft.com/office/drawing/2014/main" id="{220EADDF-6F7E-A1DC-6BFF-53776A86DB40}"/>
              </a:ext>
            </a:extLst>
          </p:cNvPr>
          <p:cNvSpPr/>
          <p:nvPr/>
        </p:nvSpPr>
        <p:spPr>
          <a:xfrm>
            <a:off x="5927421" y="1015389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4606B3C2-1051-55F2-3159-F0296C2A4E68}"/>
              </a:ext>
            </a:extLst>
          </p:cNvPr>
          <p:cNvCxnSpPr/>
          <p:nvPr/>
        </p:nvCxnSpPr>
        <p:spPr>
          <a:xfrm flipH="1">
            <a:off x="6155476" y="972901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24CEE5C7-9023-B0A2-18F3-4B7F578A5A40}"/>
              </a:ext>
            </a:extLst>
          </p:cNvPr>
          <p:cNvCxnSpPr/>
          <p:nvPr/>
        </p:nvCxnSpPr>
        <p:spPr>
          <a:xfrm flipH="1">
            <a:off x="6190739" y="980650"/>
            <a:ext cx="95792" cy="196619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DD2194AC-FD76-237F-9265-CEBAA1A0C091}"/>
              </a:ext>
            </a:extLst>
          </p:cNvPr>
          <p:cNvSpPr txBox="1"/>
          <p:nvPr/>
        </p:nvSpPr>
        <p:spPr>
          <a:xfrm>
            <a:off x="5656012" y="731296"/>
            <a:ext cx="6554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15D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458B5BB-ED21-972C-9944-4F39D8B2C3BF}"/>
              </a:ext>
            </a:extLst>
          </p:cNvPr>
          <p:cNvSpPr/>
          <p:nvPr/>
        </p:nvSpPr>
        <p:spPr>
          <a:xfrm>
            <a:off x="4413267" y="1020620"/>
            <a:ext cx="124880" cy="11857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4165DAB-8F88-2A84-1A2F-85B7E910466C}"/>
              </a:ext>
            </a:extLst>
          </p:cNvPr>
          <p:cNvSpPr txBox="1"/>
          <p:nvPr/>
        </p:nvSpPr>
        <p:spPr>
          <a:xfrm>
            <a:off x="4300916" y="731296"/>
            <a:ext cx="3583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4D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811EF402-81C4-F04A-C581-983345917639}"/>
              </a:ext>
            </a:extLst>
          </p:cNvPr>
          <p:cNvSpPr/>
          <p:nvPr/>
        </p:nvSpPr>
        <p:spPr>
          <a:xfrm>
            <a:off x="4702713" y="1391264"/>
            <a:ext cx="2568649" cy="509743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FE8EC8E5-9499-E993-B111-97281829CDC3}"/>
              </a:ext>
            </a:extLst>
          </p:cNvPr>
          <p:cNvCxnSpPr>
            <a:cxnSpLocks/>
          </p:cNvCxnSpPr>
          <p:nvPr/>
        </p:nvCxnSpPr>
        <p:spPr>
          <a:xfrm>
            <a:off x="4709216" y="1235675"/>
            <a:ext cx="0" cy="528544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9A3F0B8D-6528-7AAA-C72C-65518B9E1333}"/>
              </a:ext>
            </a:extLst>
          </p:cNvPr>
          <p:cNvSpPr txBox="1"/>
          <p:nvPr/>
        </p:nvSpPr>
        <p:spPr>
          <a:xfrm>
            <a:off x="2879407" y="3411247"/>
            <a:ext cx="1380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7E071F8-5F33-D0B9-554A-DFB681E1AD77}"/>
              </a:ext>
            </a:extLst>
          </p:cNvPr>
          <p:cNvSpPr txBox="1"/>
          <p:nvPr/>
        </p:nvSpPr>
        <p:spPr>
          <a:xfrm>
            <a:off x="42636" y="5224160"/>
            <a:ext cx="60751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W/H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69BFBACB-54BC-ECDA-4D83-F70B27A9BB58}"/>
              </a:ext>
            </a:extLst>
          </p:cNvPr>
          <p:cNvCxnSpPr>
            <a:cxnSpLocks/>
          </p:cNvCxnSpPr>
          <p:nvPr/>
        </p:nvCxnSpPr>
        <p:spPr>
          <a:xfrm>
            <a:off x="112827" y="1389859"/>
            <a:ext cx="715853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F44026F1-7FC6-DC54-EE70-2BA8FF50943B}"/>
              </a:ext>
            </a:extLst>
          </p:cNvPr>
          <p:cNvCxnSpPr>
            <a:cxnSpLocks/>
          </p:cNvCxnSpPr>
          <p:nvPr/>
        </p:nvCxnSpPr>
        <p:spPr>
          <a:xfrm>
            <a:off x="108516" y="2563351"/>
            <a:ext cx="7162846" cy="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9DDD795-BA30-EB7F-0D5A-CC982A9A3C55}"/>
              </a:ext>
            </a:extLst>
          </p:cNvPr>
          <p:cNvSpPr/>
          <p:nvPr/>
        </p:nvSpPr>
        <p:spPr>
          <a:xfrm>
            <a:off x="762033" y="1983414"/>
            <a:ext cx="367415" cy="324415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Repair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D21900D-6A03-E5DD-E8FD-06CAF0ADBD47}"/>
              </a:ext>
            </a:extLst>
          </p:cNvPr>
          <p:cNvSpPr txBox="1"/>
          <p:nvPr/>
        </p:nvSpPr>
        <p:spPr>
          <a:xfrm>
            <a:off x="157632" y="1978891"/>
            <a:ext cx="463605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Contact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Center / FSR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FB99D08F-3364-24D6-45BD-70E35906AA8C}"/>
              </a:ext>
            </a:extLst>
          </p:cNvPr>
          <p:cNvCxnSpPr>
            <a:cxnSpLocks/>
          </p:cNvCxnSpPr>
          <p:nvPr/>
        </p:nvCxnSpPr>
        <p:spPr>
          <a:xfrm>
            <a:off x="693991" y="1389859"/>
            <a:ext cx="0" cy="512507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4F938F9C-4B28-CBC6-5365-A6A73E777DA6}"/>
              </a:ext>
            </a:extLst>
          </p:cNvPr>
          <p:cNvSpPr txBox="1"/>
          <p:nvPr/>
        </p:nvSpPr>
        <p:spPr>
          <a:xfrm>
            <a:off x="108516" y="3333354"/>
            <a:ext cx="566673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SVC Center/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DMS/DMS2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71" name="연결선: 꺾임 70">
            <a:extLst>
              <a:ext uri="{FF2B5EF4-FFF2-40B4-BE49-F238E27FC236}">
                <a16:creationId xmlns:a16="http://schemas.microsoft.com/office/drawing/2014/main" id="{61443DF0-8563-899C-36FE-888BCA2A0C53}"/>
              </a:ext>
            </a:extLst>
          </p:cNvPr>
          <p:cNvCxnSpPr>
            <a:cxnSpLocks/>
            <a:stCxn id="35" idx="2"/>
            <a:endCxn id="5" idx="1"/>
          </p:cNvCxnSpPr>
          <p:nvPr/>
        </p:nvCxnSpPr>
        <p:spPr>
          <a:xfrm rot="16200000" flipH="1">
            <a:off x="857404" y="2396165"/>
            <a:ext cx="620421" cy="443747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C570828E-E400-D921-1694-430B164658C0}"/>
              </a:ext>
            </a:extLst>
          </p:cNvPr>
          <p:cNvSpPr txBox="1"/>
          <p:nvPr/>
        </p:nvSpPr>
        <p:spPr>
          <a:xfrm>
            <a:off x="769529" y="2941868"/>
            <a:ext cx="472915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Dispatch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F4D056F-74B8-9575-DAF3-392271D7C51C}"/>
              </a:ext>
            </a:extLst>
          </p:cNvPr>
          <p:cNvSpPr/>
          <p:nvPr/>
        </p:nvSpPr>
        <p:spPr>
          <a:xfrm>
            <a:off x="2434292" y="2695309"/>
            <a:ext cx="451013" cy="464837"/>
          </a:xfrm>
          <a:prstGeom prst="rect">
            <a:avLst/>
          </a:prstGeom>
          <a:noFill/>
          <a:ln w="15875"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Pre-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Screen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E25C76D1-ABF6-A81F-9683-5519BCC86CA8}"/>
              </a:ext>
            </a:extLst>
          </p:cNvPr>
          <p:cNvSpPr/>
          <p:nvPr/>
        </p:nvSpPr>
        <p:spPr>
          <a:xfrm>
            <a:off x="1389488" y="2672324"/>
            <a:ext cx="636423" cy="511852"/>
          </a:xfrm>
          <a:prstGeom prst="flowChartDecision">
            <a:avLst/>
          </a:prstGeom>
          <a:noFill/>
          <a:ln w="15875">
            <a:solidFill>
              <a:schemeClr val="accent1">
                <a:shade val="15000"/>
              </a:schemeClr>
            </a:solidFill>
          </a:ln>
          <a:effectLst>
            <a:outerShdw blurRad="50800" dist="38100" dir="2700000" algn="tl" rotWithShape="0">
              <a:schemeClr val="tx1">
                <a:alpha val="40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Accept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22" name="연결선: 꺾임 21">
            <a:extLst>
              <a:ext uri="{FF2B5EF4-FFF2-40B4-BE49-F238E27FC236}">
                <a16:creationId xmlns:a16="http://schemas.microsoft.com/office/drawing/2014/main" id="{6CDF5318-B284-659B-3DAF-A7B4242DB710}"/>
              </a:ext>
            </a:extLst>
          </p:cNvPr>
          <p:cNvCxnSpPr>
            <a:cxnSpLocks/>
            <a:stCxn id="5" idx="0"/>
            <a:endCxn id="35" idx="3"/>
          </p:cNvCxnSpPr>
          <p:nvPr/>
        </p:nvCxnSpPr>
        <p:spPr>
          <a:xfrm rot="16200000" flipV="1">
            <a:off x="1155223" y="2119847"/>
            <a:ext cx="526702" cy="578252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8775034-6A5F-D0BA-E268-2AC336E1FC80}"/>
              </a:ext>
            </a:extLst>
          </p:cNvPr>
          <p:cNvSpPr txBox="1"/>
          <p:nvPr/>
        </p:nvSpPr>
        <p:spPr>
          <a:xfrm>
            <a:off x="1180214" y="2156173"/>
            <a:ext cx="530247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Transfer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/Reject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B0602DF-A0B9-D297-93DD-FD82C013E72E}"/>
              </a:ext>
            </a:extLst>
          </p:cNvPr>
          <p:cNvCxnSpPr>
            <a:cxnSpLocks/>
            <a:endCxn id="74" idx="1"/>
          </p:cNvCxnSpPr>
          <p:nvPr/>
        </p:nvCxnSpPr>
        <p:spPr>
          <a:xfrm flipV="1">
            <a:off x="2044445" y="2927728"/>
            <a:ext cx="389847" cy="522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순서도: 판단 44">
            <a:extLst>
              <a:ext uri="{FF2B5EF4-FFF2-40B4-BE49-F238E27FC236}">
                <a16:creationId xmlns:a16="http://schemas.microsoft.com/office/drawing/2014/main" id="{441FCA32-484C-845E-2FF4-57DECD0FAFCD}"/>
              </a:ext>
            </a:extLst>
          </p:cNvPr>
          <p:cNvSpPr/>
          <p:nvPr/>
        </p:nvSpPr>
        <p:spPr>
          <a:xfrm>
            <a:off x="2403143" y="3362997"/>
            <a:ext cx="504258" cy="511852"/>
          </a:xfrm>
          <a:prstGeom prst="flowChartDecision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F19E199C-7AF7-F6CA-0754-757FBA0CF72A}"/>
              </a:ext>
            </a:extLst>
          </p:cNvPr>
          <p:cNvCxnSpPr>
            <a:cxnSpLocks/>
            <a:stCxn id="74" idx="2"/>
            <a:endCxn id="45" idx="0"/>
          </p:cNvCxnSpPr>
          <p:nvPr/>
        </p:nvCxnSpPr>
        <p:spPr>
          <a:xfrm flipH="1">
            <a:off x="2655272" y="3160146"/>
            <a:ext cx="4527" cy="202851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7F1EE790-D89F-7AAD-AE2C-5244EAA5EEC0}"/>
              </a:ext>
            </a:extLst>
          </p:cNvPr>
          <p:cNvCxnSpPr>
            <a:cxnSpLocks/>
          </p:cNvCxnSpPr>
          <p:nvPr/>
        </p:nvCxnSpPr>
        <p:spPr>
          <a:xfrm>
            <a:off x="108516" y="1865205"/>
            <a:ext cx="7162846" cy="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298117BF-5C76-0181-2B7A-E1E1051C3D93}"/>
              </a:ext>
            </a:extLst>
          </p:cNvPr>
          <p:cNvSpPr txBox="1"/>
          <p:nvPr/>
        </p:nvSpPr>
        <p:spPr>
          <a:xfrm>
            <a:off x="112827" y="1520825"/>
            <a:ext cx="61004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Customer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55" name="연결선: 꺾임 54">
            <a:extLst>
              <a:ext uri="{FF2B5EF4-FFF2-40B4-BE49-F238E27FC236}">
                <a16:creationId xmlns:a16="http://schemas.microsoft.com/office/drawing/2014/main" id="{D7E0E959-D0C7-F10A-07B6-3D0CB43CCA0E}"/>
              </a:ext>
            </a:extLst>
          </p:cNvPr>
          <p:cNvCxnSpPr>
            <a:cxnSpLocks/>
            <a:endCxn id="35" idx="0"/>
          </p:cNvCxnSpPr>
          <p:nvPr/>
        </p:nvCxnSpPr>
        <p:spPr>
          <a:xfrm>
            <a:off x="693991" y="1659538"/>
            <a:ext cx="251750" cy="323876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815F657-741D-8397-23B8-D83E6F994C9E}"/>
              </a:ext>
            </a:extLst>
          </p:cNvPr>
          <p:cNvSpPr/>
          <p:nvPr/>
        </p:nvSpPr>
        <p:spPr>
          <a:xfrm>
            <a:off x="2411314" y="4078113"/>
            <a:ext cx="473664" cy="36416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 order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73" name="연결선: 꺾임 72">
            <a:extLst>
              <a:ext uri="{FF2B5EF4-FFF2-40B4-BE49-F238E27FC236}">
                <a16:creationId xmlns:a16="http://schemas.microsoft.com/office/drawing/2014/main" id="{25A6B3EB-9B69-CF7D-C205-3E45B991C6DF}"/>
              </a:ext>
            </a:extLst>
          </p:cNvPr>
          <p:cNvCxnSpPr>
            <a:cxnSpLocks/>
            <a:stCxn id="45" idx="3"/>
          </p:cNvCxnSpPr>
          <p:nvPr/>
        </p:nvCxnSpPr>
        <p:spPr>
          <a:xfrm flipV="1">
            <a:off x="2907401" y="1778053"/>
            <a:ext cx="784735" cy="1840870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6D619906-BBD5-CB46-73B3-2AA6BB78B587}"/>
              </a:ext>
            </a:extLst>
          </p:cNvPr>
          <p:cNvCxnSpPr>
            <a:cxnSpLocks/>
            <a:stCxn id="45" idx="2"/>
            <a:endCxn id="69" idx="0"/>
          </p:cNvCxnSpPr>
          <p:nvPr/>
        </p:nvCxnSpPr>
        <p:spPr>
          <a:xfrm flipH="1">
            <a:off x="2648146" y="3874849"/>
            <a:ext cx="7126" cy="203264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2C3CDE87-DE43-B90F-E216-DC11EEDA590E}"/>
              </a:ext>
            </a:extLst>
          </p:cNvPr>
          <p:cNvSpPr txBox="1"/>
          <p:nvPr/>
        </p:nvSpPr>
        <p:spPr>
          <a:xfrm>
            <a:off x="2689475" y="3794646"/>
            <a:ext cx="1279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Y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E512DD1-DB64-F3C8-0F09-085D75089780}"/>
              </a:ext>
            </a:extLst>
          </p:cNvPr>
          <p:cNvSpPr/>
          <p:nvPr/>
        </p:nvSpPr>
        <p:spPr>
          <a:xfrm>
            <a:off x="3525371" y="5000086"/>
            <a:ext cx="750140" cy="36416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Picking/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Delivery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1" name="순서도: 판단 90">
            <a:extLst>
              <a:ext uri="{FF2B5EF4-FFF2-40B4-BE49-F238E27FC236}">
                <a16:creationId xmlns:a16="http://schemas.microsoft.com/office/drawing/2014/main" id="{25056DF5-42AB-96C5-075D-33E591FD4D34}"/>
              </a:ext>
            </a:extLst>
          </p:cNvPr>
          <p:cNvSpPr/>
          <p:nvPr/>
        </p:nvSpPr>
        <p:spPr>
          <a:xfrm>
            <a:off x="2368909" y="4930062"/>
            <a:ext cx="555847" cy="511852"/>
          </a:xfrm>
          <a:prstGeom prst="flowChartDecision">
            <a:avLst/>
          </a:prstGeom>
          <a:noFill/>
          <a:ln w="15875"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Back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Order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93A2AC2-7F29-0DA7-7381-BAEE6DCDF6E0}"/>
              </a:ext>
            </a:extLst>
          </p:cNvPr>
          <p:cNvSpPr txBox="1"/>
          <p:nvPr/>
        </p:nvSpPr>
        <p:spPr>
          <a:xfrm>
            <a:off x="2649453" y="5380777"/>
            <a:ext cx="15554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Y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B88C670-009D-2AE8-6AF2-4686052E9941}"/>
              </a:ext>
            </a:extLst>
          </p:cNvPr>
          <p:cNvSpPr txBox="1"/>
          <p:nvPr/>
        </p:nvSpPr>
        <p:spPr>
          <a:xfrm>
            <a:off x="1390519" y="2511056"/>
            <a:ext cx="51544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7935AA32-411E-7381-0CD3-C5BA30156DB7}"/>
              </a:ext>
            </a:extLst>
          </p:cNvPr>
          <p:cNvSpPr txBox="1"/>
          <p:nvPr/>
        </p:nvSpPr>
        <p:spPr>
          <a:xfrm>
            <a:off x="1747085" y="2976252"/>
            <a:ext cx="51544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Y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ACBEFDBD-34D0-6731-1E8E-926E3BFDFAD0}"/>
              </a:ext>
            </a:extLst>
          </p:cNvPr>
          <p:cNvCxnSpPr>
            <a:cxnSpLocks/>
          </p:cNvCxnSpPr>
          <p:nvPr/>
        </p:nvCxnSpPr>
        <p:spPr>
          <a:xfrm>
            <a:off x="108516" y="4708009"/>
            <a:ext cx="7162846" cy="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id="{500830B5-1B1E-8DA5-35AD-343C126C1DB3}"/>
              </a:ext>
            </a:extLst>
          </p:cNvPr>
          <p:cNvCxnSpPr>
            <a:cxnSpLocks/>
            <a:stCxn id="69" idx="2"/>
            <a:endCxn id="91" idx="0"/>
          </p:cNvCxnSpPr>
          <p:nvPr/>
        </p:nvCxnSpPr>
        <p:spPr>
          <a:xfrm flipH="1">
            <a:off x="2646833" y="4442276"/>
            <a:ext cx="1313" cy="487786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204D12FE-5C7C-934D-501B-41BF34DE5BD5}"/>
              </a:ext>
            </a:extLst>
          </p:cNvPr>
          <p:cNvSpPr txBox="1"/>
          <p:nvPr/>
        </p:nvSpPr>
        <p:spPr>
          <a:xfrm>
            <a:off x="2885586" y="4961387"/>
            <a:ext cx="1380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C7AD805C-849A-86BB-24ED-6C0772E1FD3B}"/>
              </a:ext>
            </a:extLst>
          </p:cNvPr>
          <p:cNvCxnSpPr>
            <a:cxnSpLocks/>
            <a:stCxn id="91" idx="3"/>
          </p:cNvCxnSpPr>
          <p:nvPr/>
        </p:nvCxnSpPr>
        <p:spPr>
          <a:xfrm flipV="1">
            <a:off x="2924756" y="5182168"/>
            <a:ext cx="619149" cy="382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18511039-66DE-47FB-AA15-6327AA29499A}"/>
              </a:ext>
            </a:extLst>
          </p:cNvPr>
          <p:cNvCxnSpPr>
            <a:cxnSpLocks/>
          </p:cNvCxnSpPr>
          <p:nvPr/>
        </p:nvCxnSpPr>
        <p:spPr>
          <a:xfrm flipV="1">
            <a:off x="3904643" y="4411362"/>
            <a:ext cx="6277" cy="588724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67E8A99B-B22F-0BB8-E0C4-15051D3B7238}"/>
              </a:ext>
            </a:extLst>
          </p:cNvPr>
          <p:cNvSpPr/>
          <p:nvPr/>
        </p:nvSpPr>
        <p:spPr>
          <a:xfrm>
            <a:off x="3815479" y="5734788"/>
            <a:ext cx="3025446" cy="364163"/>
          </a:xfrm>
          <a:prstGeom prst="rect">
            <a:avLst/>
          </a:prstGeom>
          <a:solidFill>
            <a:schemeClr val="bg1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Waiting for parts arrival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730ED04D-D61F-86AF-1EF5-E6A9C4B85F6A}"/>
              </a:ext>
            </a:extLst>
          </p:cNvPr>
          <p:cNvCxnSpPr>
            <a:cxnSpLocks/>
            <a:stCxn id="91" idx="2"/>
            <a:endCxn id="125" idx="1"/>
          </p:cNvCxnSpPr>
          <p:nvPr/>
        </p:nvCxnSpPr>
        <p:spPr>
          <a:xfrm rot="16200000" flipH="1">
            <a:off x="2993678" y="5095069"/>
            <a:ext cx="474956" cy="1168646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E39A233F-79E9-000A-5525-F7B7EED2849B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899086" y="2742728"/>
            <a:ext cx="2329231" cy="341541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CABCC1ED-53B6-F7C1-286E-77394BF4FFE6}"/>
              </a:ext>
            </a:extLst>
          </p:cNvPr>
          <p:cNvSpPr txBox="1"/>
          <p:nvPr/>
        </p:nvSpPr>
        <p:spPr>
          <a:xfrm>
            <a:off x="2539907" y="5907851"/>
            <a:ext cx="7604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ETA Accuracy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↑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69C7BEC-355B-D36A-1076-43C92618190E}"/>
              </a:ext>
            </a:extLst>
          </p:cNvPr>
          <p:cNvSpPr/>
          <p:nvPr/>
        </p:nvSpPr>
        <p:spPr>
          <a:xfrm>
            <a:off x="4791992" y="4991477"/>
            <a:ext cx="1400562" cy="36416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 stock in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F43D51E-D9ED-41F7-2CC0-29675F88E8D5}"/>
              </a:ext>
            </a:extLst>
          </p:cNvPr>
          <p:cNvSpPr/>
          <p:nvPr/>
        </p:nvSpPr>
        <p:spPr>
          <a:xfrm>
            <a:off x="3546391" y="1489580"/>
            <a:ext cx="3492606" cy="235198"/>
          </a:xfrm>
          <a:prstGeom prst="rect">
            <a:avLst/>
          </a:prstGeom>
          <a:solidFill>
            <a:schemeClr val="bg1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Repair/Complete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6401F2D4-8EC6-1720-BF8F-26DC54E413E1}"/>
              </a:ext>
            </a:extLst>
          </p:cNvPr>
          <p:cNvCxnSpPr>
            <a:cxnSpLocks/>
            <a:stCxn id="8" idx="1"/>
            <a:endCxn id="87" idx="3"/>
          </p:cNvCxnSpPr>
          <p:nvPr/>
        </p:nvCxnSpPr>
        <p:spPr>
          <a:xfrm flipH="1">
            <a:off x="4275511" y="5173559"/>
            <a:ext cx="516481" cy="8609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C8E12336-C02C-CA6E-37AC-FAB5010828EB}"/>
              </a:ext>
            </a:extLst>
          </p:cNvPr>
          <p:cNvCxnSpPr>
            <a:cxnSpLocks/>
          </p:cNvCxnSpPr>
          <p:nvPr/>
        </p:nvCxnSpPr>
        <p:spPr>
          <a:xfrm flipV="1">
            <a:off x="4830309" y="1755060"/>
            <a:ext cx="0" cy="235012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FAB17D2E-B9C8-7B97-7926-1FED6E8C0181}"/>
              </a:ext>
            </a:extLst>
          </p:cNvPr>
          <p:cNvCxnSpPr>
            <a:cxnSpLocks/>
          </p:cNvCxnSpPr>
          <p:nvPr/>
        </p:nvCxnSpPr>
        <p:spPr>
          <a:xfrm flipV="1">
            <a:off x="5143287" y="1755060"/>
            <a:ext cx="0" cy="235012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0C8DB99A-01B4-A728-EED2-278413884ABE}"/>
              </a:ext>
            </a:extLst>
          </p:cNvPr>
          <p:cNvCxnSpPr>
            <a:cxnSpLocks/>
          </p:cNvCxnSpPr>
          <p:nvPr/>
        </p:nvCxnSpPr>
        <p:spPr>
          <a:xfrm flipV="1">
            <a:off x="5445084" y="1748882"/>
            <a:ext cx="0" cy="235012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EA54387D-CE27-EF4E-031C-EEE3F52FD51A}"/>
              </a:ext>
            </a:extLst>
          </p:cNvPr>
          <p:cNvCxnSpPr>
            <a:cxnSpLocks/>
          </p:cNvCxnSpPr>
          <p:nvPr/>
        </p:nvCxnSpPr>
        <p:spPr>
          <a:xfrm flipV="1">
            <a:off x="5910829" y="1748882"/>
            <a:ext cx="0" cy="235012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DA370273-2B80-50B1-BD95-145EEF060696}"/>
              </a:ext>
            </a:extLst>
          </p:cNvPr>
          <p:cNvSpPr/>
          <p:nvPr/>
        </p:nvSpPr>
        <p:spPr>
          <a:xfrm>
            <a:off x="4272281" y="2042976"/>
            <a:ext cx="2568648" cy="269125"/>
          </a:xfrm>
          <a:prstGeom prst="rect">
            <a:avLst/>
          </a:prstGeom>
          <a:solidFill>
            <a:schemeClr val="bg1"/>
          </a:solidFill>
          <a:ln w="15875"/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WIP Management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(Over 3 days)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68" name="연결선: 꺾임 67">
            <a:extLst>
              <a:ext uri="{FF2B5EF4-FFF2-40B4-BE49-F238E27FC236}">
                <a16:creationId xmlns:a16="http://schemas.microsoft.com/office/drawing/2014/main" id="{227C941A-B156-1E8F-0F90-33638EDFD69D}"/>
              </a:ext>
            </a:extLst>
          </p:cNvPr>
          <p:cNvCxnSpPr>
            <a:cxnSpLocks/>
            <a:stCxn id="125" idx="0"/>
            <a:endCxn id="8" idx="2"/>
          </p:cNvCxnSpPr>
          <p:nvPr/>
        </p:nvCxnSpPr>
        <p:spPr>
          <a:xfrm rot="5400000" flipH="1" flipV="1">
            <a:off x="5220663" y="5463179"/>
            <a:ext cx="379148" cy="164071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D03578B-54AA-D068-0F66-E16D20F9137D}"/>
              </a:ext>
            </a:extLst>
          </p:cNvPr>
          <p:cNvSpPr/>
          <p:nvPr/>
        </p:nvSpPr>
        <p:spPr>
          <a:xfrm>
            <a:off x="3677290" y="4086903"/>
            <a:ext cx="3283404" cy="337978"/>
          </a:xfrm>
          <a:prstGeom prst="rect">
            <a:avLst/>
          </a:prstGeom>
          <a:solidFill>
            <a:schemeClr val="bg1"/>
          </a:solidFill>
          <a:ln w="15875"/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 Receipt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0175C50C-D93A-6C02-433B-8890F0A9AA9A}"/>
              </a:ext>
            </a:extLst>
          </p:cNvPr>
          <p:cNvCxnSpPr>
            <a:cxnSpLocks/>
          </p:cNvCxnSpPr>
          <p:nvPr/>
        </p:nvCxnSpPr>
        <p:spPr>
          <a:xfrm>
            <a:off x="108516" y="6500419"/>
            <a:ext cx="716284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3" name="타원 112">
            <a:extLst>
              <a:ext uri="{FF2B5EF4-FFF2-40B4-BE49-F238E27FC236}">
                <a16:creationId xmlns:a16="http://schemas.microsoft.com/office/drawing/2014/main" id="{28E30A6A-BFEC-2193-60FE-F1E0D56447AB}"/>
              </a:ext>
            </a:extLst>
          </p:cNvPr>
          <p:cNvSpPr/>
          <p:nvPr/>
        </p:nvSpPr>
        <p:spPr>
          <a:xfrm>
            <a:off x="1318084" y="2684618"/>
            <a:ext cx="161459" cy="162301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DC7A650-05E9-086F-46EC-CAF0336F12DA}"/>
              </a:ext>
            </a:extLst>
          </p:cNvPr>
          <p:cNvSpPr txBox="1"/>
          <p:nvPr/>
        </p:nvSpPr>
        <p:spPr>
          <a:xfrm>
            <a:off x="1161084" y="2516217"/>
            <a:ext cx="2616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FE8846BC-D97A-85CC-3E34-75E58FD75385}"/>
              </a:ext>
            </a:extLst>
          </p:cNvPr>
          <p:cNvSpPr/>
          <p:nvPr/>
        </p:nvSpPr>
        <p:spPr>
          <a:xfrm>
            <a:off x="2463294" y="2494754"/>
            <a:ext cx="161459" cy="180304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5CEE4BC-B8BB-3D9D-C694-B762059FFB1F}"/>
              </a:ext>
            </a:extLst>
          </p:cNvPr>
          <p:cNvSpPr txBox="1"/>
          <p:nvPr/>
        </p:nvSpPr>
        <p:spPr>
          <a:xfrm>
            <a:off x="2303390" y="2378402"/>
            <a:ext cx="2616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41B36726-E7AD-A057-6E3C-DC2BC99D68B1}"/>
              </a:ext>
            </a:extLst>
          </p:cNvPr>
          <p:cNvSpPr/>
          <p:nvPr/>
        </p:nvSpPr>
        <p:spPr>
          <a:xfrm>
            <a:off x="2461412" y="5609115"/>
            <a:ext cx="161459" cy="190369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EE11E4C-650E-1195-01E6-AA195C6AD526}"/>
              </a:ext>
            </a:extLst>
          </p:cNvPr>
          <p:cNvSpPr txBox="1"/>
          <p:nvPr/>
        </p:nvSpPr>
        <p:spPr>
          <a:xfrm>
            <a:off x="2349700" y="5413759"/>
            <a:ext cx="2616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EE9FB7F3-C2E5-0CE3-1DA0-7F6BBCEC9778}"/>
              </a:ext>
            </a:extLst>
          </p:cNvPr>
          <p:cNvSpPr/>
          <p:nvPr/>
        </p:nvSpPr>
        <p:spPr>
          <a:xfrm>
            <a:off x="4172745" y="1969746"/>
            <a:ext cx="161459" cy="180304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AB51FBF-640C-58B9-DE4D-8D8BCE316A9C}"/>
              </a:ext>
            </a:extLst>
          </p:cNvPr>
          <p:cNvSpPr txBox="1"/>
          <p:nvPr/>
        </p:nvSpPr>
        <p:spPr>
          <a:xfrm>
            <a:off x="4057992" y="1784596"/>
            <a:ext cx="2616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EF3FEB0E-571F-00FD-A661-4E3B7A6A5CD0}"/>
              </a:ext>
            </a:extLst>
          </p:cNvPr>
          <p:cNvSpPr/>
          <p:nvPr/>
        </p:nvSpPr>
        <p:spPr>
          <a:xfrm>
            <a:off x="3658757" y="3980199"/>
            <a:ext cx="161459" cy="162301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4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5EDBAC6F-B095-4662-2974-2777B4E89735}"/>
              </a:ext>
            </a:extLst>
          </p:cNvPr>
          <p:cNvSpPr txBox="1"/>
          <p:nvPr/>
        </p:nvSpPr>
        <p:spPr>
          <a:xfrm>
            <a:off x="3547045" y="3803377"/>
            <a:ext cx="26169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16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1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BE7EA16-5E14-3BB0-9915-7D340BC87BE8}"/>
              </a:ext>
            </a:extLst>
          </p:cNvPr>
          <p:cNvSpPr txBox="1"/>
          <p:nvPr/>
        </p:nvSpPr>
        <p:spPr>
          <a:xfrm>
            <a:off x="3726355" y="3862580"/>
            <a:ext cx="217807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No inputted the Pending Reason(20%)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&amp;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No updated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2CC1C814-7B79-63A8-6FED-1E1DB707EF85}"/>
              </a:ext>
            </a:extLst>
          </p:cNvPr>
          <p:cNvSpPr txBox="1"/>
          <p:nvPr/>
        </p:nvSpPr>
        <p:spPr>
          <a:xfrm>
            <a:off x="4318825" y="2304802"/>
            <a:ext cx="2285688" cy="195814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Needs the WIP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Mgm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.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Owner &amp; Job standardization 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graphicFrame>
        <p:nvGraphicFramePr>
          <p:cNvPr id="89" name="표 88">
            <a:extLst>
              <a:ext uri="{FF2B5EF4-FFF2-40B4-BE49-F238E27FC236}">
                <a16:creationId xmlns:a16="http://schemas.microsoft.com/office/drawing/2014/main" id="{5001891A-91B8-BD82-9BD6-AED7F9DFB3D2}"/>
              </a:ext>
            </a:extLst>
          </p:cNvPr>
          <p:cNvGraphicFramePr>
            <a:graphicFrameLocks noGrp="1"/>
          </p:cNvGraphicFramePr>
          <p:nvPr/>
        </p:nvGraphicFramePr>
        <p:xfrm>
          <a:off x="1248655" y="5084497"/>
          <a:ext cx="969961" cy="348615"/>
        </p:xfrm>
        <a:graphic>
          <a:graphicData uri="http://schemas.openxmlformats.org/drawingml/2006/table">
            <a:tbl>
              <a:tblPr/>
              <a:tblGrid>
                <a:gridCol w="242887">
                  <a:extLst>
                    <a:ext uri="{9D8B030D-6E8A-4147-A177-3AD203B41FA5}">
                      <a16:colId xmlns:a16="http://schemas.microsoft.com/office/drawing/2014/main" val="1915712122"/>
                    </a:ext>
                  </a:extLst>
                </a:gridCol>
                <a:gridCol w="363537">
                  <a:extLst>
                    <a:ext uri="{9D8B030D-6E8A-4147-A177-3AD203B41FA5}">
                      <a16:colId xmlns:a16="http://schemas.microsoft.com/office/drawing/2014/main" val="3692864565"/>
                    </a:ext>
                  </a:extLst>
                </a:gridCol>
                <a:gridCol w="363537">
                  <a:extLst>
                    <a:ext uri="{9D8B030D-6E8A-4147-A177-3AD203B41FA5}">
                      <a16:colId xmlns:a16="http://schemas.microsoft.com/office/drawing/2014/main" val="1002577689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B/O </a:t>
                      </a:r>
                    </a:p>
                    <a:p>
                      <a:pPr algn="ctr" fontAlgn="ctr"/>
                      <a:r>
                        <a:rPr lang="fr-F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Rate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ETA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7213828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fr-F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Input rate</a:t>
                      </a:r>
                      <a:endParaRPr lang="ko-KR" altLang="en-US" sz="7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Accuracy</a:t>
                      </a:r>
                      <a:endParaRPr lang="ko-KR" altLang="en-US" sz="7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9845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  <a:r>
                        <a:rPr lang="en-US" altLang="ko-K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2%</a:t>
                      </a:r>
                      <a:endParaRPr lang="ko-KR" altLang="en-US" sz="7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  <a:r>
                        <a:rPr lang="en-US" altLang="ko-K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100%</a:t>
                      </a:r>
                      <a:endParaRPr lang="ko-KR" altLang="en-US" sz="7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  <a:r>
                        <a:rPr lang="en-US" altLang="ko-KR" sz="700" b="0" i="0" u="none" strike="noStrike" baseline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84%</a:t>
                      </a:r>
                      <a:endParaRPr lang="ko-KR" altLang="en-US" sz="700" b="0" i="0" u="none" strike="noStrike" baseline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5588982"/>
                  </a:ext>
                </a:extLst>
              </a:tr>
            </a:tbl>
          </a:graphicData>
        </a:graphic>
      </p:graphicFrame>
      <p:sp>
        <p:nvSpPr>
          <p:cNvPr id="111" name="TextBox 110">
            <a:extLst>
              <a:ext uri="{FF2B5EF4-FFF2-40B4-BE49-F238E27FC236}">
                <a16:creationId xmlns:a16="http://schemas.microsoft.com/office/drawing/2014/main" id="{CBEC4D91-09F6-73F8-5D74-95A7B55433E1}"/>
              </a:ext>
            </a:extLst>
          </p:cNvPr>
          <p:cNvSpPr txBox="1"/>
          <p:nvPr/>
        </p:nvSpPr>
        <p:spPr>
          <a:xfrm>
            <a:off x="1079255" y="5409714"/>
            <a:ext cx="135784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* Result of FEB.’26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(AI,SC)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57D9034F-22CB-C018-F51B-3F8B428DFA64}"/>
              </a:ext>
            </a:extLst>
          </p:cNvPr>
          <p:cNvSpPr/>
          <p:nvPr/>
        </p:nvSpPr>
        <p:spPr>
          <a:xfrm>
            <a:off x="7491091" y="1078959"/>
            <a:ext cx="4599996" cy="30471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CEE9F6F4-3C1F-8F65-0D97-35CC0B2CFCDA}"/>
              </a:ext>
            </a:extLst>
          </p:cNvPr>
          <p:cNvSpPr txBox="1"/>
          <p:nvPr/>
        </p:nvSpPr>
        <p:spPr>
          <a:xfrm>
            <a:off x="8394907" y="1439899"/>
            <a:ext cx="264695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In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 hour (after dispatch): Accept or Transfer/Reject</a:t>
            </a:r>
            <a:endParaRPr kumimoji="0" lang="ko-KR" altLang="en-US" sz="900" b="1" i="0" u="sng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7BD367B3-72A9-F2CA-B338-CF798A5EF876}"/>
              </a:ext>
            </a:extLst>
          </p:cNvPr>
          <p:cNvSpPr txBox="1"/>
          <p:nvPr/>
        </p:nvSpPr>
        <p:spPr>
          <a:xfrm>
            <a:off x="8394908" y="1763611"/>
            <a:ext cx="28793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In 2 hours: do the pre-screening and complete GSFS entry </a:t>
            </a:r>
            <a:b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→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Enter the Pre-Screening result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in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GSFS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32EEAFC-92E3-71B1-6DF6-149653B0BA0E}"/>
              </a:ext>
            </a:extLst>
          </p:cNvPr>
          <p:cNvSpPr txBox="1"/>
          <p:nvPr/>
        </p:nvSpPr>
        <p:spPr>
          <a:xfrm>
            <a:off x="8394909" y="2195585"/>
            <a:ext cx="28081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Provide daily ETA 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updates</a:t>
            </a: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for back-order parts.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- Share parts stock status to support faster decisions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36B9E5F-1E65-763E-1F4C-B6C615974A0A}"/>
              </a:ext>
            </a:extLst>
          </p:cNvPr>
          <p:cNvSpPr txBox="1"/>
          <p:nvPr/>
        </p:nvSpPr>
        <p:spPr>
          <a:xfrm>
            <a:off x="8394908" y="2766332"/>
            <a:ext cx="21206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After 2 days: enter Pending Reason in GSFS.</a:t>
            </a:r>
            <a:endParaRPr kumimoji="0" lang="ko-KR" altLang="en-US" sz="900" b="1" i="0" u="sng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42F9AE3-7F8C-2626-8545-076C55E0D54D}"/>
              </a:ext>
            </a:extLst>
          </p:cNvPr>
          <p:cNvSpPr txBox="1"/>
          <p:nvPr/>
        </p:nvSpPr>
        <p:spPr>
          <a:xfrm>
            <a:off x="8394908" y="3148688"/>
            <a:ext cx="30598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If &gt;3 days: review daily; keep Pending Reason updated until closed</a:t>
            </a:r>
            <a:endParaRPr kumimoji="0" lang="ko-KR" altLang="en-US" sz="900" b="1" i="0" u="sng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2DEC801B-3462-26FE-9C94-A92D9ABF36D6}"/>
              </a:ext>
            </a:extLst>
          </p:cNvPr>
          <p:cNvSpPr txBox="1"/>
          <p:nvPr/>
        </p:nvSpPr>
        <p:spPr>
          <a:xfrm>
            <a:off x="8440293" y="3471529"/>
            <a:ext cx="3477802" cy="27853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1. Based on the </a:t>
            </a:r>
            <a:r>
              <a:rPr kumimoji="0" lang="en-US" altLang="ko-KR" sz="9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Pre-Screening Result,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-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If missing: contact ASC/Technician and request input.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- If available, no parts needed: schedule the visit with ASC and inform customer.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2. For cases with parts ordered: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- If parts not delivered: check ETA and update the system.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- If parts delivered but repair pending: confirm reason with ASC,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 then update system/customer.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400" b="1" i="0" u="sng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3. Parts on Back order cases (2% of total part order)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  <a:t>※ Customer repair request: record separately in the LG remarks before repair.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  <a:t>  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</a:b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  <a:t>(</a:t>
            </a:r>
            <a:r>
              <a:rPr kumimoji="0" lang="en-US" altLang="ko-KR" sz="8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  <a:t>Non-functional parts replacement (e.g., refrigerator door): repair after obtaining customer agreement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  <a:sym typeface="Wingdings" panose="05000000000000000000" pitchFamily="2" charset="2"/>
              </a:rPr>
              <a:t>.) 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917EC997-8594-B9AF-0F2F-52FC8B3CE63D}"/>
              </a:ext>
            </a:extLst>
          </p:cNvPr>
          <p:cNvCxnSpPr>
            <a:cxnSpLocks/>
          </p:cNvCxnSpPr>
          <p:nvPr/>
        </p:nvCxnSpPr>
        <p:spPr>
          <a:xfrm>
            <a:off x="7485253" y="1078659"/>
            <a:ext cx="460583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C30F52B4-DC3B-6999-2035-0F2DB70EFFAD}"/>
              </a:ext>
            </a:extLst>
          </p:cNvPr>
          <p:cNvCxnSpPr>
            <a:cxnSpLocks/>
          </p:cNvCxnSpPr>
          <p:nvPr/>
        </p:nvCxnSpPr>
        <p:spPr>
          <a:xfrm>
            <a:off x="7485253" y="1375221"/>
            <a:ext cx="462436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3A8C1B13-1D59-91BA-EE45-E83D4D5DED63}"/>
              </a:ext>
            </a:extLst>
          </p:cNvPr>
          <p:cNvCxnSpPr>
            <a:cxnSpLocks/>
          </p:cNvCxnSpPr>
          <p:nvPr/>
        </p:nvCxnSpPr>
        <p:spPr>
          <a:xfrm>
            <a:off x="8431786" y="1078659"/>
            <a:ext cx="0" cy="540863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90CD78CE-B1BE-BE73-1692-1052DF741C9C}"/>
              </a:ext>
            </a:extLst>
          </p:cNvPr>
          <p:cNvSpPr txBox="1"/>
          <p:nvPr/>
        </p:nvSpPr>
        <p:spPr>
          <a:xfrm>
            <a:off x="7701711" y="1112852"/>
            <a:ext cx="8123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Leadtime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2D2F8FC6-4AD8-908D-82D1-8791785AB834}"/>
              </a:ext>
            </a:extLst>
          </p:cNvPr>
          <p:cNvSpPr/>
          <p:nvPr/>
        </p:nvSpPr>
        <p:spPr>
          <a:xfrm>
            <a:off x="7567351" y="1468866"/>
            <a:ext cx="155622" cy="178800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23E098BB-1874-6658-FAEB-D4263B399848}"/>
              </a:ext>
            </a:extLst>
          </p:cNvPr>
          <p:cNvSpPr txBox="1"/>
          <p:nvPr/>
        </p:nvSpPr>
        <p:spPr>
          <a:xfrm>
            <a:off x="9498032" y="1112852"/>
            <a:ext cx="8123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To-Do List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5A97AEB5-7A0F-CC60-8588-EBFCAFCE3963}"/>
              </a:ext>
            </a:extLst>
          </p:cNvPr>
          <p:cNvCxnSpPr>
            <a:cxnSpLocks/>
          </p:cNvCxnSpPr>
          <p:nvPr/>
        </p:nvCxnSpPr>
        <p:spPr>
          <a:xfrm>
            <a:off x="7832483" y="1078659"/>
            <a:ext cx="0" cy="540863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E9F6B209-D560-0EFF-4C8E-ACF17388F1E4}"/>
              </a:ext>
            </a:extLst>
          </p:cNvPr>
          <p:cNvSpPr txBox="1"/>
          <p:nvPr/>
        </p:nvSpPr>
        <p:spPr>
          <a:xfrm>
            <a:off x="7839178" y="1452255"/>
            <a:ext cx="584537" cy="21544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 day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E7E862A-DCFD-6D1E-C110-D4E3B36818E2}"/>
              </a:ext>
            </a:extLst>
          </p:cNvPr>
          <p:cNvSpPr txBox="1"/>
          <p:nvPr/>
        </p:nvSpPr>
        <p:spPr>
          <a:xfrm>
            <a:off x="7822953" y="2224265"/>
            <a:ext cx="61698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 day+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B/O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Closing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A7B62557-55B1-C26C-F8B2-103B0E24C623}"/>
              </a:ext>
            </a:extLst>
          </p:cNvPr>
          <p:cNvSpPr/>
          <p:nvPr/>
        </p:nvSpPr>
        <p:spPr>
          <a:xfrm>
            <a:off x="7567351" y="1813660"/>
            <a:ext cx="155622" cy="198634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403DC39C-E5B6-77DC-0D37-7FAFADCE9B59}"/>
              </a:ext>
            </a:extLst>
          </p:cNvPr>
          <p:cNvSpPr/>
          <p:nvPr/>
        </p:nvSpPr>
        <p:spPr>
          <a:xfrm>
            <a:off x="7567351" y="2288532"/>
            <a:ext cx="155622" cy="209722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541FCB52-CA47-267C-D4E0-7F9D59000B9B}"/>
              </a:ext>
            </a:extLst>
          </p:cNvPr>
          <p:cNvSpPr/>
          <p:nvPr/>
        </p:nvSpPr>
        <p:spPr>
          <a:xfrm>
            <a:off x="7567351" y="2756065"/>
            <a:ext cx="155622" cy="178800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4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C5E57C7-81B0-6B50-EF49-97940C472662}"/>
              </a:ext>
            </a:extLst>
          </p:cNvPr>
          <p:cNvSpPr txBox="1"/>
          <p:nvPr/>
        </p:nvSpPr>
        <p:spPr>
          <a:xfrm>
            <a:off x="7839178" y="2760765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Receipt+1D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~ ~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B367D663-4717-F897-33BF-73D04E07A656}"/>
              </a:ext>
            </a:extLst>
          </p:cNvPr>
          <p:cNvSpPr/>
          <p:nvPr/>
        </p:nvSpPr>
        <p:spPr>
          <a:xfrm>
            <a:off x="7567351" y="3162406"/>
            <a:ext cx="155622" cy="198634"/>
          </a:xfrm>
          <a:prstGeom prst="ellipse">
            <a:avLst/>
          </a:prstGeom>
          <a:solidFill>
            <a:schemeClr val="bg1"/>
          </a:solidFill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</a:t>
            </a:r>
            <a:endParaRPr kumimoji="0" lang="ko-KR" altLang="en-US" sz="12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FD76E7E-88A7-D366-E34B-DBC4A0DB4492}"/>
              </a:ext>
            </a:extLst>
          </p:cNvPr>
          <p:cNvSpPr txBox="1"/>
          <p:nvPr/>
        </p:nvSpPr>
        <p:spPr>
          <a:xfrm>
            <a:off x="7839178" y="3147615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Receipt+2D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3D ++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D688D571-8917-A330-BD07-B36C76478C5E}"/>
              </a:ext>
            </a:extLst>
          </p:cNvPr>
          <p:cNvSpPr txBox="1"/>
          <p:nvPr/>
        </p:nvSpPr>
        <p:spPr>
          <a:xfrm>
            <a:off x="7839178" y="3515690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Receipt+2D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3D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65" name="직선 연결선 164">
            <a:extLst>
              <a:ext uri="{FF2B5EF4-FFF2-40B4-BE49-F238E27FC236}">
                <a16:creationId xmlns:a16="http://schemas.microsoft.com/office/drawing/2014/main" id="{3B749E4B-82AF-43A7-D34E-37E76267F8A9}"/>
              </a:ext>
            </a:extLst>
          </p:cNvPr>
          <p:cNvCxnSpPr>
            <a:cxnSpLocks/>
          </p:cNvCxnSpPr>
          <p:nvPr/>
        </p:nvCxnSpPr>
        <p:spPr>
          <a:xfrm>
            <a:off x="7509966" y="6499653"/>
            <a:ext cx="459965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7578DFA5-7321-50D0-6EEB-2554E5956629}"/>
              </a:ext>
            </a:extLst>
          </p:cNvPr>
          <p:cNvCxnSpPr>
            <a:cxnSpLocks/>
          </p:cNvCxnSpPr>
          <p:nvPr/>
        </p:nvCxnSpPr>
        <p:spPr>
          <a:xfrm>
            <a:off x="11707127" y="1078659"/>
            <a:ext cx="0" cy="540863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F04DD7FA-5882-CD38-CAEF-4ADA7D60CF3C}"/>
              </a:ext>
            </a:extLst>
          </p:cNvPr>
          <p:cNvSpPr txBox="1"/>
          <p:nvPr/>
        </p:nvSpPr>
        <p:spPr>
          <a:xfrm>
            <a:off x="11736188" y="1106386"/>
            <a:ext cx="36107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PIC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E1AD582F-8AFC-6AD5-2DF3-228603B96569}"/>
              </a:ext>
            </a:extLst>
          </p:cNvPr>
          <p:cNvSpPr txBox="1"/>
          <p:nvPr/>
        </p:nvSpPr>
        <p:spPr>
          <a:xfrm>
            <a:off x="11642985" y="1406882"/>
            <a:ext cx="584537" cy="279796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ASC/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DMS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64E0829F-2502-7129-0C1A-DEFC43AE1321}"/>
              </a:ext>
            </a:extLst>
          </p:cNvPr>
          <p:cNvSpPr txBox="1"/>
          <p:nvPr/>
        </p:nvSpPr>
        <p:spPr>
          <a:xfrm>
            <a:off x="11642985" y="1763886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ASC/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DMS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24AAD3AB-ADA3-30ED-6212-8B41B62A2577}"/>
              </a:ext>
            </a:extLst>
          </p:cNvPr>
          <p:cNvSpPr txBox="1"/>
          <p:nvPr/>
        </p:nvSpPr>
        <p:spPr>
          <a:xfrm>
            <a:off x="11642985" y="2224797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Parts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Team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12C34F0-9074-7C8D-71E7-AA6DEFD9AEA2}"/>
              </a:ext>
            </a:extLst>
          </p:cNvPr>
          <p:cNvSpPr txBox="1"/>
          <p:nvPr/>
        </p:nvSpPr>
        <p:spPr>
          <a:xfrm>
            <a:off x="11730512" y="2697029"/>
            <a:ext cx="409483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ASC/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DMS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A8F125E7-D95A-1993-5FEB-D5A1AF4DF128}"/>
              </a:ext>
            </a:extLst>
          </p:cNvPr>
          <p:cNvSpPr txBox="1"/>
          <p:nvPr/>
        </p:nvSpPr>
        <p:spPr>
          <a:xfrm>
            <a:off x="11655341" y="3413219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WIP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Mgm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.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Team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8F3B2D53-AABF-5051-6FAC-842300E6A11D}"/>
              </a:ext>
            </a:extLst>
          </p:cNvPr>
          <p:cNvSpPr txBox="1"/>
          <p:nvPr/>
        </p:nvSpPr>
        <p:spPr>
          <a:xfrm>
            <a:off x="11655341" y="4005116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WIP </a:t>
            </a:r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Mgm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.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Team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F390C59-BC16-B68D-0A86-84DAD2CE3100}"/>
              </a:ext>
            </a:extLst>
          </p:cNvPr>
          <p:cNvSpPr txBox="1"/>
          <p:nvPr/>
        </p:nvSpPr>
        <p:spPr>
          <a:xfrm>
            <a:off x="11655341" y="4429941"/>
            <a:ext cx="584537" cy="46166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Subs. SVC Manager/ Director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E64A9313-E2E3-BFB3-EC06-63DC52A06BDA}"/>
              </a:ext>
            </a:extLst>
          </p:cNvPr>
          <p:cNvSpPr txBox="1"/>
          <p:nvPr/>
        </p:nvSpPr>
        <p:spPr>
          <a:xfrm>
            <a:off x="7839178" y="3929733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Receipt+2D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3D ++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4680BA3A-7B31-4F86-AA25-98D1D4B5708A}"/>
              </a:ext>
            </a:extLst>
          </p:cNvPr>
          <p:cNvSpPr txBox="1"/>
          <p:nvPr/>
        </p:nvSpPr>
        <p:spPr>
          <a:xfrm>
            <a:off x="7839178" y="4516892"/>
            <a:ext cx="584537" cy="33855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Receipt+2D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196B24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~ 30D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7" name="다이아몬드 176">
            <a:extLst>
              <a:ext uri="{FF2B5EF4-FFF2-40B4-BE49-F238E27FC236}">
                <a16:creationId xmlns:a16="http://schemas.microsoft.com/office/drawing/2014/main" id="{056B3E5F-518D-9679-12D0-2F0AE6F5048B}"/>
              </a:ext>
            </a:extLst>
          </p:cNvPr>
          <p:cNvSpPr/>
          <p:nvPr/>
        </p:nvSpPr>
        <p:spPr>
          <a:xfrm>
            <a:off x="8605003" y="4891846"/>
            <a:ext cx="375346" cy="307777"/>
          </a:xfrm>
          <a:prstGeom prst="diamond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8C3D3B6C-739B-1310-4CC6-A0666D97C0C9}"/>
              </a:ext>
            </a:extLst>
          </p:cNvPr>
          <p:cNvSpPr txBox="1"/>
          <p:nvPr/>
        </p:nvSpPr>
        <p:spPr>
          <a:xfrm>
            <a:off x="8620606" y="4974706"/>
            <a:ext cx="34529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Functional</a:t>
            </a:r>
            <a:br>
              <a:rPr kumimoji="0" lang="en-US" altLang="ko-KR" sz="6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6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Defect</a:t>
            </a:r>
            <a:endParaRPr kumimoji="0" lang="ko-KR" altLang="en-US" sz="65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24BF1EC5-1F54-6669-F84C-B7584B95156B}"/>
              </a:ext>
            </a:extLst>
          </p:cNvPr>
          <p:cNvSpPr txBox="1"/>
          <p:nvPr/>
        </p:nvSpPr>
        <p:spPr>
          <a:xfrm>
            <a:off x="8864856" y="4922996"/>
            <a:ext cx="34529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1CE99445-3C98-DE5C-5FD2-61100328AF81}"/>
              </a:ext>
            </a:extLst>
          </p:cNvPr>
          <p:cNvSpPr txBox="1"/>
          <p:nvPr/>
        </p:nvSpPr>
        <p:spPr>
          <a:xfrm>
            <a:off x="8534499" y="5249244"/>
            <a:ext cx="34529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Y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735CFC84-9CC2-D201-F719-F9A58EAD0CB8}"/>
              </a:ext>
            </a:extLst>
          </p:cNvPr>
          <p:cNvSpPr txBox="1"/>
          <p:nvPr/>
        </p:nvSpPr>
        <p:spPr>
          <a:xfrm>
            <a:off x="7484500" y="1112852"/>
            <a:ext cx="33192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No.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82" name="다이아몬드 181">
            <a:extLst>
              <a:ext uri="{FF2B5EF4-FFF2-40B4-BE49-F238E27FC236}">
                <a16:creationId xmlns:a16="http://schemas.microsoft.com/office/drawing/2014/main" id="{8CB2D532-D6B8-1D16-6008-AD15BB025D66}"/>
              </a:ext>
            </a:extLst>
          </p:cNvPr>
          <p:cNvSpPr/>
          <p:nvPr/>
        </p:nvSpPr>
        <p:spPr>
          <a:xfrm>
            <a:off x="8922120" y="5232959"/>
            <a:ext cx="375346" cy="307777"/>
          </a:xfrm>
          <a:prstGeom prst="diamond">
            <a:avLst/>
          </a:prstGeom>
          <a:noFill/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81CC22D-882A-0AFD-B846-C154DB51FE0D}"/>
              </a:ext>
            </a:extLst>
          </p:cNvPr>
          <p:cNvSpPr txBox="1"/>
          <p:nvPr/>
        </p:nvSpPr>
        <p:spPr>
          <a:xfrm>
            <a:off x="8943281" y="5273825"/>
            <a:ext cx="34529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ETA</a:t>
            </a:r>
            <a:b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&lt;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30D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86" name="연결선: 꺾임 185">
            <a:extLst>
              <a:ext uri="{FF2B5EF4-FFF2-40B4-BE49-F238E27FC236}">
                <a16:creationId xmlns:a16="http://schemas.microsoft.com/office/drawing/2014/main" id="{E0F5AAF6-DB6D-EB29-9F19-FA0918FD8B91}"/>
              </a:ext>
            </a:extLst>
          </p:cNvPr>
          <p:cNvCxnSpPr>
            <a:cxnSpLocks/>
            <a:stCxn id="177" idx="2"/>
            <a:endCxn id="182" idx="1"/>
          </p:cNvCxnSpPr>
          <p:nvPr/>
        </p:nvCxnSpPr>
        <p:spPr>
          <a:xfrm rot="16200000" flipH="1">
            <a:off x="8763786" y="5228513"/>
            <a:ext cx="187225" cy="129444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>
            <a:extLst>
              <a:ext uri="{FF2B5EF4-FFF2-40B4-BE49-F238E27FC236}">
                <a16:creationId xmlns:a16="http://schemas.microsoft.com/office/drawing/2014/main" id="{5FBB7796-33E9-51BA-360D-03A58A4AC4AE}"/>
              </a:ext>
            </a:extLst>
          </p:cNvPr>
          <p:cNvSpPr txBox="1"/>
          <p:nvPr/>
        </p:nvSpPr>
        <p:spPr>
          <a:xfrm>
            <a:off x="9101348" y="4842360"/>
            <a:ext cx="276732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Sharing the expected repair date after taking customer agreement 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→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record the agreed details in the GSFS WIP remarks.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90" name="직선 화살표 연결선 189">
            <a:extLst>
              <a:ext uri="{FF2B5EF4-FFF2-40B4-BE49-F238E27FC236}">
                <a16:creationId xmlns:a16="http://schemas.microsoft.com/office/drawing/2014/main" id="{DE316092-2875-9E07-4670-F401BFB5B683}"/>
              </a:ext>
            </a:extLst>
          </p:cNvPr>
          <p:cNvCxnSpPr>
            <a:cxnSpLocks/>
            <a:stCxn id="177" idx="3"/>
          </p:cNvCxnSpPr>
          <p:nvPr/>
        </p:nvCxnSpPr>
        <p:spPr>
          <a:xfrm>
            <a:off x="8980349" y="5045735"/>
            <a:ext cx="264983" cy="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직선 화살표 연결선 190">
            <a:extLst>
              <a:ext uri="{FF2B5EF4-FFF2-40B4-BE49-F238E27FC236}">
                <a16:creationId xmlns:a16="http://schemas.microsoft.com/office/drawing/2014/main" id="{D0F9E570-3F1C-D1A7-30A2-8444318BCCC7}"/>
              </a:ext>
            </a:extLst>
          </p:cNvPr>
          <p:cNvCxnSpPr>
            <a:cxnSpLocks/>
            <a:stCxn id="182" idx="3"/>
          </p:cNvCxnSpPr>
          <p:nvPr/>
        </p:nvCxnSpPr>
        <p:spPr>
          <a:xfrm flipV="1">
            <a:off x="9297466" y="5371503"/>
            <a:ext cx="175895" cy="15345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8EADB1B5-0F4D-D5EA-EF61-F85FB01CDEE6}"/>
              </a:ext>
            </a:extLst>
          </p:cNvPr>
          <p:cNvCxnSpPr>
            <a:cxnSpLocks/>
            <a:endCxn id="177" idx="0"/>
          </p:cNvCxnSpPr>
          <p:nvPr/>
        </p:nvCxnSpPr>
        <p:spPr>
          <a:xfrm>
            <a:off x="8792676" y="4749105"/>
            <a:ext cx="0" cy="142741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>
            <a:extLst>
              <a:ext uri="{FF2B5EF4-FFF2-40B4-BE49-F238E27FC236}">
                <a16:creationId xmlns:a16="http://schemas.microsoft.com/office/drawing/2014/main" id="{58A8C8F3-574F-C21E-CF13-8ADF2BC3E855}"/>
              </a:ext>
            </a:extLst>
          </p:cNvPr>
          <p:cNvSpPr txBox="1"/>
          <p:nvPr/>
        </p:nvSpPr>
        <p:spPr>
          <a:xfrm>
            <a:off x="9409399" y="5235504"/>
            <a:ext cx="234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Product exchange(DR) to be considered with customer </a:t>
            </a:r>
            <a:b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agreement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96" name="연결선: 꺾임 195">
            <a:extLst>
              <a:ext uri="{FF2B5EF4-FFF2-40B4-BE49-F238E27FC236}">
                <a16:creationId xmlns:a16="http://schemas.microsoft.com/office/drawing/2014/main" id="{CA548F9B-1C8E-9FFA-0335-70486C30A7DF}"/>
              </a:ext>
            </a:extLst>
          </p:cNvPr>
          <p:cNvCxnSpPr>
            <a:cxnSpLocks/>
            <a:stCxn id="182" idx="2"/>
          </p:cNvCxnSpPr>
          <p:nvPr/>
        </p:nvCxnSpPr>
        <p:spPr>
          <a:xfrm rot="16200000" flipH="1">
            <a:off x="9234323" y="5416206"/>
            <a:ext cx="127441" cy="376500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3FCCF1E6-95BC-CDA6-1843-781AED63BF5D}"/>
              </a:ext>
            </a:extLst>
          </p:cNvPr>
          <p:cNvSpPr txBox="1"/>
          <p:nvPr/>
        </p:nvSpPr>
        <p:spPr>
          <a:xfrm>
            <a:off x="9159568" y="5273214"/>
            <a:ext cx="34529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N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B144EC58-7C3B-83AA-99FB-371CCDB084DD}"/>
              </a:ext>
            </a:extLst>
          </p:cNvPr>
          <p:cNvSpPr txBox="1"/>
          <p:nvPr/>
        </p:nvSpPr>
        <p:spPr>
          <a:xfrm>
            <a:off x="8886666" y="5582132"/>
            <a:ext cx="34529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algn="ctr">
              <a:defRPr sz="1000"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Y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67E6E5BB-E2E9-0934-615C-75159AE5E062}"/>
              </a:ext>
            </a:extLst>
          </p:cNvPr>
          <p:cNvSpPr txBox="1"/>
          <p:nvPr/>
        </p:nvSpPr>
        <p:spPr>
          <a:xfrm>
            <a:off x="9394653" y="5578825"/>
            <a:ext cx="189193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800" b="1" i="0" u="sng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Repair after taking customer agreement</a:t>
            </a:r>
            <a:endParaRPr kumimoji="0" lang="ko-KR" altLang="en-US" sz="800" b="1" i="0" u="sng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B739B844-2215-D5BE-10CC-16430C1E5F4B}"/>
              </a:ext>
            </a:extLst>
          </p:cNvPr>
          <p:cNvSpPr txBox="1"/>
          <p:nvPr/>
        </p:nvSpPr>
        <p:spPr>
          <a:xfrm>
            <a:off x="7839178" y="1823971"/>
            <a:ext cx="584537" cy="21544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Receipt day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96B24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" name="실행 단추: 앞으로 또는 다음으로 이동 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C3EFC43-E45D-9AF8-1FA2-A99FFE5BF60F}"/>
              </a:ext>
            </a:extLst>
          </p:cNvPr>
          <p:cNvSpPr/>
          <p:nvPr/>
        </p:nvSpPr>
        <p:spPr>
          <a:xfrm>
            <a:off x="10430140" y="1951697"/>
            <a:ext cx="101248" cy="114826"/>
          </a:xfrm>
          <a:prstGeom prst="actionButtonForwardNext">
            <a:avLst/>
          </a:prstGeom>
          <a:solidFill>
            <a:schemeClr val="bg2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8" name="실행 단추: 앞으로 또는 다음으로 이동 27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EDE31CC0-54AB-EFBE-7B83-3EF41A414AEE}"/>
              </a:ext>
            </a:extLst>
          </p:cNvPr>
          <p:cNvSpPr/>
          <p:nvPr/>
        </p:nvSpPr>
        <p:spPr>
          <a:xfrm>
            <a:off x="10486119" y="2812901"/>
            <a:ext cx="101248" cy="114826"/>
          </a:xfrm>
          <a:prstGeom prst="actionButtonForwardNext">
            <a:avLst/>
          </a:prstGeom>
          <a:solidFill>
            <a:schemeClr val="bg2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실행 단추: 앞으로 또는 다음으로 이동 28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F2CB2B47-D788-EB89-CD9F-C718598F4CEB}"/>
              </a:ext>
            </a:extLst>
          </p:cNvPr>
          <p:cNvSpPr/>
          <p:nvPr/>
        </p:nvSpPr>
        <p:spPr>
          <a:xfrm>
            <a:off x="11347337" y="5034020"/>
            <a:ext cx="101248" cy="114826"/>
          </a:xfrm>
          <a:prstGeom prst="actionButtonForwardNext">
            <a:avLst/>
          </a:prstGeom>
          <a:solidFill>
            <a:schemeClr val="bg2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4213392-66C7-B251-C26C-62CD890073E1}"/>
              </a:ext>
            </a:extLst>
          </p:cNvPr>
          <p:cNvSpPr txBox="1"/>
          <p:nvPr/>
        </p:nvSpPr>
        <p:spPr>
          <a:xfrm>
            <a:off x="163656" y="795327"/>
            <a:ext cx="610043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Repair Leadtime</a:t>
            </a:r>
            <a:b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</a:br>
            <a:r>
              <a:rPr kumimoji="0" lang="en-US" altLang="ko-K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(RTAT)</a:t>
            </a:r>
            <a:endParaRPr kumimoji="0" lang="ko-KR" altLang="en-US" sz="1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37" name="실행 단추: 앞으로 또는 다음으로 이동 36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177E4F13-BEB0-D071-2736-BD8322A4C73B}"/>
              </a:ext>
            </a:extLst>
          </p:cNvPr>
          <p:cNvSpPr/>
          <p:nvPr/>
        </p:nvSpPr>
        <p:spPr>
          <a:xfrm>
            <a:off x="5822160" y="3903570"/>
            <a:ext cx="101248" cy="114826"/>
          </a:xfrm>
          <a:prstGeom prst="actionButtonForwardNext">
            <a:avLst/>
          </a:prstGeom>
          <a:solidFill>
            <a:schemeClr val="bg2"/>
          </a:solidFill>
          <a:ln w="63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FC9639A-634F-92E4-8445-D5C84D06D278}"/>
              </a:ext>
            </a:extLst>
          </p:cNvPr>
          <p:cNvSpPr txBox="1"/>
          <p:nvPr/>
        </p:nvSpPr>
        <p:spPr>
          <a:xfrm>
            <a:off x="9068743" y="2435812"/>
            <a:ext cx="186178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(in stock / in transit with ETA / out of stock)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38" name="실행 단추: 뒤로 또는 앞으로 이동 37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E8662808-D9C4-EA0D-6467-E1ED4042929B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26C6787-7EE2-73FC-77D9-0BF65848F414}"/>
              </a:ext>
            </a:extLst>
          </p:cNvPr>
          <p:cNvSpPr/>
          <p:nvPr/>
        </p:nvSpPr>
        <p:spPr>
          <a:xfrm>
            <a:off x="7829550" y="4495800"/>
            <a:ext cx="3975100" cy="1866899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FF0000"/>
                </a:solidFill>
                <a:prstDash val="sysDash"/>
              </a:ln>
              <a:noFill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1E730C3-D0E5-6EF9-C76A-253A781A717F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1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589889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98836D3-B256-5AE3-F762-FEE3E3B706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TextBox 66">
            <a:extLst>
              <a:ext uri="{FF2B5EF4-FFF2-40B4-BE49-F238E27FC236}">
                <a16:creationId xmlns:a16="http://schemas.microsoft.com/office/drawing/2014/main" id="{7E951BCF-3DC9-0A58-C12B-0B7DE3612F11}"/>
              </a:ext>
            </a:extLst>
          </p:cNvPr>
          <p:cNvSpPr txBox="1"/>
          <p:nvPr/>
        </p:nvSpPr>
        <p:spPr>
          <a:xfrm>
            <a:off x="31650" y="88642"/>
            <a:ext cx="3410092" cy="3157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Pending Reason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국가별 입력 현황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1755EE8A-B3CA-E391-4EA2-ED706453BA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72534"/>
              </p:ext>
            </p:extLst>
          </p:nvPr>
        </p:nvGraphicFramePr>
        <p:xfrm>
          <a:off x="1278928" y="542980"/>
          <a:ext cx="10872190" cy="6084632"/>
        </p:xfrm>
        <a:graphic>
          <a:graphicData uri="http://schemas.openxmlformats.org/drawingml/2006/table">
            <a:tbl>
              <a:tblPr/>
              <a:tblGrid>
                <a:gridCol w="100738">
                  <a:extLst>
                    <a:ext uri="{9D8B030D-6E8A-4147-A177-3AD203B41FA5}">
                      <a16:colId xmlns:a16="http://schemas.microsoft.com/office/drawing/2014/main" val="160933961"/>
                    </a:ext>
                  </a:extLst>
                </a:gridCol>
                <a:gridCol w="1455575">
                  <a:extLst>
                    <a:ext uri="{9D8B030D-6E8A-4147-A177-3AD203B41FA5}">
                      <a16:colId xmlns:a16="http://schemas.microsoft.com/office/drawing/2014/main" val="1944581688"/>
                    </a:ext>
                  </a:extLst>
                </a:gridCol>
                <a:gridCol w="284409">
                  <a:extLst>
                    <a:ext uri="{9D8B030D-6E8A-4147-A177-3AD203B41FA5}">
                      <a16:colId xmlns:a16="http://schemas.microsoft.com/office/drawing/2014/main" val="2928571410"/>
                    </a:ext>
                  </a:extLst>
                </a:gridCol>
                <a:gridCol w="217939">
                  <a:extLst>
                    <a:ext uri="{9D8B030D-6E8A-4147-A177-3AD203B41FA5}">
                      <a16:colId xmlns:a16="http://schemas.microsoft.com/office/drawing/2014/main" val="2781506628"/>
                    </a:ext>
                  </a:extLst>
                </a:gridCol>
                <a:gridCol w="155317">
                  <a:extLst>
                    <a:ext uri="{9D8B030D-6E8A-4147-A177-3AD203B41FA5}">
                      <a16:colId xmlns:a16="http://schemas.microsoft.com/office/drawing/2014/main" val="3171542544"/>
                    </a:ext>
                  </a:extLst>
                </a:gridCol>
                <a:gridCol w="227838">
                  <a:extLst>
                    <a:ext uri="{9D8B030D-6E8A-4147-A177-3AD203B41FA5}">
                      <a16:colId xmlns:a16="http://schemas.microsoft.com/office/drawing/2014/main" val="3845927640"/>
                    </a:ext>
                  </a:extLst>
                </a:gridCol>
                <a:gridCol w="155317">
                  <a:extLst>
                    <a:ext uri="{9D8B030D-6E8A-4147-A177-3AD203B41FA5}">
                      <a16:colId xmlns:a16="http://schemas.microsoft.com/office/drawing/2014/main" val="854980756"/>
                    </a:ext>
                  </a:extLst>
                </a:gridCol>
                <a:gridCol w="196523">
                  <a:extLst>
                    <a:ext uri="{9D8B030D-6E8A-4147-A177-3AD203B41FA5}">
                      <a16:colId xmlns:a16="http://schemas.microsoft.com/office/drawing/2014/main" val="1000364315"/>
                    </a:ext>
                  </a:extLst>
                </a:gridCol>
                <a:gridCol w="228219">
                  <a:extLst>
                    <a:ext uri="{9D8B030D-6E8A-4147-A177-3AD203B41FA5}">
                      <a16:colId xmlns:a16="http://schemas.microsoft.com/office/drawing/2014/main" val="438002423"/>
                    </a:ext>
                  </a:extLst>
                </a:gridCol>
                <a:gridCol w="374300">
                  <a:extLst>
                    <a:ext uri="{9D8B030D-6E8A-4147-A177-3AD203B41FA5}">
                      <a16:colId xmlns:a16="http://schemas.microsoft.com/office/drawing/2014/main" val="381569329"/>
                    </a:ext>
                  </a:extLst>
                </a:gridCol>
                <a:gridCol w="296605">
                  <a:extLst>
                    <a:ext uri="{9D8B030D-6E8A-4147-A177-3AD203B41FA5}">
                      <a16:colId xmlns:a16="http://schemas.microsoft.com/office/drawing/2014/main" val="1330999036"/>
                    </a:ext>
                  </a:extLst>
                </a:gridCol>
                <a:gridCol w="247946">
                  <a:extLst>
                    <a:ext uri="{9D8B030D-6E8A-4147-A177-3AD203B41FA5}">
                      <a16:colId xmlns:a16="http://schemas.microsoft.com/office/drawing/2014/main" val="540204813"/>
                    </a:ext>
                  </a:extLst>
                </a:gridCol>
                <a:gridCol w="174333">
                  <a:extLst>
                    <a:ext uri="{9D8B030D-6E8A-4147-A177-3AD203B41FA5}">
                      <a16:colId xmlns:a16="http://schemas.microsoft.com/office/drawing/2014/main" val="2356491545"/>
                    </a:ext>
                  </a:extLst>
                </a:gridCol>
                <a:gridCol w="172545">
                  <a:extLst>
                    <a:ext uri="{9D8B030D-6E8A-4147-A177-3AD203B41FA5}">
                      <a16:colId xmlns:a16="http://schemas.microsoft.com/office/drawing/2014/main" val="2295302371"/>
                    </a:ext>
                  </a:extLst>
                </a:gridCol>
                <a:gridCol w="232740">
                  <a:extLst>
                    <a:ext uri="{9D8B030D-6E8A-4147-A177-3AD203B41FA5}">
                      <a16:colId xmlns:a16="http://schemas.microsoft.com/office/drawing/2014/main" val="2276151096"/>
                    </a:ext>
                  </a:extLst>
                </a:gridCol>
                <a:gridCol w="212725">
                  <a:extLst>
                    <a:ext uri="{9D8B030D-6E8A-4147-A177-3AD203B41FA5}">
                      <a16:colId xmlns:a16="http://schemas.microsoft.com/office/drawing/2014/main" val="4065035568"/>
                    </a:ext>
                  </a:extLst>
                </a:gridCol>
                <a:gridCol w="228219">
                  <a:extLst>
                    <a:ext uri="{9D8B030D-6E8A-4147-A177-3AD203B41FA5}">
                      <a16:colId xmlns:a16="http://schemas.microsoft.com/office/drawing/2014/main" val="3344975241"/>
                    </a:ext>
                  </a:extLst>
                </a:gridCol>
                <a:gridCol w="211313">
                  <a:extLst>
                    <a:ext uri="{9D8B030D-6E8A-4147-A177-3AD203B41FA5}">
                      <a16:colId xmlns:a16="http://schemas.microsoft.com/office/drawing/2014/main" val="3069963682"/>
                    </a:ext>
                  </a:extLst>
                </a:gridCol>
                <a:gridCol w="227838">
                  <a:extLst>
                    <a:ext uri="{9D8B030D-6E8A-4147-A177-3AD203B41FA5}">
                      <a16:colId xmlns:a16="http://schemas.microsoft.com/office/drawing/2014/main" val="512211969"/>
                    </a:ext>
                  </a:extLst>
                </a:gridCol>
                <a:gridCol w="269183">
                  <a:extLst>
                    <a:ext uri="{9D8B030D-6E8A-4147-A177-3AD203B41FA5}">
                      <a16:colId xmlns:a16="http://schemas.microsoft.com/office/drawing/2014/main" val="3504391694"/>
                    </a:ext>
                  </a:extLst>
                </a:gridCol>
                <a:gridCol w="155317">
                  <a:extLst>
                    <a:ext uri="{9D8B030D-6E8A-4147-A177-3AD203B41FA5}">
                      <a16:colId xmlns:a16="http://schemas.microsoft.com/office/drawing/2014/main" val="2284936203"/>
                    </a:ext>
                  </a:extLst>
                </a:gridCol>
                <a:gridCol w="253575">
                  <a:extLst>
                    <a:ext uri="{9D8B030D-6E8A-4147-A177-3AD203B41FA5}">
                      <a16:colId xmlns:a16="http://schemas.microsoft.com/office/drawing/2014/main" val="1827676716"/>
                    </a:ext>
                  </a:extLst>
                </a:gridCol>
                <a:gridCol w="199691">
                  <a:extLst>
                    <a:ext uri="{9D8B030D-6E8A-4147-A177-3AD203B41FA5}">
                      <a16:colId xmlns:a16="http://schemas.microsoft.com/office/drawing/2014/main" val="1013273828"/>
                    </a:ext>
                  </a:extLst>
                </a:gridCol>
                <a:gridCol w="218707">
                  <a:extLst>
                    <a:ext uri="{9D8B030D-6E8A-4147-A177-3AD203B41FA5}">
                      <a16:colId xmlns:a16="http://schemas.microsoft.com/office/drawing/2014/main" val="846262283"/>
                    </a:ext>
                  </a:extLst>
                </a:gridCol>
                <a:gridCol w="152146">
                  <a:extLst>
                    <a:ext uri="{9D8B030D-6E8A-4147-A177-3AD203B41FA5}">
                      <a16:colId xmlns:a16="http://schemas.microsoft.com/office/drawing/2014/main" val="3741452795"/>
                    </a:ext>
                  </a:extLst>
                </a:gridCol>
                <a:gridCol w="245026">
                  <a:extLst>
                    <a:ext uri="{9D8B030D-6E8A-4147-A177-3AD203B41FA5}">
                      <a16:colId xmlns:a16="http://schemas.microsoft.com/office/drawing/2014/main" val="1007732250"/>
                    </a:ext>
                  </a:extLst>
                </a:gridCol>
                <a:gridCol w="231389">
                  <a:extLst>
                    <a:ext uri="{9D8B030D-6E8A-4147-A177-3AD203B41FA5}">
                      <a16:colId xmlns:a16="http://schemas.microsoft.com/office/drawing/2014/main" val="1121432678"/>
                    </a:ext>
                  </a:extLst>
                </a:gridCol>
                <a:gridCol w="171164">
                  <a:extLst>
                    <a:ext uri="{9D8B030D-6E8A-4147-A177-3AD203B41FA5}">
                      <a16:colId xmlns:a16="http://schemas.microsoft.com/office/drawing/2014/main" val="3282363562"/>
                    </a:ext>
                  </a:extLst>
                </a:gridCol>
                <a:gridCol w="297952">
                  <a:extLst>
                    <a:ext uri="{9D8B030D-6E8A-4147-A177-3AD203B41FA5}">
                      <a16:colId xmlns:a16="http://schemas.microsoft.com/office/drawing/2014/main" val="1636257445"/>
                    </a:ext>
                  </a:extLst>
                </a:gridCol>
                <a:gridCol w="223490">
                  <a:extLst>
                    <a:ext uri="{9D8B030D-6E8A-4147-A177-3AD203B41FA5}">
                      <a16:colId xmlns:a16="http://schemas.microsoft.com/office/drawing/2014/main" val="1747110950"/>
                    </a:ext>
                  </a:extLst>
                </a:gridCol>
                <a:gridCol w="201717">
                  <a:extLst>
                    <a:ext uri="{9D8B030D-6E8A-4147-A177-3AD203B41FA5}">
                      <a16:colId xmlns:a16="http://schemas.microsoft.com/office/drawing/2014/main" val="2587794233"/>
                    </a:ext>
                  </a:extLst>
                </a:gridCol>
                <a:gridCol w="225049">
                  <a:extLst>
                    <a:ext uri="{9D8B030D-6E8A-4147-A177-3AD203B41FA5}">
                      <a16:colId xmlns:a16="http://schemas.microsoft.com/office/drawing/2014/main" val="3626046474"/>
                    </a:ext>
                  </a:extLst>
                </a:gridCol>
                <a:gridCol w="196523">
                  <a:extLst>
                    <a:ext uri="{9D8B030D-6E8A-4147-A177-3AD203B41FA5}">
                      <a16:colId xmlns:a16="http://schemas.microsoft.com/office/drawing/2014/main" val="2219626508"/>
                    </a:ext>
                  </a:extLst>
                </a:gridCol>
                <a:gridCol w="231389">
                  <a:extLst>
                    <a:ext uri="{9D8B030D-6E8A-4147-A177-3AD203B41FA5}">
                      <a16:colId xmlns:a16="http://schemas.microsoft.com/office/drawing/2014/main" val="2575787220"/>
                    </a:ext>
                  </a:extLst>
                </a:gridCol>
                <a:gridCol w="286750">
                  <a:extLst>
                    <a:ext uri="{9D8B030D-6E8A-4147-A177-3AD203B41FA5}">
                      <a16:colId xmlns:a16="http://schemas.microsoft.com/office/drawing/2014/main" val="3009317699"/>
                    </a:ext>
                  </a:extLst>
                </a:gridCol>
                <a:gridCol w="206032">
                  <a:extLst>
                    <a:ext uri="{9D8B030D-6E8A-4147-A177-3AD203B41FA5}">
                      <a16:colId xmlns:a16="http://schemas.microsoft.com/office/drawing/2014/main" val="3346875002"/>
                    </a:ext>
                  </a:extLst>
                </a:gridCol>
                <a:gridCol w="171022">
                  <a:extLst>
                    <a:ext uri="{9D8B030D-6E8A-4147-A177-3AD203B41FA5}">
                      <a16:colId xmlns:a16="http://schemas.microsoft.com/office/drawing/2014/main" val="3513304222"/>
                    </a:ext>
                  </a:extLst>
                </a:gridCol>
                <a:gridCol w="212897">
                  <a:extLst>
                    <a:ext uri="{9D8B030D-6E8A-4147-A177-3AD203B41FA5}">
                      <a16:colId xmlns:a16="http://schemas.microsoft.com/office/drawing/2014/main" val="94247410"/>
                    </a:ext>
                  </a:extLst>
                </a:gridCol>
                <a:gridCol w="254163">
                  <a:extLst>
                    <a:ext uri="{9D8B030D-6E8A-4147-A177-3AD203B41FA5}">
                      <a16:colId xmlns:a16="http://schemas.microsoft.com/office/drawing/2014/main" val="9501415"/>
                    </a:ext>
                  </a:extLst>
                </a:gridCol>
                <a:gridCol w="212370">
                  <a:extLst>
                    <a:ext uri="{9D8B030D-6E8A-4147-A177-3AD203B41FA5}">
                      <a16:colId xmlns:a16="http://schemas.microsoft.com/office/drawing/2014/main" val="163219504"/>
                    </a:ext>
                  </a:extLst>
                </a:gridCol>
                <a:gridCol w="196523">
                  <a:extLst>
                    <a:ext uri="{9D8B030D-6E8A-4147-A177-3AD203B41FA5}">
                      <a16:colId xmlns:a16="http://schemas.microsoft.com/office/drawing/2014/main" val="2460014265"/>
                    </a:ext>
                  </a:extLst>
                </a:gridCol>
                <a:gridCol w="199691">
                  <a:extLst>
                    <a:ext uri="{9D8B030D-6E8A-4147-A177-3AD203B41FA5}">
                      <a16:colId xmlns:a16="http://schemas.microsoft.com/office/drawing/2014/main" val="159059673"/>
                    </a:ext>
                  </a:extLst>
                </a:gridCol>
                <a:gridCol w="239580">
                  <a:extLst>
                    <a:ext uri="{9D8B030D-6E8A-4147-A177-3AD203B41FA5}">
                      <a16:colId xmlns:a16="http://schemas.microsoft.com/office/drawing/2014/main" val="4266449403"/>
                    </a:ext>
                  </a:extLst>
                </a:gridCol>
                <a:gridCol w="220405">
                  <a:extLst>
                    <a:ext uri="{9D8B030D-6E8A-4147-A177-3AD203B41FA5}">
                      <a16:colId xmlns:a16="http://schemas.microsoft.com/office/drawing/2014/main" val="3948283166"/>
                    </a:ext>
                  </a:extLst>
                </a:gridCol>
              </a:tblGrid>
              <a:tr h="102591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Pending Reason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5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EU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NA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LATAM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IL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Asia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CIS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MEA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계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비중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51778"/>
                  </a:ext>
                </a:extLst>
              </a:tr>
              <a:tr h="141064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Germany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France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Italy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Spain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UK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Poland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Hungary</a:t>
                      </a:r>
                      <a:endParaRPr lang="fr-FR" sz="55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Netherlld</a:t>
                      </a:r>
                      <a:endParaRPr lang="fr-FR" sz="55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Romania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Sweden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Cz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Latvia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Greece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Austria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Portuga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Canada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Brazil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Argentina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Chile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Colombia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Mexico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Panama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Peru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India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Australia</a:t>
                      </a:r>
                      <a:endParaRPr lang="fr-FR" sz="55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China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HongKong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Inni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Japan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Vietna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Taiwa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Thailand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Singapore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Russia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Kaza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Egypt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Morocco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S/Afric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Algeria</a:t>
                      </a: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Turkiy</a:t>
                      </a:r>
                      <a:endParaRPr lang="fr-FR" sz="6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2812837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</a:t>
                      </a:r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관련 이슈</a:t>
                      </a:r>
                    </a:p>
                  </a:txBody>
                  <a:tcPr marL="36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939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5,042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576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392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480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12,338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30.3%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8282716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have been ordered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609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835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4,300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10.6%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7353134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Required parts ordered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3,930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3,930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9.7%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923384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Part in Stock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768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1.9%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6494750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received(need re-schedule)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754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1.9%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8050172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are on back order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684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1.7%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798814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not available in Enginer kit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1.6%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81889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Automatic - 1st PO 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579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1.4%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4850046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On delivery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0.6%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027957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Required parts Supply issue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0.4%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875069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Further parts required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7380531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not delivered in 3 days(after order)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718645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have been re-ordered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4998663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Ordered (Part Distributor)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47103"/>
                  </a:ext>
                </a:extLst>
              </a:tr>
              <a:tr h="1282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72000" marR="3338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no longer available(discontinued)</a:t>
                      </a:r>
                    </a:p>
                  </a:txBody>
                  <a:tcPr marL="36000" marR="0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7709993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일정 확정 지연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508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308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489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448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1,125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3,409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428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9,692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23.8%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720584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캔슬 요청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1,007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1,928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4.7%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896009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일정 변경 요청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170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855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9598470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추가 필요 정보 입수 대기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265950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제품 교환 지연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672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1,016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2.5%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3315019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 완료 후 대기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수리확인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입력지연등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435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483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7974814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진행 중 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분석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테스팅 등</a:t>
                      </a: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107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28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469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1.2%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8598196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이관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6140740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B2B 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제품 의사결정 지연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0.8%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6167499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Gas Charging </a:t>
                      </a: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지연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0.2%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7308584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제품수거 지연</a:t>
                      </a:r>
                    </a:p>
                  </a:txBody>
                  <a:tcPr marL="72000" marR="0" marT="333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0.5%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9261653"/>
                  </a:ext>
                </a:extLst>
              </a:tr>
              <a:tr h="10259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  received, allocated to Engineer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841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841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910637"/>
                  </a:ext>
                </a:extLst>
              </a:tr>
              <a:tr h="10259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Call allocated to engineer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345895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Technician is en route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7643631"/>
                  </a:ext>
                </a:extLst>
              </a:tr>
              <a:tr h="10259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absence/No contact with customer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1.4%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9768110"/>
                  </a:ext>
                </a:extLst>
              </a:tr>
              <a:tr h="10259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No engineer allocated to cover area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282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0.7%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2910069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Quotation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1.8%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441678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Escalated for complaint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160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0.4%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2143864"/>
                  </a:ext>
                </a:extLst>
              </a:tr>
              <a:tr h="10259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Hard to repair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0.3%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0633624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is refusing the repair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369831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PL case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3338" marR="3338" marT="3338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0.1%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8623788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zh-CN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特约站延期上门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7768315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Updated by LG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9877504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zh-CN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特殊顾客协商中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66110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Lost of Warranty Report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5352967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System error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0297008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Installation site not ready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528709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Before Receiving Customer Model(SWAP)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402849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zh-CN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需拉修 还没有安排车辆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2184166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Lost on delivery</a:t>
                      </a:r>
                      <a:endParaRPr lang="fr-FR" sz="700" b="0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3522453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Accepted approval 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0891268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Transfer other center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5825580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fr-F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Other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2000" marR="3338" marT="3338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585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1.4%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4806179"/>
                  </a:ext>
                </a:extLst>
              </a:tr>
              <a:tr h="115416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미입력</a:t>
                      </a: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</a:p>
                  </a:txBody>
                  <a:tcPr marL="72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1,438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609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249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620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956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295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491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684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7,922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19.5%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8177978"/>
                  </a:ext>
                </a:extLst>
              </a:tr>
              <a:tr h="109004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총합계</a:t>
                      </a:r>
                    </a:p>
                  </a:txBody>
                  <a:tcPr marL="36000" marR="0" marT="333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338" marR="3338" marT="3338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1,289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962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3,230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411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175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139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1,614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1,752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3,218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122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815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1,154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637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13,877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1,601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423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238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1,198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797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1,704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470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342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145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271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200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40,679 </a:t>
                      </a:r>
                    </a:p>
                  </a:txBody>
                  <a:tcPr marL="3338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100%</a:t>
                      </a:r>
                    </a:p>
                  </a:txBody>
                  <a:tcPr marL="3338" marR="3338" marT="333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154662"/>
                  </a:ext>
                </a:extLst>
              </a:tr>
            </a:tbl>
          </a:graphicData>
        </a:graphic>
      </p:graphicFrame>
      <p:sp>
        <p:nvSpPr>
          <p:cNvPr id="111" name="TextBox 110">
            <a:extLst>
              <a:ext uri="{FF2B5EF4-FFF2-40B4-BE49-F238E27FC236}">
                <a16:creationId xmlns:a16="http://schemas.microsoft.com/office/drawing/2014/main" id="{A8F3E56A-3E42-791A-24F1-C243346BCFEF}"/>
              </a:ext>
            </a:extLst>
          </p:cNvPr>
          <p:cNvSpPr txBox="1"/>
          <p:nvPr/>
        </p:nvSpPr>
        <p:spPr>
          <a:xfrm>
            <a:off x="37075" y="1754610"/>
            <a:ext cx="1087389" cy="461665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First Visit Arranged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Appointment fixed with customer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Next visit arranged(not fixed first time)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Visit arranged(over 3daus)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Pending to allot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E785EDB7-71A0-9306-D7FF-9324C0FE721A}"/>
              </a:ext>
            </a:extLst>
          </p:cNvPr>
          <p:cNvSpPr txBox="1"/>
          <p:nvPr/>
        </p:nvSpPr>
        <p:spPr>
          <a:xfrm>
            <a:off x="37075" y="2280221"/>
            <a:ext cx="1092994" cy="276999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Cancellation requested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Cancel request to LG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Cancel request rejected by LG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4BF9F93-7482-8E48-7F55-38D5CC4DA988}"/>
              </a:ext>
            </a:extLst>
          </p:cNvPr>
          <p:cNvSpPr txBox="1"/>
          <p:nvPr/>
        </p:nvSpPr>
        <p:spPr>
          <a:xfrm>
            <a:off x="37075" y="2621166"/>
            <a:ext cx="1087389" cy="369332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Customer request reschedule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Reschedule or Cancel due to Bad</a:t>
            </a:r>
            <a:b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  weather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Rescheduled for Personal(Tech)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7C270B6-87B1-0A3F-07E4-2A5B0D513065}"/>
              </a:ext>
            </a:extLst>
          </p:cNvPr>
          <p:cNvSpPr txBox="1"/>
          <p:nvPr/>
        </p:nvSpPr>
        <p:spPr>
          <a:xfrm>
            <a:off x="37075" y="3054444"/>
            <a:ext cx="1087389" cy="276999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Customer</a:t>
            </a:r>
            <a:r>
              <a:rPr kumimoji="0" lang="ko-KR" altLang="en-US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info need to be checked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Awaiting info from technical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Warranty Document Request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48214C93-351A-EE11-9A54-84E000091D15}"/>
              </a:ext>
            </a:extLst>
          </p:cNvPr>
          <p:cNvSpPr txBox="1"/>
          <p:nvPr/>
        </p:nvSpPr>
        <p:spPr>
          <a:xfrm>
            <a:off x="37075" y="3395389"/>
            <a:ext cx="1092994" cy="369332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Pending for Product replacement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Replacement/Refund Processing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Waiting RMA Approval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No Swap stock available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84A1161-966F-04C1-393C-31561E108629}"/>
              </a:ext>
            </a:extLst>
          </p:cNvPr>
          <p:cNvSpPr txBox="1"/>
          <p:nvPr/>
        </p:nvSpPr>
        <p:spPr>
          <a:xfrm>
            <a:off x="37075" y="3828667"/>
            <a:ext cx="1087389" cy="738664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Repair done, product under observe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Repairs Done, data entry pending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Repair completed &amp; awaiting</a:t>
            </a:r>
            <a:b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 delivery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Product repaired, pending for delivery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Completed – Waiting for info from</a:t>
            </a:r>
            <a:b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  customer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OQC/ELT Tests - Process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40ADC9DA-14B9-4453-308A-CEB19AA54319}"/>
              </a:ext>
            </a:extLst>
          </p:cNvPr>
          <p:cNvSpPr txBox="1"/>
          <p:nvPr/>
        </p:nvSpPr>
        <p:spPr>
          <a:xfrm>
            <a:off x="37075" y="6087395"/>
            <a:ext cx="1093303" cy="276999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Collection delayed(to center)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Customer will bring set to W/s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Product not delivered</a:t>
            </a:r>
          </a:p>
        </p:txBody>
      </p:sp>
      <p:cxnSp>
        <p:nvCxnSpPr>
          <p:cNvPr id="175" name="직선 화살표 연결선 174">
            <a:extLst>
              <a:ext uri="{FF2B5EF4-FFF2-40B4-BE49-F238E27FC236}">
                <a16:creationId xmlns:a16="http://schemas.microsoft.com/office/drawing/2014/main" id="{A480FF22-512E-5767-00F0-365ABF62CC91}"/>
              </a:ext>
            </a:extLst>
          </p:cNvPr>
          <p:cNvCxnSpPr>
            <a:cxnSpLocks/>
            <a:endCxn id="111" idx="3"/>
          </p:cNvCxnSpPr>
          <p:nvPr/>
        </p:nvCxnSpPr>
        <p:spPr>
          <a:xfrm flipH="1" flipV="1">
            <a:off x="1124464" y="1985443"/>
            <a:ext cx="160642" cy="62039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210154CD-49F1-0830-19FE-5046F05A9E41}"/>
              </a:ext>
            </a:extLst>
          </p:cNvPr>
          <p:cNvCxnSpPr>
            <a:cxnSpLocks/>
            <a:endCxn id="112" idx="3"/>
          </p:cNvCxnSpPr>
          <p:nvPr/>
        </p:nvCxnSpPr>
        <p:spPr>
          <a:xfrm flipH="1" flipV="1">
            <a:off x="1130069" y="2418721"/>
            <a:ext cx="155037" cy="320007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CC3EDDD3-4FE3-956E-3C5F-78DA4B9A3ABE}"/>
              </a:ext>
            </a:extLst>
          </p:cNvPr>
          <p:cNvCxnSpPr>
            <a:cxnSpLocks/>
            <a:endCxn id="121" idx="3"/>
          </p:cNvCxnSpPr>
          <p:nvPr/>
        </p:nvCxnSpPr>
        <p:spPr>
          <a:xfrm flipH="1" flipV="1">
            <a:off x="1124464" y="2805832"/>
            <a:ext cx="146229" cy="63946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6" name="직선 화살표 연결선 185">
            <a:extLst>
              <a:ext uri="{FF2B5EF4-FFF2-40B4-BE49-F238E27FC236}">
                <a16:creationId xmlns:a16="http://schemas.microsoft.com/office/drawing/2014/main" id="{37281952-1723-CACB-5712-99DAD3560770}"/>
              </a:ext>
            </a:extLst>
          </p:cNvPr>
          <p:cNvCxnSpPr>
            <a:cxnSpLocks/>
            <a:endCxn id="122" idx="3"/>
          </p:cNvCxnSpPr>
          <p:nvPr/>
        </p:nvCxnSpPr>
        <p:spPr>
          <a:xfrm flipH="1">
            <a:off x="1124464" y="2976194"/>
            <a:ext cx="160642" cy="21675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1" name="직선 화살표 연결선 190">
            <a:extLst>
              <a:ext uri="{FF2B5EF4-FFF2-40B4-BE49-F238E27FC236}">
                <a16:creationId xmlns:a16="http://schemas.microsoft.com/office/drawing/2014/main" id="{6204ADE3-08E6-30D7-AC92-4989B0E57784}"/>
              </a:ext>
            </a:extLst>
          </p:cNvPr>
          <p:cNvCxnSpPr>
            <a:cxnSpLocks/>
            <a:endCxn id="127" idx="3"/>
          </p:cNvCxnSpPr>
          <p:nvPr/>
        </p:nvCxnSpPr>
        <p:spPr>
          <a:xfrm flipH="1">
            <a:off x="1130069" y="3083639"/>
            <a:ext cx="148296" cy="496416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직선 화살표 연결선 195">
            <a:extLst>
              <a:ext uri="{FF2B5EF4-FFF2-40B4-BE49-F238E27FC236}">
                <a16:creationId xmlns:a16="http://schemas.microsoft.com/office/drawing/2014/main" id="{BB881087-3BD4-380B-4706-D288D06CFBF6}"/>
              </a:ext>
            </a:extLst>
          </p:cNvPr>
          <p:cNvCxnSpPr>
            <a:cxnSpLocks/>
            <a:endCxn id="210" idx="3"/>
          </p:cNvCxnSpPr>
          <p:nvPr/>
        </p:nvCxnSpPr>
        <p:spPr>
          <a:xfrm flipH="1">
            <a:off x="1130378" y="3713008"/>
            <a:ext cx="148550" cy="2218103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직선 화살표 연결선 201">
            <a:extLst>
              <a:ext uri="{FF2B5EF4-FFF2-40B4-BE49-F238E27FC236}">
                <a16:creationId xmlns:a16="http://schemas.microsoft.com/office/drawing/2014/main" id="{605604DD-9164-BA81-2A73-2E710325091D}"/>
              </a:ext>
            </a:extLst>
          </p:cNvPr>
          <p:cNvCxnSpPr>
            <a:cxnSpLocks/>
            <a:endCxn id="130" idx="3"/>
          </p:cNvCxnSpPr>
          <p:nvPr/>
        </p:nvCxnSpPr>
        <p:spPr>
          <a:xfrm flipH="1">
            <a:off x="1130378" y="3837287"/>
            <a:ext cx="154161" cy="238860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>
            <a:extLst>
              <a:ext uri="{FF2B5EF4-FFF2-40B4-BE49-F238E27FC236}">
                <a16:creationId xmlns:a16="http://schemas.microsoft.com/office/drawing/2014/main" id="{9758FC0B-187F-B8E6-121C-94245C3CC85D}"/>
              </a:ext>
            </a:extLst>
          </p:cNvPr>
          <p:cNvSpPr txBox="1"/>
          <p:nvPr/>
        </p:nvSpPr>
        <p:spPr>
          <a:xfrm>
            <a:off x="37075" y="4631277"/>
            <a:ext cx="1093303" cy="461665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Under Repair in service center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Duration/Stress test running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Product under repairs at workshop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Under Analysis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MRC Transfer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464991DD-BE4B-50E9-69C3-5B4BCBADB22E}"/>
              </a:ext>
            </a:extLst>
          </p:cNvPr>
          <p:cNvSpPr txBox="1"/>
          <p:nvPr/>
        </p:nvSpPr>
        <p:spPr>
          <a:xfrm>
            <a:off x="37075" y="5156888"/>
            <a:ext cx="1093303" cy="184666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Call transferred to correct center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Cal submission(IL)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8173C15A-34B9-FC7C-5C39-0B1A75304109}"/>
              </a:ext>
            </a:extLst>
          </p:cNvPr>
          <p:cNvSpPr txBox="1"/>
          <p:nvPr/>
        </p:nvSpPr>
        <p:spPr>
          <a:xfrm>
            <a:off x="37075" y="5405500"/>
            <a:ext cx="1093303" cy="369332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Decision pending for Commercial </a:t>
            </a:r>
            <a:b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  Solution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Awaiting Decision from Customer </a:t>
            </a:r>
            <a:b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</a:b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  – Commercial solution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26402F-C9A8-8C51-B426-698930ACC98C}"/>
              </a:ext>
            </a:extLst>
          </p:cNvPr>
          <p:cNvSpPr txBox="1"/>
          <p:nvPr/>
        </p:nvSpPr>
        <p:spPr>
          <a:xfrm>
            <a:off x="37075" y="5838778"/>
            <a:ext cx="1093303" cy="184666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buFont typeface="Arial" panose="020B0604020202020204" pitchFamily="34" charset="0"/>
              <a:buChar char="•"/>
              <a:defRPr sz="650">
                <a:latin typeface="Arial Narrow" panose="020B0606020202030204" pitchFamily="34" charset="0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Pending for gas charging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+mn-cs"/>
              </a:rPr>
              <a:t>Gas charging (to be modified)</a:t>
            </a:r>
          </a:p>
        </p:txBody>
      </p:sp>
      <p:cxnSp>
        <p:nvCxnSpPr>
          <p:cNvPr id="216" name="직선 화살표 연결선 215">
            <a:extLst>
              <a:ext uri="{FF2B5EF4-FFF2-40B4-BE49-F238E27FC236}">
                <a16:creationId xmlns:a16="http://schemas.microsoft.com/office/drawing/2014/main" id="{E48468E4-43FC-71B2-FF62-29EE786A1239}"/>
              </a:ext>
            </a:extLst>
          </p:cNvPr>
          <p:cNvCxnSpPr>
            <a:cxnSpLocks/>
            <a:endCxn id="209" idx="3"/>
          </p:cNvCxnSpPr>
          <p:nvPr/>
        </p:nvCxnSpPr>
        <p:spPr>
          <a:xfrm flipH="1">
            <a:off x="1130378" y="3583270"/>
            <a:ext cx="154728" cy="2006896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직선 화살표 연결선 218">
            <a:extLst>
              <a:ext uri="{FF2B5EF4-FFF2-40B4-BE49-F238E27FC236}">
                <a16:creationId xmlns:a16="http://schemas.microsoft.com/office/drawing/2014/main" id="{573DFFDD-98B2-DD5B-58C2-0377180BA6DB}"/>
              </a:ext>
            </a:extLst>
          </p:cNvPr>
          <p:cNvCxnSpPr>
            <a:cxnSpLocks/>
            <a:endCxn id="208" idx="3"/>
          </p:cNvCxnSpPr>
          <p:nvPr/>
        </p:nvCxnSpPr>
        <p:spPr>
          <a:xfrm flipH="1">
            <a:off x="1130378" y="3457645"/>
            <a:ext cx="140315" cy="1791576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2" name="직선 화살표 연결선 221">
            <a:extLst>
              <a:ext uri="{FF2B5EF4-FFF2-40B4-BE49-F238E27FC236}">
                <a16:creationId xmlns:a16="http://schemas.microsoft.com/office/drawing/2014/main" id="{A1E267C9-B2D9-C3DF-0DA9-093C0FA848B8}"/>
              </a:ext>
            </a:extLst>
          </p:cNvPr>
          <p:cNvCxnSpPr>
            <a:cxnSpLocks/>
            <a:endCxn id="207" idx="3"/>
          </p:cNvCxnSpPr>
          <p:nvPr/>
        </p:nvCxnSpPr>
        <p:spPr>
          <a:xfrm flipH="1">
            <a:off x="1130378" y="3344377"/>
            <a:ext cx="144436" cy="1517733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AC51E037-39E1-57B4-1DC0-7A8C5A387035}"/>
              </a:ext>
            </a:extLst>
          </p:cNvPr>
          <p:cNvCxnSpPr>
            <a:cxnSpLocks/>
            <a:endCxn id="128" idx="3"/>
          </p:cNvCxnSpPr>
          <p:nvPr/>
        </p:nvCxnSpPr>
        <p:spPr>
          <a:xfrm flipH="1">
            <a:off x="1124464" y="3218751"/>
            <a:ext cx="148296" cy="979248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headEnd type="oval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31" name="그림 230">
            <a:extLst>
              <a:ext uri="{FF2B5EF4-FFF2-40B4-BE49-F238E27FC236}">
                <a16:creationId xmlns:a16="http://schemas.microsoft.com/office/drawing/2014/main" id="{4E3441D4-4AB1-760F-873D-1DE672246A8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11844849" y="757320"/>
            <a:ext cx="347152" cy="268805"/>
          </a:xfrm>
          <a:prstGeom prst="rect">
            <a:avLst/>
          </a:prstGeom>
        </p:spPr>
      </p:pic>
      <p:pic>
        <p:nvPicPr>
          <p:cNvPr id="233" name="그림 232">
            <a:extLst>
              <a:ext uri="{FF2B5EF4-FFF2-40B4-BE49-F238E27FC236}">
                <a16:creationId xmlns:a16="http://schemas.microsoft.com/office/drawing/2014/main" id="{2552AFA7-E4D8-884A-45D2-28E47977FF3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11868542" y="6325179"/>
            <a:ext cx="347152" cy="268805"/>
          </a:xfrm>
          <a:prstGeom prst="rect">
            <a:avLst/>
          </a:prstGeom>
        </p:spPr>
      </p:pic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CCCCF392-A452-6A62-74D9-0874DB141833}"/>
              </a:ext>
            </a:extLst>
          </p:cNvPr>
          <p:cNvSpPr/>
          <p:nvPr/>
        </p:nvSpPr>
        <p:spPr>
          <a:xfrm>
            <a:off x="39099" y="821406"/>
            <a:ext cx="2796777" cy="5703377"/>
          </a:xfrm>
          <a:prstGeom prst="roundRect">
            <a:avLst>
              <a:gd name="adj" fmla="val 1104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11000402020202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BEC42813-37C5-5AB1-4AAD-0108705EA899}"/>
              </a:ext>
            </a:extLst>
          </p:cNvPr>
          <p:cNvSpPr txBox="1"/>
          <p:nvPr/>
        </p:nvSpPr>
        <p:spPr>
          <a:xfrm>
            <a:off x="102549" y="532477"/>
            <a:ext cx="36833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ko-KR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ko-KR" altLang="en-US" sz="20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" name="순서도: 처리 1">
            <a:extLst>
              <a:ext uri="{FF2B5EF4-FFF2-40B4-BE49-F238E27FC236}">
                <a16:creationId xmlns:a16="http://schemas.microsoft.com/office/drawing/2014/main" id="{042822E6-1821-DE77-5E59-90BF75613B92}"/>
              </a:ext>
            </a:extLst>
          </p:cNvPr>
          <p:cNvSpPr/>
          <p:nvPr/>
        </p:nvSpPr>
        <p:spPr>
          <a:xfrm>
            <a:off x="3790044" y="2408742"/>
            <a:ext cx="7268326" cy="1644062"/>
          </a:xfrm>
          <a:prstGeom prst="flowChartProcess">
            <a:avLst/>
          </a:prstGeom>
          <a:solidFill>
            <a:schemeClr val="accent2">
              <a:lumMod val="20000"/>
              <a:lumOff val="8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marR="0" lvl="0" indent="-171450" algn="l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Global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 사유 코드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78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 사용 중 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인도 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51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브라질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29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스페인 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28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인니 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27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개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 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사용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..</a:t>
            </a:r>
            <a:r>
              <a:rPr kumimoji="0" lang="ko-KR" altLang="en-US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1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</a:t>
            </a:r>
          </a:p>
          <a:p>
            <a:pPr marL="171450" marR="0" lvl="0" indent="-171450" algn="l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Others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항목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1.4%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사용 중이나 정확한 원인 파악 위하여 삭제 필요 및 사유 코드 정비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표준화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)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필요</a:t>
            </a:r>
            <a:endParaRPr kumimoji="0" lang="en-US" altLang="ko-KR" sz="12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171450" marR="0" lvl="0" indent="-171450" algn="l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 사유 </a:t>
            </a:r>
            <a:r>
              <a:rPr kumimoji="0" lang="ko-KR" altLang="en-US" sz="1200" b="1" i="0" u="none" strike="noStrike" kern="1200" cap="none" spc="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미입력률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19.5%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→ 미처리 개선 활동을 위해 </a:t>
            </a:r>
            <a:r>
              <a:rPr kumimoji="0" lang="ko-KR" altLang="en-US" sz="1200" b="1" i="0" u="none" strike="noStrike" kern="1200" cap="none" spc="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입력률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향상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(100%)</a:t>
            </a:r>
          </a:p>
          <a:p>
            <a:pPr marL="171450" marR="0" lvl="0" indent="-171450" algn="l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미처리리 주요 사유는 부품 관련 이슈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30.3%,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일정확정 지연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23.8%,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수리 캔슬 요청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4.7%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순이나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,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en-US" altLang="ko-KR" sz="12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  <a:p>
            <a:pPr marL="0" marR="0" lvl="0" indent="0" algn="l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   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최초 입력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후 지속적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Update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가 되지 않는 경우가 있어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상태변동 시 적기에 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Update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관리 필요</a:t>
            </a:r>
            <a:r>
              <a:rPr kumimoji="0" lang="en-US" altLang="ko-KR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r>
              <a:rPr kumimoji="0" lang="ko-KR" altLang="en-US" sz="1200" b="1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 </a:t>
            </a:r>
            <a:endParaRPr kumimoji="0" lang="en-US" altLang="ko-KR" sz="1200" b="1" i="0" u="none" strike="noStrike" kern="1200" cap="none" spc="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51B8328-804C-57A4-96FE-82A514BC86F5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C6DBCEE3-D7A5-68D8-1CC4-1C3EAAA1F595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7979846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EBFCA61-F4B4-A802-FAFA-8B56A94802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0919538"/>
              </p:ext>
            </p:extLst>
          </p:nvPr>
        </p:nvGraphicFramePr>
        <p:xfrm>
          <a:off x="156520" y="511443"/>
          <a:ext cx="11883100" cy="6117844"/>
        </p:xfrm>
        <a:graphic>
          <a:graphicData uri="http://schemas.openxmlformats.org/drawingml/2006/table">
            <a:tbl>
              <a:tblPr/>
              <a:tblGrid>
                <a:gridCol w="137948">
                  <a:extLst>
                    <a:ext uri="{9D8B030D-6E8A-4147-A177-3AD203B41FA5}">
                      <a16:colId xmlns:a16="http://schemas.microsoft.com/office/drawing/2014/main" val="599554090"/>
                    </a:ext>
                  </a:extLst>
                </a:gridCol>
                <a:gridCol w="271220">
                  <a:extLst>
                    <a:ext uri="{9D8B030D-6E8A-4147-A177-3AD203B41FA5}">
                      <a16:colId xmlns:a16="http://schemas.microsoft.com/office/drawing/2014/main" val="534898762"/>
                    </a:ext>
                  </a:extLst>
                </a:gridCol>
                <a:gridCol w="278970">
                  <a:extLst>
                    <a:ext uri="{9D8B030D-6E8A-4147-A177-3AD203B41FA5}">
                      <a16:colId xmlns:a16="http://schemas.microsoft.com/office/drawing/2014/main" val="815706406"/>
                    </a:ext>
                  </a:extLst>
                </a:gridCol>
                <a:gridCol w="400022">
                  <a:extLst>
                    <a:ext uri="{9D8B030D-6E8A-4147-A177-3AD203B41FA5}">
                      <a16:colId xmlns:a16="http://schemas.microsoft.com/office/drawing/2014/main" val="160575880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710211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11288698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345130392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2210947372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649943401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409531836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2737046517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741185723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408949237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272905940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405677102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873833759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299174928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908743132"/>
                    </a:ext>
                  </a:extLst>
                </a:gridCol>
                <a:gridCol w="207320">
                  <a:extLst>
                    <a:ext uri="{9D8B030D-6E8A-4147-A177-3AD203B41FA5}">
                      <a16:colId xmlns:a16="http://schemas.microsoft.com/office/drawing/2014/main" val="3244229226"/>
                    </a:ext>
                  </a:extLst>
                </a:gridCol>
                <a:gridCol w="250100">
                  <a:extLst>
                    <a:ext uri="{9D8B030D-6E8A-4147-A177-3AD203B41FA5}">
                      <a16:colId xmlns:a16="http://schemas.microsoft.com/office/drawing/2014/main" val="16638024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2517002543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37577556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405372036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574300548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70825225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04857293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963784197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655597567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2785980849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722427928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15436736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422758180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00276287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4118802805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2387599332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158665122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927791936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23305395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343277833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515605013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096206731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400593824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3489989390"/>
                    </a:ext>
                  </a:extLst>
                </a:gridCol>
                <a:gridCol w="272040">
                  <a:extLst>
                    <a:ext uri="{9D8B030D-6E8A-4147-A177-3AD203B41FA5}">
                      <a16:colId xmlns:a16="http://schemas.microsoft.com/office/drawing/2014/main" val="1699791040"/>
                    </a:ext>
                  </a:extLst>
                </a:gridCol>
              </a:tblGrid>
              <a:tr h="11777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준비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기사할당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Scheduling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관련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이동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방문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부품주문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센타반입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추가테스트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수리완료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MRC/PRC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교환환불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취소 요청 승인 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승인대기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1792063"/>
                  </a:ext>
                </a:extLst>
              </a:tr>
              <a:tr h="4458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site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준비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집에 전기 없음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설치 후 </a:t>
                      </a:r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Gas charing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할당 진행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센터 공백지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타 센터 이관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Scheduling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진행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차 방문 </a:t>
                      </a:r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scheduling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Rescheduling over 3 days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Rescheduling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후 </a:t>
                      </a:r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PS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Quotation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부재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서류 필요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수리거부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이동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현장 도착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첫 방문 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주문 대기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주문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배송 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두번째 방문 후 부품 주문 필요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주문 후 배송 지연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품절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(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자동 주문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(ASC hold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로 배송 지연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전 반입 대기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수리진행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수리기사 확인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난수리 지연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진행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(WS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수리진행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테스트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수리완료 고객 지불 기다림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수리완료 반출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배송 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완료 후 배송 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완료 후 배송 중 분실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수리완료 결과입력 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 후 </a:t>
                      </a:r>
                      <a:r>
                        <a:rPr lang="en-US" altLang="ko-KR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HC </a:t>
                      </a:r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특별 승인 요청건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85357410"/>
                  </a:ext>
                </a:extLst>
              </a:tr>
              <a:tr h="446034"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팬딩코드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AS-IS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Installation site not ready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Power at Customer Place (To be modified)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Pending for gas charging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Job Transfer Requested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engineer allocated to cover area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Call transferred to correct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Customer Contacted - initial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Appointment Rescheduled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Next visit arranged(not fixed first time)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Visit arranged(over 3days)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Wait for 1st Visit - Waiting TS Research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Quotation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Not able to reach/connect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Warranty Document Request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is refusing the repair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En Route to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Arrived On-Site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Visit Completed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准备定件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无零件编号 查找编号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주문 대기 중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have been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received - damaged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Further parts required after second visit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not delivered in 3 days(after order)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Part in Stock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 under financial hold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will bring set to W/s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Awaiting information from technical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Hard to repair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Product under repairs at workshop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Awaiting payment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Awaiting delivery(from center)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On delivery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Lost on delivery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Pre-Complete &amp; Pending Result Entry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MRC Transfer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等待商场换机审批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딜러 교환 승인 대기 중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PL case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Repair Cancellation Requested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call Submision(IL)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特殊顾客协商中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특별 고객 협상 중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System error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590591"/>
                  </a:ext>
                </a:extLst>
              </a:tr>
              <a:tr h="3716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Site Not Ready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Gas Charging (To be modified)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Job Transfer Completed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Call transferred to correct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Transfer other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Customer Schedule Confirmation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request reschedule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After Visit - Scheduled - Part Install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Parts Order Not Required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Under quotation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absence/No contact with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information need to be checked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需拉修 还没有安排车辆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출장 차량 준비 중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Visit Completed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Part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received - incorrect wrongly picked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Waiting for Ship To Approval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are on back order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Shipped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Collection delayed(to center)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Under Analysis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Repairs done, product  under observation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No return to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Awaiting data input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Before Receiving Customer Model(SWAP)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Cancellation requested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Escalated for complaint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Other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4825370"/>
                  </a:ext>
                </a:extLst>
              </a:tr>
              <a:tr h="4282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(A) Job Transfer Rejected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Transfer other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Appointment fixed with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Rescheduled for Other Reason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After Visit - Not Scheduled - Back Ordered Part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DMS - EW - Customer not Home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Technician is en route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Required parts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received - incorrect parts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特约站延期上门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특별 배송 지점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택배 배송 연기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Required parts Supply issue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Back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Duration/Stress test running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Completed - Waiting for information from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Repairs done, data entry pending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Pending for Product replacement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Cancel request to LG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Accepted approval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Updated by LG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5847888"/>
                  </a:ext>
                </a:extLst>
              </a:tr>
              <a:tr h="5203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Pending to allot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First visit arranged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Rescheduled for Personal (Tech)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have been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received - incorrect wrong alternative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not available in Enginer kit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OQC/ELT Tests process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Product repaired,  pending for delivery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Decision pending for Commercial Solution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Cancel request rejected by LG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包装不良导致的信息不全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포장불량으로 정보가 불완전합니다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.)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8492747"/>
                  </a:ext>
                </a:extLst>
              </a:tr>
              <a:tr h="2973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Call allocated to engineer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First visit has been arranged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Reschedule or Cancel due to Bad Weather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have been re-ordered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 received, allocated to Engineer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are on back order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Under repair in service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Product Not delivered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Replacement/Refund processing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94212"/>
                  </a:ext>
                </a:extLst>
              </a:tr>
              <a:tr h="3426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Engineer Request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Ordered to Subs/Local W/H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Further parts required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no longer available(discontinued)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swap stock available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8088753"/>
                  </a:ext>
                </a:extLst>
              </a:tr>
              <a:tr h="334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Return to Engineer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Ordered (Part Distributor)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received(need re-schedule)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are on back order in Subs/Local W/H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商场还未送货 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딜러 교환제품 배송 지연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발송 전</a:t>
                      </a:r>
                      <a:r>
                        <a:rPr lang="en-US" altLang="ko-K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6280109"/>
                  </a:ext>
                </a:extLst>
              </a:tr>
              <a:tr h="2569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are on back order in LGEME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Waiting RMA Approval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491275"/>
                  </a:ext>
                </a:extLst>
              </a:tr>
              <a:tr h="2006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on Back Order (Part Distributor)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DMS - Submitted RA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4254655"/>
                  </a:ext>
                </a:extLst>
              </a:tr>
              <a:tr h="3343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Ordered (Part Distributor)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Awaiting Decision from Customer - Commercial Solution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45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1237826"/>
                  </a:ext>
                </a:extLst>
              </a:tr>
              <a:tr h="133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7075221"/>
                  </a:ext>
                </a:extLst>
              </a:tr>
              <a:tr h="5139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To-Be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Installation site not ready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Pending for gas charging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Call/Job Allocation requested to engineer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servicer/engineer allocated to cover area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Transfer to correct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Contacted, Appointment fixed with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request reschedule (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일정변경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After visit - Next visit arranged(not fixed first time)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  <a:endParaRPr lang="fr-FR" sz="5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Wait for 1st Visit - Waiting TS Research(Prescreening)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Quotation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absence/Not able to contact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informatio(warranty document) need to be checked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have been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배송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장기 부품 배송 지연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배송사 사유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 Part in Stock/Back order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 delay due to ASC finanicial hold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Collection delayed(to center)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Hard to repair, Awaiting information from technical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병합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(&lt;-)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Product under repairs at Service center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Awaiting payment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On delivery to customer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completed &amp; Awaiting data input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MRC/PRC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Replacement/Refund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승인 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PL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 진행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Cancellation Requested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Clean call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진행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예외건 고객협상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삭제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5267482"/>
                  </a:ext>
                </a:extLst>
              </a:tr>
              <a:tr h="5139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 site not ready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Rescheduled due to technician schedule (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사유 일정변경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have been ordered (Part Distributor)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배송완료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파손 부품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/wrong part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배송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no longer available(discontinued)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Shipped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Repairs done, product  under testing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Commercial Solution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승인 대기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0917172"/>
                  </a:ext>
                </a:extLst>
              </a:tr>
              <a:tr h="3716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배송완료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en-US" altLang="ko-KR" sz="5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Reschedule </a:t>
                      </a:r>
                      <a:r>
                        <a:rPr lang="ko-KR" altLang="en-US" sz="5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중</a:t>
                      </a:r>
                      <a:r>
                        <a:rPr lang="en-US" altLang="ko-KR" sz="5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5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카테리고변경</a:t>
                      </a:r>
                      <a:r>
                        <a:rPr lang="en-US" altLang="ko-KR" sz="500" b="0" i="0" u="none" strike="noStrike" baseline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ko-KR" altLang="en-US" sz="5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배송완료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추가 부품 오더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Automatic - 1st PO Back Ordered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교환제품 배송 지연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(LG 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창고 재고 없음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623855"/>
                  </a:ext>
                </a:extLst>
              </a:tr>
              <a:tr h="2973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교환제품 배송 지연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딜러 재고 없음</a:t>
                      </a:r>
                      <a:r>
                        <a:rPr lang="en-US" altLang="ko-KR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9479778"/>
                  </a:ext>
                </a:extLst>
              </a:tr>
              <a:tr h="133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0894842"/>
                  </a:ext>
                </a:extLst>
              </a:tr>
            </a:tbl>
          </a:graphicData>
        </a:graphic>
      </p:graphicFrame>
      <p:sp>
        <p:nvSpPr>
          <p:cNvPr id="2" name="순서도: 처리 1">
            <a:extLst>
              <a:ext uri="{FF2B5EF4-FFF2-40B4-BE49-F238E27FC236}">
                <a16:creationId xmlns:a16="http://schemas.microsoft.com/office/drawing/2014/main" id="{5B2876D6-2260-C40D-21B2-61795DA2EB2A}"/>
              </a:ext>
            </a:extLst>
          </p:cNvPr>
          <p:cNvSpPr/>
          <p:nvPr/>
        </p:nvSpPr>
        <p:spPr>
          <a:xfrm>
            <a:off x="3441331" y="3312591"/>
            <a:ext cx="6672673" cy="786709"/>
          </a:xfrm>
          <a:prstGeom prst="flowChartProcess">
            <a:avLst/>
          </a:prstGeom>
          <a:solidFill>
            <a:schemeClr val="accent2">
              <a:lumMod val="20000"/>
              <a:lumOff val="80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615" rtl="0" eaLnBrk="1" fontAlgn="auto" latinLnBrk="1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Pending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 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Reason Code 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재정비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( 125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개 → 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37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개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(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공통 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32,</a:t>
            </a:r>
            <a:r>
              <a:rPr lang="ko-KR" altLang="en-US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로컬 </a:t>
            </a:r>
            <a:r>
              <a:rPr lang="en-US" altLang="ko-KR" b="1">
                <a:solidFill>
                  <a:srgbClr val="006600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  <a:sym typeface="Wingdings" panose="05000000000000000000" pitchFamily="2" charset="2"/>
              </a:rPr>
              <a:t>5)</a:t>
            </a:r>
            <a:endParaRPr lang="en-US" altLang="ko-KR" sz="1200" b="1">
              <a:solidFill>
                <a:srgbClr val="006600"/>
              </a:solidFill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E708F347-0768-3DF3-17EA-CEC3C1AEF0A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268060" y="4535124"/>
            <a:ext cx="347152" cy="268805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712DBD8-5DF3-655F-4E20-5D2383F97D4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9589" b="34583"/>
          <a:stretch/>
        </p:blipFill>
        <p:spPr>
          <a:xfrm>
            <a:off x="268060" y="6397391"/>
            <a:ext cx="347152" cy="268805"/>
          </a:xfrm>
          <a:prstGeom prst="rect">
            <a:avLst/>
          </a:prstGeom>
        </p:spPr>
      </p:pic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902EE527-C92C-8897-F5C2-5ACA422FAAA1}"/>
              </a:ext>
            </a:extLst>
          </p:cNvPr>
          <p:cNvCxnSpPr/>
          <p:nvPr/>
        </p:nvCxnSpPr>
        <p:spPr>
          <a:xfrm>
            <a:off x="433951" y="4858172"/>
            <a:ext cx="0" cy="152712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실행 단추: 뒤로 또는 앞으로 이동 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D7C2750F-DE22-8CB4-0968-857D6913DA7C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7EAAC2D-67FD-09E6-1EE9-441AF342F7B5}"/>
              </a:ext>
            </a:extLst>
          </p:cNvPr>
          <p:cNvSpPr txBox="1"/>
          <p:nvPr/>
        </p:nvSpPr>
        <p:spPr>
          <a:xfrm>
            <a:off x="30996" y="103777"/>
            <a:ext cx="311459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+mn-cs"/>
              </a:rPr>
              <a:t>Pending Reason Code 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LG스마트체2.0 Regular" panose="020B0600000101010101" pitchFamily="50" charset="-127"/>
              </a:rPr>
              <a:t>재정비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4A6F28B8-63E2-41DF-F20E-210EA77B8577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E914FB4-28CD-2504-68A0-4539F7E73432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3945038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778809E1-6FF4-1EE5-3616-8B378C6865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4D1041BF-9891-F6EA-B3B6-905D48A3BC08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1D70C13B-1F58-62E9-70A7-103A1358CE44}"/>
              </a:ext>
            </a:extLst>
          </p:cNvPr>
          <p:cNvSpPr txBox="1"/>
          <p:nvPr/>
        </p:nvSpPr>
        <p:spPr>
          <a:xfrm>
            <a:off x="67622" y="48141"/>
            <a:ext cx="382348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주요 법인 장기 미처리 개선 계획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(1/2)</a:t>
            </a:r>
            <a:endParaRPr kumimoji="0" lang="ko-KR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3759177-F515-F6E7-8F37-0D8CF6302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2124912"/>
              </p:ext>
            </p:extLst>
          </p:nvPr>
        </p:nvGraphicFramePr>
        <p:xfrm>
          <a:off x="387865" y="581023"/>
          <a:ext cx="11442185" cy="5917900"/>
        </p:xfrm>
        <a:graphic>
          <a:graphicData uri="http://schemas.openxmlformats.org/drawingml/2006/table">
            <a:tbl>
              <a:tblPr/>
              <a:tblGrid>
                <a:gridCol w="206623">
                  <a:extLst>
                    <a:ext uri="{9D8B030D-6E8A-4147-A177-3AD203B41FA5}">
                      <a16:colId xmlns:a16="http://schemas.microsoft.com/office/drawing/2014/main" val="2464653400"/>
                    </a:ext>
                  </a:extLst>
                </a:gridCol>
                <a:gridCol w="383339">
                  <a:extLst>
                    <a:ext uri="{9D8B030D-6E8A-4147-A177-3AD203B41FA5}">
                      <a16:colId xmlns:a16="http://schemas.microsoft.com/office/drawing/2014/main" val="1484203136"/>
                    </a:ext>
                  </a:extLst>
                </a:gridCol>
                <a:gridCol w="334403">
                  <a:extLst>
                    <a:ext uri="{9D8B030D-6E8A-4147-A177-3AD203B41FA5}">
                      <a16:colId xmlns:a16="http://schemas.microsoft.com/office/drawing/2014/main" val="2103264902"/>
                    </a:ext>
                  </a:extLst>
                </a:gridCol>
                <a:gridCol w="358871">
                  <a:extLst>
                    <a:ext uri="{9D8B030D-6E8A-4147-A177-3AD203B41FA5}">
                      <a16:colId xmlns:a16="http://schemas.microsoft.com/office/drawing/2014/main" val="35341266"/>
                    </a:ext>
                  </a:extLst>
                </a:gridCol>
                <a:gridCol w="334403">
                  <a:extLst>
                    <a:ext uri="{9D8B030D-6E8A-4147-A177-3AD203B41FA5}">
                      <a16:colId xmlns:a16="http://schemas.microsoft.com/office/drawing/2014/main" val="3655131208"/>
                    </a:ext>
                  </a:extLst>
                </a:gridCol>
                <a:gridCol w="358871">
                  <a:extLst>
                    <a:ext uri="{9D8B030D-6E8A-4147-A177-3AD203B41FA5}">
                      <a16:colId xmlns:a16="http://schemas.microsoft.com/office/drawing/2014/main" val="1246402019"/>
                    </a:ext>
                  </a:extLst>
                </a:gridCol>
                <a:gridCol w="334403">
                  <a:extLst>
                    <a:ext uri="{9D8B030D-6E8A-4147-A177-3AD203B41FA5}">
                      <a16:colId xmlns:a16="http://schemas.microsoft.com/office/drawing/2014/main" val="2034564278"/>
                    </a:ext>
                  </a:extLst>
                </a:gridCol>
                <a:gridCol w="358871">
                  <a:extLst>
                    <a:ext uri="{9D8B030D-6E8A-4147-A177-3AD203B41FA5}">
                      <a16:colId xmlns:a16="http://schemas.microsoft.com/office/drawing/2014/main" val="1647395148"/>
                    </a:ext>
                  </a:extLst>
                </a:gridCol>
                <a:gridCol w="334403">
                  <a:extLst>
                    <a:ext uri="{9D8B030D-6E8A-4147-A177-3AD203B41FA5}">
                      <a16:colId xmlns:a16="http://schemas.microsoft.com/office/drawing/2014/main" val="3295686806"/>
                    </a:ext>
                  </a:extLst>
                </a:gridCol>
                <a:gridCol w="334403">
                  <a:extLst>
                    <a:ext uri="{9D8B030D-6E8A-4147-A177-3AD203B41FA5}">
                      <a16:colId xmlns:a16="http://schemas.microsoft.com/office/drawing/2014/main" val="232580873"/>
                    </a:ext>
                  </a:extLst>
                </a:gridCol>
                <a:gridCol w="2791734">
                  <a:extLst>
                    <a:ext uri="{9D8B030D-6E8A-4147-A177-3AD203B41FA5}">
                      <a16:colId xmlns:a16="http://schemas.microsoft.com/office/drawing/2014/main" val="611138128"/>
                    </a:ext>
                  </a:extLst>
                </a:gridCol>
                <a:gridCol w="2638168">
                  <a:extLst>
                    <a:ext uri="{9D8B030D-6E8A-4147-A177-3AD203B41FA5}">
                      <a16:colId xmlns:a16="http://schemas.microsoft.com/office/drawing/2014/main" val="3334667602"/>
                    </a:ext>
                  </a:extLst>
                </a:gridCol>
                <a:gridCol w="1905343">
                  <a:extLst>
                    <a:ext uri="{9D8B030D-6E8A-4147-A177-3AD203B41FA5}">
                      <a16:colId xmlns:a16="http://schemas.microsoft.com/office/drawing/2014/main" val="496242256"/>
                    </a:ext>
                  </a:extLst>
                </a:gridCol>
                <a:gridCol w="768350">
                  <a:extLst>
                    <a:ext uri="{9D8B030D-6E8A-4147-A177-3AD203B41FA5}">
                      <a16:colId xmlns:a16="http://schemas.microsoft.com/office/drawing/2014/main" val="1107012930"/>
                    </a:ext>
                  </a:extLst>
                </a:gridCol>
              </a:tblGrid>
              <a:tr h="14751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법인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W17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W18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W19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Resaon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Improvement plan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Due date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Remark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5926724"/>
                  </a:ext>
                </a:extLst>
              </a:tr>
              <a:tr h="147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4394485"/>
                  </a:ext>
                </a:extLst>
              </a:tr>
              <a:tr h="7178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78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20.4%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126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27.1%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172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29.0%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208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31.4%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이슈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알제리 정부 수입 제한 정책에 따른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자재 수입중단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(`25.7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월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~)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으로 재고부족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대책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: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수입 쿼터 확보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ME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법인 통한 자재 수입으로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        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재고 확보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처리 계획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(5/5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일 기준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203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  - 5/10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일 입고 자재로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50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건 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(25%)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  - 5/18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일 입고 자재로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111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건처리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(55%)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수리완료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수리 취소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: 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 panose="020B0600000101010101" pitchFamily="50" charset="-127"/>
                        </a:rPr>
                        <a:t>(1%)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8108318"/>
                  </a:ext>
                </a:extLst>
              </a:tr>
              <a:tr h="13843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LGEIS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254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30.6%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103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13.6%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101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14.1%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100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10.8%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장기미처리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IH 30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(26%),MS 87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(74%)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IH 30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(26%,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장기미처리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캐파부족 수리지연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(47%, 14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부품공급지연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(36%, 11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수리기술력부족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(17%, 4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MS 87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부품공급지연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(99%, 89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(1%,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※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4/23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117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,14.3%)</a:t>
                      </a: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관리를 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ASC Comm.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강화 및 이슈 공유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격주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ASC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현장방문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Consensus  &amp;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개선독려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우수 엔지니어 활용 지역별 마에스트로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PJT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운영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 및 고객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Comm.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.  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및 비기능성부품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외관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불량은 고객 합의 후 수리</a:t>
                      </a: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지속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(4/E)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- 5/1 ~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지속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MS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제외 시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장기 미처리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4% 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0983640"/>
                  </a:ext>
                </a:extLst>
              </a:tr>
              <a:tr h="15176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LGETH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435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25.6%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187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10.1%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193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155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9.9%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남부지역 홍수 피해 대응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Capa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부족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(49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홍수 발생 전 월평균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190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→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월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709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4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월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292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처리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ASC/D(Non-LGC)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 및 지원 미흡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(88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 완료 후 데이터 입력 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지역 리더 관리 미흡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캄보디아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공급 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(25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국경 분쟁으로 통관 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AR O/D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Release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지연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Parts Back order issue (25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ID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모듈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6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등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세탁기 가스켓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TV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모듈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등 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REF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아이스메이커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,Comp 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 등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※ 5/4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일이상 건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▶Daily Monitoring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및 주말 근무 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- 4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월 방콕 지원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테크니션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명 추가 충원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주요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개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ASC Daily communication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및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Admin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교육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Daily Communication(LGC), Admin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교육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Planning)</a:t>
                      </a: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▶G-GEAR(ASD) Communication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강화 및 지원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긴급 건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Parcel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지원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AR Release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품의 진행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Customer Waiting Back order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긴급 대응 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사업부 긴급 대응 요청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장기건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주내 의사 결정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~ 22 May</a:t>
                      </a: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~ 30 May</a:t>
                      </a: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~ 22 May</a:t>
                      </a: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지속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　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2895400"/>
                  </a:ext>
                </a:extLst>
              </a:tr>
              <a:tr h="121119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LGEES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381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11.8%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200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8.8%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132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5.6%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93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3.6%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캐파부족 수리지연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(44%, 57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BO (41%, 32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외관부품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(32%,25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수리 기술력 부족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(10%, 18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FRFT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실패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부품주문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회이상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부품공급지연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(22%, 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OOW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수리취소 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(14%, 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)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고수리비용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Self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수리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연락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X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※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4/23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227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건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,9.3%)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관리를 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ASC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이슈 공유 및 개선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스페인을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개의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BIG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지역 구분 전담인원 지정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(3 FSR)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저조기사 대상 집중수리 교육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OOW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관리 강화 </a:t>
                      </a: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지속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(5/1~)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지속</a:t>
                      </a: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2.0 Regular"/>
                      </a:endParaRPr>
                    </a:p>
                  </a:txBody>
                  <a:tcPr marL="36000" marR="7613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4771080"/>
                  </a:ext>
                </a:extLst>
              </a:tr>
              <a:tr h="79193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LGEAP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125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113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7.1%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 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97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6.3%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 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58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3.9%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장기미처리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IH 51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건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(67%),MS 25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건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(33%)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■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MS 33% -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외관불량 및 이미지 리텐션이슈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  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.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 Smart_H2.0 R"/>
                        </a:rPr>
                        <a:t>부품공급이슈로 지연</a:t>
                      </a:r>
                      <a:endParaRPr lang="en-US" altLang="ko-KR" sz="900"/>
                    </a:p>
                    <a:p>
                      <a:pPr lvl="0" algn="l">
                        <a:buNone/>
                      </a:pP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 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※ 5/4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 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2.0 Regular"/>
                        </a:rPr>
                        <a:t>일이상 건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noProof="0">
                        <a:solidFill>
                          <a:srgbClr val="000000"/>
                        </a:solidFill>
                        <a:effectLst/>
                        <a:latin typeface="LG Smart_H2.0 R"/>
                        <a:ea typeface="LG Smart_H2.0 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▶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Daily Discipline : Repoort to Manger on all 30+ pendg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▶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CIC WIP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관리 강화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-&gt;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빠른 의사결정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▶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FSR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주도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CIC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트레이닝</a:t>
                      </a:r>
                      <a:b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</a:b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  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- CIC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주도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Daily WIP update, ASC 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컨택</a:t>
                      </a:r>
                      <a:r>
                        <a:rPr 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 등</a:t>
                      </a:r>
                      <a:r>
                        <a:rPr lang="en-US" altLang="ko-KR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\</a:t>
                      </a:r>
                      <a:endParaRPr lang="en-US" altLang="ko-KR" sz="900"/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-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지속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(5/1~)</a:t>
                      </a:r>
                      <a:b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- 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2.0 R"/>
                          <a:ea typeface="LG Smart_H2.0 R"/>
                        </a:rPr>
                        <a:t>완료</a:t>
                      </a:r>
                      <a:r>
                        <a:rPr lang="en-US" sz="9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( 5/4 ~ 8)</a:t>
                      </a:r>
                      <a:endParaRPr lang="en-US" sz="900"/>
                    </a:p>
                    <a:p>
                      <a:pPr lvl="0" algn="l">
                        <a:buNone/>
                      </a:pP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　</a:t>
                      </a:r>
                    </a:p>
                  </a:txBody>
                  <a:tcPr marL="36000" marR="9525" marT="3600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862352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BC7096B-D7E0-64A7-F26B-B75B9BB994C4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1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7325644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85AFF3D-7689-0AAA-E159-C0FD052A3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9EDF5701-180B-CA07-3BD5-CEB8E1BC0393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ECEF5371-615E-D446-0140-0367B4A213A6}"/>
              </a:ext>
            </a:extLst>
          </p:cNvPr>
          <p:cNvSpPr txBox="1"/>
          <p:nvPr/>
        </p:nvSpPr>
        <p:spPr>
          <a:xfrm>
            <a:off x="67622" y="48141"/>
            <a:ext cx="382348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주요 법인 장기 미처리 개선 계획</a:t>
            </a:r>
            <a:r>
              <a:rPr kumimoji="0" lang="en-US" altLang="ko-KR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(2/2)</a:t>
            </a:r>
            <a:endParaRPr kumimoji="0" lang="ko-KR" altLang="en-US" sz="20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4775350B-49E4-8596-A9EF-D46FFC5CB6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1120959"/>
              </p:ext>
            </p:extLst>
          </p:nvPr>
        </p:nvGraphicFramePr>
        <p:xfrm>
          <a:off x="171858" y="621756"/>
          <a:ext cx="11848284" cy="5651055"/>
        </p:xfrm>
        <a:graphic>
          <a:graphicData uri="http://schemas.openxmlformats.org/drawingml/2006/table">
            <a:tbl>
              <a:tblPr/>
              <a:tblGrid>
                <a:gridCol w="189451">
                  <a:extLst>
                    <a:ext uri="{9D8B030D-6E8A-4147-A177-3AD203B41FA5}">
                      <a16:colId xmlns:a16="http://schemas.microsoft.com/office/drawing/2014/main" val="2464653400"/>
                    </a:ext>
                  </a:extLst>
                </a:gridCol>
                <a:gridCol w="400511">
                  <a:extLst>
                    <a:ext uri="{9D8B030D-6E8A-4147-A177-3AD203B41FA5}">
                      <a16:colId xmlns:a16="http://schemas.microsoft.com/office/drawing/2014/main" val="1484203136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2103264902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35341266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3655131208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1246402019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2034564278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1647395148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3295686806"/>
                    </a:ext>
                  </a:extLst>
                </a:gridCol>
                <a:gridCol w="343579">
                  <a:extLst>
                    <a:ext uri="{9D8B030D-6E8A-4147-A177-3AD203B41FA5}">
                      <a16:colId xmlns:a16="http://schemas.microsoft.com/office/drawing/2014/main" val="232580873"/>
                    </a:ext>
                  </a:extLst>
                </a:gridCol>
                <a:gridCol w="3049098">
                  <a:extLst>
                    <a:ext uri="{9D8B030D-6E8A-4147-A177-3AD203B41FA5}">
                      <a16:colId xmlns:a16="http://schemas.microsoft.com/office/drawing/2014/main" val="611138128"/>
                    </a:ext>
                  </a:extLst>
                </a:gridCol>
                <a:gridCol w="2853560">
                  <a:extLst>
                    <a:ext uri="{9D8B030D-6E8A-4147-A177-3AD203B41FA5}">
                      <a16:colId xmlns:a16="http://schemas.microsoft.com/office/drawing/2014/main" val="3334667602"/>
                    </a:ext>
                  </a:extLst>
                </a:gridCol>
                <a:gridCol w="1620845">
                  <a:extLst>
                    <a:ext uri="{9D8B030D-6E8A-4147-A177-3AD203B41FA5}">
                      <a16:colId xmlns:a16="http://schemas.microsoft.com/office/drawing/2014/main" val="496242256"/>
                    </a:ext>
                  </a:extLst>
                </a:gridCol>
                <a:gridCol w="986187">
                  <a:extLst>
                    <a:ext uri="{9D8B030D-6E8A-4147-A177-3AD203B41FA5}">
                      <a16:colId xmlns:a16="http://schemas.microsoft.com/office/drawing/2014/main" val="1107012930"/>
                    </a:ext>
                  </a:extLst>
                </a:gridCol>
              </a:tblGrid>
              <a:tr h="23921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No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법인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W17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W18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W19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Resaon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Improvement plan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Due date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Remark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5926724"/>
                  </a:ext>
                </a:extLst>
              </a:tr>
              <a:tr h="2392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Q'ty</a:t>
                      </a:r>
                      <a:endParaRPr lang="fr-FR" sz="900" b="1" i="0" u="none" strike="noStrike" baseline="0" err="1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Weight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4394485"/>
                  </a:ext>
                </a:extLst>
              </a:tr>
              <a:tr h="7140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LGESA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8.6%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4.1%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2.8%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부품공급 지연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(7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,64%)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Customer Reschedule / Not reachable (2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,18%)</a:t>
                      </a:r>
                    </a:p>
                    <a:p>
                      <a:pPr algn="l" fontAlgn="ctr"/>
                      <a:endParaRPr 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Repair skill issue(2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,18%)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※ 5/8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기준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fr-F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 parts ETA next week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Customer Reschedule / Not reachable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- contact again otherwise cancel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remote service by trainer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~ 15 May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~ 09 May</a:t>
                      </a:r>
                      <a:b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~ 09 May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4407958"/>
                  </a:ext>
                </a:extLst>
              </a:tr>
              <a:tr h="662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LGETK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11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2.6%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4.7%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18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3.8%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MS 9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47%)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외관불량 및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Display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이미지 리텐션 이슈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OOW 10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(53%)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- BO 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중동 전쟁 영향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※ 5/7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19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관리 강화 및 고객 소통으로 수리 진행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▶부품도착 시점 단계별 수리 진행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설득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방어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~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지속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지속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　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207174"/>
                  </a:ext>
                </a:extLst>
              </a:tr>
              <a:tr h="11798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LGEAI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1,102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8.0%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380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3.4%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362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3.4%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370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수리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부품주문 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(45%, 158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  <a:p>
                      <a:pPr algn="l" fontAlgn="ctr"/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멀티수리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난수리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(20%, 70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고객요인 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(15%,64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부품공급지연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(12%, 41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ASC/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(8%, 30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※ 5/6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353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1. ASC/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캐파관리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스케줄링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리라우팅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센터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2.  ASM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활용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코칭으로 고객응대 개선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기사 기술 교육 및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TCC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활용 기술지원 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고객 커뮤니케이션 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→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및 비기능성부품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외관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불량은 고객 합의 후 수리</a:t>
                      </a: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월말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월말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지속 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지속</a:t>
                      </a: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및 비기능성 불량만 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장기펜딩으로 관리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(1.25%↓)</a:t>
                      </a:r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943507"/>
                  </a:ext>
                </a:extLst>
              </a:tr>
              <a:tr h="126239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LGECI</a:t>
                      </a:r>
                    </a:p>
                  </a:txBody>
                  <a:tcPr marL="7613" marR="7613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208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7.9%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59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3.2%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64 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56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3.0%</a:t>
                      </a:r>
                    </a:p>
                  </a:txBody>
                  <a:tcPr marL="7613" marR="36000" marT="76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부품공급지연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(73%, 57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- BO (41%, 32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외관부품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(32%,25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고객요인 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(23%, 18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- Reschedule/avaibility (13%,10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미응답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부재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(10%, 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수리완료 후 입력지연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(10%, 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수리 기술력 부족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(9%, 8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※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5/4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(30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일이상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78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endParaRPr lang="ko-KR" alt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부품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Fill-rate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향상 및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대응기준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제공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CIC&amp;CM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팀을 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Pending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현황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 Daily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공유 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행동가이드 및 지침 공유 및 모니터링 강화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Daily WIP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관리를 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 Data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입력률 향상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저조기사 대상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One Point Lesson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실시</a:t>
                      </a: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~ 5/6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외관불량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대상 제외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외관불량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(BO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지연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제외 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,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장기미처리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1.4%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임</a:t>
                      </a:r>
                    </a:p>
                  </a:txBody>
                  <a:tcPr marL="36000" marR="7613" marT="914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6166128"/>
                  </a:ext>
                </a:extLst>
              </a:tr>
              <a:tr h="1321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LGEPR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46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9.0%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25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3.5%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0.8%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2 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0.4%</a:t>
                      </a:r>
                    </a:p>
                  </a:txBody>
                  <a:tcPr marL="9525" marR="36000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Operation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   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교환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환불 진행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모델선정 지연 외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: 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4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 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신규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엔지니어 업무 프로세스 습득 미흡으로 인한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업체명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: Climateca)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수리완료 입력지연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실제 고객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Care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및 수리는 완료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: 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8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 </a:t>
                      </a:r>
                      <a:b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■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Parts＇ Issue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   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전략도시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리마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엘리뇨 현상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이상기후로 전년비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도↑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으로 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  Compressor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사용 증가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: </a:t>
                      </a:r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10</a:t>
                      </a:r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건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※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컴프 사용량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35%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증가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: `25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1~4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1,132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개 →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1~4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1,528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개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Operation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 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고객 모델 선정 지원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(Tech Support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파트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)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신규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ASC/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엔지니어 대상 건별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Review/Close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및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Process/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 GSFS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재교육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Issue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    -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컴프레서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Back Order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물량 공급 및 미처리 정리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    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- `27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년도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분기 물동 선반영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Operation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  - 4/20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고객 지원 및 교육 완료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2.0 Regular" panose="020B0600000101010101" pitchFamily="50" charset="-127"/>
                      </a:endParaRPr>
                    </a:p>
                    <a:p>
                      <a:pPr algn="l" fontAlgn="ctr"/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▶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Parts Issue</a:t>
                      </a:r>
                      <a:b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   - 4/27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주차 부품 공급 완료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월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주 기준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30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일 이상 장기미처리율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1%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2.0 Regular" panose="020B0600000101010101" pitchFamily="50" charset="-127"/>
                        </a:rPr>
                        <a:t>미만 예상</a:t>
                      </a:r>
                    </a:p>
                  </a:txBody>
                  <a:tcPr marL="36000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5007881"/>
                  </a:ext>
                </a:extLst>
              </a:tr>
            </a:tbl>
          </a:graphicData>
        </a:graphic>
      </p:graphicFrame>
      <p:sp>
        <p:nvSpPr>
          <p:cNvPr id="8" name="실행 단추: 뒤로 또는 앞으로 이동 7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2F8753CE-A9FE-8C24-A3F3-CD2D53697AC7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9BD8C44-0979-2064-A750-F88FF72BD439}"/>
              </a:ext>
            </a:extLst>
          </p:cNvPr>
          <p:cNvSpPr txBox="1"/>
          <p:nvPr/>
        </p:nvSpPr>
        <p:spPr>
          <a:xfrm>
            <a:off x="5913066" y="6608614"/>
            <a:ext cx="36740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>
                <a:latin typeface="Arial Narrow" panose="020B0606020202030204" pitchFamily="34" charset="0"/>
                <a:ea typeface="LG스마트체 Regular" panose="020B0600000101010101" pitchFamily="50" charset="-127"/>
              </a:rPr>
              <a:t>2 / 2</a:t>
            </a:r>
            <a:endParaRPr lang="ko-KR" altLang="en-US" sz="9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913401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79F03533-E20B-55AB-7078-B6F54069B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C0DC6D4C-E181-F9CE-5DAB-EDEABCCF7ADF}"/>
              </a:ext>
            </a:extLst>
          </p:cNvPr>
          <p:cNvCxnSpPr/>
          <p:nvPr/>
        </p:nvCxnSpPr>
        <p:spPr>
          <a:xfrm>
            <a:off x="0" y="448251"/>
            <a:ext cx="12192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00EAD466-0464-166E-AE31-1E319D392C15}"/>
              </a:ext>
            </a:extLst>
          </p:cNvPr>
          <p:cNvSpPr txBox="1"/>
          <p:nvPr/>
        </p:nvSpPr>
        <p:spPr>
          <a:xfrm>
            <a:off x="5855776" y="6611779"/>
            <a:ext cx="4804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latin typeface="Arial Narrow" panose="020B0606020202030204" pitchFamily="34" charset="0"/>
                <a:ea typeface="LG스마트체2.0 Regular" panose="020B0600000101010101" pitchFamily="50" charset="-127"/>
              </a:rPr>
              <a:t>2/2</a:t>
            </a:r>
            <a:endParaRPr lang="ko-KR" altLang="en-US" sz="1000">
              <a:latin typeface="Arial Narrow" panose="020B0606020202030204" pitchFamily="34" charset="0"/>
              <a:ea typeface="LG스마트체2.0 Regular" panose="020B0600000101010101" pitchFamily="50" charset="-127"/>
            </a:endParaRPr>
          </a:p>
        </p:txBody>
      </p:sp>
      <p:sp>
        <p:nvSpPr>
          <p:cNvPr id="11" name="실행 단추: 뒤로 또는 앞으로 이동 10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0D99BF56-77B0-7739-FF86-FCB9426DB113}"/>
              </a:ext>
            </a:extLst>
          </p:cNvPr>
          <p:cNvSpPr/>
          <p:nvPr/>
        </p:nvSpPr>
        <p:spPr>
          <a:xfrm>
            <a:off x="11778801" y="86760"/>
            <a:ext cx="238766" cy="238766"/>
          </a:xfrm>
          <a:prstGeom prst="actionButtonBackPrevious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 Box 3">
            <a:extLst>
              <a:ext uri="{FF2B5EF4-FFF2-40B4-BE49-F238E27FC236}">
                <a16:creationId xmlns:a16="http://schemas.microsoft.com/office/drawing/2014/main" id="{CFA75BB4-8ADC-A43A-65C4-099BE25F9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17" y="47189"/>
            <a:ext cx="5261704" cy="4255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17796" tIns="58898" rIns="117796" bIns="58898">
            <a:spAutoFit/>
          </a:bodyPr>
          <a:lstStyle>
            <a:lvl1pPr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7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defTabSz="914423">
              <a:lnSpc>
                <a:spcPct val="120000"/>
              </a:lnSpc>
              <a:defRPr/>
            </a:pPr>
            <a:r>
              <a:rPr lang="ko-KR" altLang="en-US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유첨</a:t>
            </a:r>
            <a:r>
              <a:rPr lang="en-US" altLang="ko-KR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 2026 2Q</a:t>
            </a:r>
            <a:r>
              <a:rPr lang="ko-KR" altLang="en-US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Global</a:t>
            </a:r>
            <a:r>
              <a:rPr lang="ko-KR" altLang="en-US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CC&amp;S Network Conference</a:t>
            </a:r>
            <a:r>
              <a:rPr lang="ko-KR" altLang="en-US" sz="1801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피드백</a:t>
            </a:r>
            <a:endParaRPr lang="ko-KR" altLang="en-US" sz="1801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5D3F9F4-4F5E-82F7-41EA-B70E1456BA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5911778"/>
              </p:ext>
            </p:extLst>
          </p:nvPr>
        </p:nvGraphicFramePr>
        <p:xfrm>
          <a:off x="167899" y="764591"/>
          <a:ext cx="11856202" cy="28878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7906">
                  <a:extLst>
                    <a:ext uri="{9D8B030D-6E8A-4147-A177-3AD203B41FA5}">
                      <a16:colId xmlns:a16="http://schemas.microsoft.com/office/drawing/2014/main" val="3516060826"/>
                    </a:ext>
                  </a:extLst>
                </a:gridCol>
                <a:gridCol w="349623">
                  <a:extLst>
                    <a:ext uri="{9D8B030D-6E8A-4147-A177-3AD203B41FA5}">
                      <a16:colId xmlns:a16="http://schemas.microsoft.com/office/drawing/2014/main" val="72080203"/>
                    </a:ext>
                  </a:extLst>
                </a:gridCol>
                <a:gridCol w="6822141">
                  <a:extLst>
                    <a:ext uri="{9D8B030D-6E8A-4147-A177-3AD203B41FA5}">
                      <a16:colId xmlns:a16="http://schemas.microsoft.com/office/drawing/2014/main" val="208709333"/>
                    </a:ext>
                  </a:extLst>
                </a:gridCol>
                <a:gridCol w="1937699">
                  <a:extLst>
                    <a:ext uri="{9D8B030D-6E8A-4147-A177-3AD203B41FA5}">
                      <a16:colId xmlns:a16="http://schemas.microsoft.com/office/drawing/2014/main" val="816674966"/>
                    </a:ext>
                  </a:extLst>
                </a:gridCol>
                <a:gridCol w="1424066">
                  <a:extLst>
                    <a:ext uri="{9D8B030D-6E8A-4147-A177-3AD203B41FA5}">
                      <a16:colId xmlns:a16="http://schemas.microsoft.com/office/drawing/2014/main" val="1326228014"/>
                    </a:ext>
                  </a:extLst>
                </a:gridCol>
                <a:gridCol w="652072">
                  <a:extLst>
                    <a:ext uri="{9D8B030D-6E8A-4147-A177-3AD203B41FA5}">
                      <a16:colId xmlns:a16="http://schemas.microsoft.com/office/drawing/2014/main" val="4157998364"/>
                    </a:ext>
                  </a:extLst>
                </a:gridCol>
                <a:gridCol w="392695">
                  <a:extLst>
                    <a:ext uri="{9D8B030D-6E8A-4147-A177-3AD203B41FA5}">
                      <a16:colId xmlns:a16="http://schemas.microsoft.com/office/drawing/2014/main" val="700522090"/>
                    </a:ext>
                  </a:extLst>
                </a:gridCol>
              </a:tblGrid>
              <a:tr h="39716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No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Type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KR Translation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Action Item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F/U Dept.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PIC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Target </a:t>
                      </a:r>
                    </a:p>
                    <a:p>
                      <a:pPr algn="ctr" fontAlgn="ctr">
                        <a:buNone/>
                      </a:pPr>
                      <a:r>
                        <a:rPr lang="en-US" sz="1050" b="1" u="none" strike="noStrike">
                          <a:effectLst/>
                          <a:latin typeface="Arial Narrow" panose="020B0606020202030204" pitchFamily="34" charset="0"/>
                        </a:rPr>
                        <a:t>date</a:t>
                      </a:r>
                      <a:endParaRPr lang="en-US" sz="105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8043"/>
                  </a:ext>
                </a:extLst>
              </a:tr>
              <a:tr h="1016219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매우 중요합니다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저는 데이터 분석에 본사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HQ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참여하는 것이 개선의 핵심이라고 생각합니다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하지만 개선의 근본은 설문조사에서 올바른 질문을 던지고 있는지 확인하는 것입니다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CIC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고객센터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역할은 엔지니어가 배정되기 전에 문제를 진단하고 해결하는 것임을 명심해야 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이는 대부분의 경우 문제 진단 후 결국 수리 예약으로 이어지기 때문에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 입장에서는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CIC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엔지니어 파견을 꺼렸다고 느껴 콜센터에 대해 불편한 인식을 가질 가능성이 높다는 것을 의미합니다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피드백을 제공할 때 이러한 사항들을 반드시 고려해야 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우리가 원하는 정확한 응답을 이끌어낼 수 있도록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핵심 질문에 대해서는 드롭다운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선택형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옵션 방식으로 설문조사를 구성하는 것이 좋은 방법이라고 생각합니다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10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설문지 개선 내용 법인안내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r>
                        <a:rPr lang="en-US" altLang="ko-KR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프로세스개선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900" u="none" strike="noStrike">
                          <a:effectLst/>
                        </a:rPr>
                        <a:t>~7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419621"/>
                  </a:ext>
                </a:extLst>
              </a:tr>
              <a:tr h="57823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본사에서 한 법인이 좋은 사례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AI Tool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활용한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 등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공유하면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그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BP(Best Practice)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포인트를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 Mart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바로 적용해 주실 수 있나요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법인에서 직접 적용하려면 많은 시간과 실패를 경험해야 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본사에서 </a:t>
                      </a:r>
                      <a:r>
                        <a:rPr lang="en-US" altLang="ko-KR" sz="10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BP Tool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개발해서 다른 법인들이 바로 사용할 수 있게 해 주시면 큰 도움이 될 것 같습니다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 </a:t>
                      </a:r>
                      <a:endParaRPr lang="en-US" altLang="ko-KR" sz="10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CSDM NPS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분석 리포트 개선 내용 법인 안내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r>
                        <a:rPr lang="en-US" altLang="ko-KR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프로세스개선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황기연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책임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900" u="none" strike="noStrike">
                          <a:effectLst/>
                        </a:rPr>
                        <a:t>~6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4050509"/>
                  </a:ext>
                </a:extLst>
              </a:tr>
              <a:tr h="38678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현재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큰 과제입니다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고객들이 설문조사에 응하는 것을 원치 않거나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좋은 서비스를 받는 것을 당연한 일로 여기기 때문입니다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게다가 </a:t>
                      </a:r>
                      <a:r>
                        <a:rPr lang="en-US" altLang="ko-KR" sz="10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설문조사는 너무 깁니다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!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이에 대해 좋은 아이디어가 </a:t>
                      </a:r>
                      <a:r>
                        <a:rPr lang="ko-KR" altLang="en-US" sz="1000" b="1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있으신가요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  <a:endParaRPr lang="en-US" altLang="ko-KR" sz="1000" b="1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 개선내용 법인 안내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r>
                        <a:rPr lang="en-US" altLang="ko-KR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프로세스개선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900" u="none" strike="noStrike">
                          <a:effectLst/>
                        </a:rPr>
                        <a:t>~7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4180712"/>
                  </a:ext>
                </a:extLst>
              </a:tr>
              <a:tr h="509479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en-US" altLang="ko-KR" sz="10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설문은 </a:t>
                      </a:r>
                      <a:r>
                        <a:rPr lang="en-US" altLang="ko-KR" sz="1000" b="1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SMS</a:t>
                      </a:r>
                      <a:r>
                        <a:rPr lang="ko-KR" altLang="en-US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아닌 이메일로 발송하는 것이 좋겠습니다</a:t>
                      </a:r>
                      <a:r>
                        <a:rPr lang="en-US" altLang="ko-KR" sz="1000" b="1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b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LG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더 많은 고객 응답을 원한다면 이메일이 가장 좋은 방법입니다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en-US" altLang="ko-KR" sz="10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SMS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너무 구식이고 </a:t>
                      </a:r>
                      <a:r>
                        <a:rPr lang="ko-KR" altLang="en-US" sz="1000" u="none" strike="noStrike" err="1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프로페셔널하지</a:t>
                      </a:r>
                      <a:r>
                        <a:rPr lang="ko-KR" altLang="en-US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못합니다</a:t>
                      </a:r>
                      <a:r>
                        <a:rPr lang="en-US" altLang="ko-KR" sz="10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en-US" altLang="ko-KR" sz="10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0488" indent="0" algn="l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법인별 </a:t>
                      </a: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NPS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설문 로컬메신저 적용계획 안내 및 이메일 전송 검토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네트워크운영팀</a:t>
                      </a:r>
                      <a:r>
                        <a:rPr lang="en-US" altLang="ko-KR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프로세스개선</a:t>
                      </a:r>
                      <a:endParaRPr lang="ko-KR" altLang="en-US" sz="900" b="0" i="0" u="none" strike="noStrike"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900" u="none" strike="noStrike"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김보경 선임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900" u="none" strike="noStrike">
                          <a:effectLst/>
                        </a:rPr>
                        <a:t>~6</a:t>
                      </a:r>
                      <a:r>
                        <a:rPr lang="ko-KR" altLang="en-US" sz="900" u="none" strike="noStrike">
                          <a:effectLst/>
                        </a:rPr>
                        <a:t>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470" marR="2470" marT="247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3523795"/>
                  </a:ext>
                </a:extLst>
              </a:tr>
            </a:tbl>
          </a:graphicData>
        </a:graphic>
      </p:graphicFrame>
      <p:sp>
        <p:nvSpPr>
          <p:cNvPr id="2" name="Rounded Rectangle 11">
            <a:extLst>
              <a:ext uri="{FF2B5EF4-FFF2-40B4-BE49-F238E27FC236}">
                <a16:creationId xmlns:a16="http://schemas.microsoft.com/office/drawing/2014/main" id="{73E8D3C3-6720-6059-74E0-5834868B1386}"/>
              </a:ext>
            </a:extLst>
          </p:cNvPr>
          <p:cNvSpPr/>
          <p:nvPr/>
        </p:nvSpPr>
        <p:spPr>
          <a:xfrm>
            <a:off x="608839" y="4139324"/>
            <a:ext cx="592625" cy="1843166"/>
          </a:xfrm>
          <a:prstGeom prst="roundRect">
            <a:avLst>
              <a:gd name="adj" fmla="val 0"/>
            </a:avLst>
          </a:prstGeom>
          <a:solidFill>
            <a:srgbClr val="92D050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긍정</a:t>
            </a:r>
          </a:p>
        </p:txBody>
      </p:sp>
      <p:sp>
        <p:nvSpPr>
          <p:cNvPr id="3" name="Rounded Rectangle 11">
            <a:extLst>
              <a:ext uri="{FF2B5EF4-FFF2-40B4-BE49-F238E27FC236}">
                <a16:creationId xmlns:a16="http://schemas.microsoft.com/office/drawing/2014/main" id="{24629A56-09AD-D52F-B01A-04215770D561}"/>
              </a:ext>
            </a:extLst>
          </p:cNvPr>
          <p:cNvSpPr/>
          <p:nvPr/>
        </p:nvSpPr>
        <p:spPr>
          <a:xfrm>
            <a:off x="6279367" y="4107470"/>
            <a:ext cx="592625" cy="1847471"/>
          </a:xfrm>
          <a:prstGeom prst="roundRect">
            <a:avLst>
              <a:gd name="adj" fmla="val 3564"/>
            </a:avLst>
          </a:prstGeom>
          <a:solidFill>
            <a:schemeClr val="accent2">
              <a:lumMod val="40000"/>
              <a:lumOff val="60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1038734" rtl="0" eaLnBrk="1" fontAlgn="base" latinLnBrk="0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부정</a:t>
            </a:r>
          </a:p>
        </p:txBody>
      </p:sp>
      <p:sp>
        <p:nvSpPr>
          <p:cNvPr id="4" name="모서리가 둥근 직사각형 42">
            <a:extLst>
              <a:ext uri="{FF2B5EF4-FFF2-40B4-BE49-F238E27FC236}">
                <a16:creationId xmlns:a16="http://schemas.microsoft.com/office/drawing/2014/main" id="{641511C8-AB1A-603A-09D8-A9668ABE032B}"/>
              </a:ext>
            </a:extLst>
          </p:cNvPr>
          <p:cNvSpPr/>
          <p:nvPr/>
        </p:nvSpPr>
        <p:spPr>
          <a:xfrm>
            <a:off x="1411810" y="4145402"/>
            <a:ext cx="4302691" cy="1843167"/>
          </a:xfrm>
          <a:prstGeom prst="roundRect">
            <a:avLst>
              <a:gd name="adj" fmla="val 9576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defTabSz="914423" fontAlgn="t">
              <a:buFont typeface="Wingdings" panose="05000000000000000000" pitchFamily="2" charset="2"/>
              <a:buChar char="§"/>
              <a:tabLst>
                <a:tab pos="0" algn="l"/>
              </a:tabLst>
              <a:defRPr/>
            </a:pPr>
            <a:r>
              <a:rPr lang="ko-KR" altLang="en-US" sz="1001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T-T-NPS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프로세스와 </a:t>
            </a: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포털에서 </a:t>
            </a:r>
            <a:r>
              <a:rPr lang="ko-KR" altLang="en-US" sz="1000" b="1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비전략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도시 및 전략 </a:t>
            </a:r>
            <a:r>
              <a:rPr lang="ko-KR" altLang="en-US" sz="1000" b="1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도시을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구분하여 </a:t>
            </a:r>
            <a:b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검토하는 내용이 매우 유익했습니다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글로벌 팀과 상호작용하고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다양한 관점을 공유하며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공통 목표를 맞춰가는 좋은 기회였습니다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전체적으로 세션과 커뮤니케이션이 명확했습니다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 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NPS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관련한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 Data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분석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Tool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담당자 포함해서 너무 만족합니다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업무 효율도 많이 향상 되고 개선점 도출에 많은 도움이 될 것 같습니다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전체적으로 매우 만족하며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특히 </a:t>
            </a: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CSDM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업데이트가 가장 인상적이었습니다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 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일정이 다소 어렵기는 하지만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제공된 강의의 높은 퀄리티 때문에 충분히 그 노력은 가치가 있다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고 생각합니다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 </a:t>
            </a:r>
            <a:endParaRPr lang="en-US" altLang="ko-KR" sz="1000" b="1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제공된 강의가 매우 명확해서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현재 내용에 대해 질문이나 우려사항은 없습니다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 b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CSDM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더 많은 주제와 활용 방안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공유해 주세요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defTabSz="914423" fontAlgn="t">
              <a:buFont typeface="Wingdings" panose="05000000000000000000" pitchFamily="2" charset="2"/>
              <a:buChar char="§"/>
              <a:defRPr/>
            </a:pPr>
            <a:endParaRPr lang="en-US" altLang="ko-KR" sz="1001" b="1" u="sng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5" name="모서리가 둥근 직사각형 42">
            <a:extLst>
              <a:ext uri="{FF2B5EF4-FFF2-40B4-BE49-F238E27FC236}">
                <a16:creationId xmlns:a16="http://schemas.microsoft.com/office/drawing/2014/main" id="{5B2499DC-4E84-6F9E-2E39-DD20230DD4F7}"/>
              </a:ext>
            </a:extLst>
          </p:cNvPr>
          <p:cNvSpPr/>
          <p:nvPr/>
        </p:nvSpPr>
        <p:spPr>
          <a:xfrm>
            <a:off x="7082338" y="4139324"/>
            <a:ext cx="4288699" cy="1843166"/>
          </a:xfrm>
          <a:prstGeom prst="roundRect">
            <a:avLst>
              <a:gd name="adj" fmla="val 9576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t" anchorCtr="0"/>
          <a:lstStyle/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너무 세부적인 사항에 얽매이기보다는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좀 더 상위 수준의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관점에서 다루어져야 합니다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세션 종료 후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5~10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 정도의 시간을 여유롭게 두는 것이 좋을 것 같습니다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r>
              <a:rPr lang="en-US" altLang="ko-KR" sz="10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QA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시간 늘려주세요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90488" indent="-90488" defTabSz="914423" fontAlgn="t">
              <a:buFont typeface="Wingdings" panose="05000000000000000000" pitchFamily="2" charset="2"/>
              <a:buChar char="§"/>
              <a:defRPr/>
            </a:pPr>
            <a:endParaRPr lang="en-US" altLang="ko-KR" sz="1001" b="1" u="sng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5246209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GZFPrXTuUywnnqOLQSwh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GZFPrXTuUywnnqOLQSwhg"/>
</p:tagLst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>
          <a:tailEnd type="triangle"/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77E3DFB345DAC74393F3F09E88971F90" ma:contentTypeVersion="8" ma:contentTypeDescription="새 문서를 만듭니다." ma:contentTypeScope="" ma:versionID="6dcad41030c3c2adeeabe921853985f8">
  <xsd:schema xmlns:xsd="http://www.w3.org/2001/XMLSchema" xmlns:xs="http://www.w3.org/2001/XMLSchema" xmlns:p="http://schemas.microsoft.com/office/2006/metadata/properties" xmlns:ns2="9caeb2e5-d126-42e2-8717-18fe2ea65dc5" targetNamespace="http://schemas.microsoft.com/office/2006/metadata/properties" ma:root="true" ma:fieldsID="006215c39986b941ae788db531069327" ns2:_="">
    <xsd:import namespace="9caeb2e5-d126-42e2-8717-18fe2ea65dc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caeb2e5-d126-42e2-8717-18fe2ea65dc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3B5B53C-A71E-4C04-A8BE-60821F4CF39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82C55C77-0EAE-4F36-8308-A6F6133DA121}">
  <ds:schemaRefs>
    <ds:schemaRef ds:uri="9caeb2e5-d126-42e2-8717-18fe2ea65dc5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85136991-122D-4E01-A799-2887CC4E3460}">
  <ds:schemaRefs>
    <ds:schemaRef ds:uri="9caeb2e5-d126-42e2-8717-18fe2ea65dc5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Application>Microsoft Office PowerPoint</Application>
  <PresentationFormat>Widescreen</PresentationFormat>
  <Slides>67</Slides>
  <Notes>16</Notes>
  <HiddenSlides>62</HiddenSlide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67</vt:i4>
      </vt:variant>
    </vt:vector>
  </HeadingPairs>
  <TitlesOfParts>
    <vt:vector size="69" baseType="lpstr">
      <vt:lpstr>Office 테마</vt:lpstr>
      <vt:lpstr>1_Office 테마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이재익/책임/해외CC&amp;S네트워크운영팀</dc:creator>
  <cp:revision>1</cp:revision>
  <cp:lastPrinted>2026-05-12T01:31:36Z</cp:lastPrinted>
  <dcterms:created xsi:type="dcterms:W3CDTF">2026-05-08T06:50:05Z</dcterms:created>
  <dcterms:modified xsi:type="dcterms:W3CDTF">2026-05-12T07:09:55Z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c6ed9fc-fefc-4a0c-a6d6-10cf236c0d4f_Enabled">
    <vt:lpwstr>true</vt:lpwstr>
  </property>
  <property fmtid="{D5CDD505-2E9C-101B-9397-08002B2CF9AE}" pid="3" name="MSIP_Label_cc6ed9fc-fefc-4a0c-a6d6-10cf236c0d4f_SetDate">
    <vt:lpwstr>2026-05-08T06:50:05Z</vt:lpwstr>
  </property>
  <property fmtid="{D5CDD505-2E9C-101B-9397-08002B2CF9AE}" pid="4" name="MSIP_Label_cc6ed9fc-fefc-4a0c-a6d6-10cf236c0d4f_Method">
    <vt:lpwstr>Standard</vt:lpwstr>
  </property>
  <property fmtid="{D5CDD505-2E9C-101B-9397-08002B2CF9AE}" pid="5" name="MSIP_Label_cc6ed9fc-fefc-4a0c-a6d6-10cf236c0d4f_Name">
    <vt:lpwstr>Internal use only</vt:lpwstr>
  </property>
  <property fmtid="{D5CDD505-2E9C-101B-9397-08002B2CF9AE}" pid="6" name="MSIP_Label_cc6ed9fc-fefc-4a0c-a6d6-10cf236c0d4f_SiteId">
    <vt:lpwstr>5069cde4-642a-45c0-8094-d0c2dec10be3</vt:lpwstr>
  </property>
  <property fmtid="{D5CDD505-2E9C-101B-9397-08002B2CF9AE}" pid="7" name="MSIP_Label_cc6ed9fc-fefc-4a0c-a6d6-10cf236c0d4f_ActionId">
    <vt:lpwstr>cbf82a22-f42f-457e-8614-e30fc5ca0d6f</vt:lpwstr>
  </property>
  <property fmtid="{D5CDD505-2E9C-101B-9397-08002B2CF9AE}" pid="8" name="MSIP_Label_cc6ed9fc-fefc-4a0c-a6d6-10cf236c0d4f_ContentBits">
    <vt:lpwstr>1</vt:lpwstr>
  </property>
  <property fmtid="{D5CDD505-2E9C-101B-9397-08002B2CF9AE}" pid="9" name="ClassificationContentMarkingHeaderLocations">
    <vt:lpwstr>Office 테마:8</vt:lpwstr>
  </property>
  <property fmtid="{D5CDD505-2E9C-101B-9397-08002B2CF9AE}" pid="10" name="ClassificationContentMarkingHeaderText">
    <vt:lpwstr>LGE Internal Use Only</vt:lpwstr>
  </property>
  <property fmtid="{D5CDD505-2E9C-101B-9397-08002B2CF9AE}" pid="11" name="ContentTypeId">
    <vt:lpwstr>0x01010077E3DFB345DAC74393F3F09E88971F90</vt:lpwstr>
  </property>
</Properties>
</file>