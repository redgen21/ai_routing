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69" r:id="rId2"/>
    <p:sldId id="375" r:id="rId3"/>
    <p:sldId id="374" r:id="rId4"/>
    <p:sldId id="376" r:id="rId5"/>
    <p:sldId id="378" r:id="rId6"/>
    <p:sldId id="379" r:id="rId7"/>
    <p:sldId id="380" r:id="rId8"/>
    <p:sldId id="38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4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AEB7B-7AD2-468E-A6D9-431C70F0E350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E359E-68FF-4C63-81AA-7F8ABEE1E3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21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93CD8E-1D27-4952-A420-3081ADA86E39}" type="slidenum">
              <a:rPr lang="en-US" altLang="ko-KR" smtClean="0">
                <a:solidFill>
                  <a:prstClr val="black"/>
                </a:solidFill>
              </a:rPr>
              <a:pPr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30588"/>
          </a:xfrm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827" y="4343436"/>
            <a:ext cx="5028347" cy="4114143"/>
          </a:xfrm>
          <a:noFill/>
          <a:ln/>
        </p:spPr>
        <p:txBody>
          <a:bodyPr lIns="90954" tIns="45477" rIns="90954" bIns="45477"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156792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04E50B4-4859-4BBE-A5DD-544018530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8418B1FF-84BA-4E4A-9248-8DCA235B7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AB19E857-8F43-4FC9-BFA4-2901150A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2984B3F-B23D-46DC-929D-B87F287B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D008DDC-90A1-4E5C-B446-E0CA501D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79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7CBE38D-5C16-4D40-B247-BA153095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E1CF9344-9B70-4A8B-8B0E-F2E72EA6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A4B25AA5-DE21-40DA-B751-99A2E652F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9D24789-ADBC-4BE0-B213-6C64F4D1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3B21E05-D534-4612-9CA5-BF73F234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74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CF87E2E-3A1B-4F69-95F4-A1C68FB6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ADA784E6-04C6-4445-A7CC-D5420D322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C3F640-E368-4958-8DB1-CC8520551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7C9D3A6-DC74-461A-B8F6-0E16FE4E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E2FAE20-FF02-43C6-9002-13F46BD2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50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85F0F9D-5C79-4C7B-ABB4-0CF75F3DF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089DC338-58B7-45AA-87B5-D87FF3DD8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1B10CF0D-D655-4ACF-B7A0-8A462A84A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46624EDE-067A-4C81-9F5A-50D6D195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8CA4158-6E26-487C-AF28-D8310E2D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2161019A-67CC-4815-8096-CEDD6F28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43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753F85E-1E2B-4A2C-9D7F-ADAF86AE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8730CB86-1426-411B-97DF-0ED4B209C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26E63690-99F5-4132-8017-57F88AFE4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9C886BF8-0CB7-43D1-8719-67FB7E230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354D1034-A73B-4AF2-A1A4-F9A32FFF7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384092B0-7ECF-42D8-9438-13B7D49A2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58A97B1E-0FEB-4CA8-8BA9-BDF384AD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8E4DC54A-C671-46C8-ABC5-EC38C53B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759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7548E70-037E-4083-8FBA-54A2E5F5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EFC0D450-BDEC-4F8A-BFE9-535F057D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2265BDF-721E-4DE3-8D54-62217B85E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3D4C5071-F8A9-42EA-953F-E21A05CC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28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5D95ECA4-1C68-4FF5-82DE-C086A8FD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B2E4A837-4212-4EE3-B18D-86D3EDC5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A378E2DB-55D6-4A0B-8394-762D611B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06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61A67E6-E4D5-43C0-96B4-677B80CC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5978FE36-B20F-4B71-90C3-ED8D2072B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CE8E3763-5AD0-4E96-8EF8-52EB8CE7C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63FC3C0E-353C-4B35-BA24-B249CE00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94D88D44-F1E3-43F8-B9CB-29233528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D44BDABF-8720-4B11-9F62-DDFC714D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20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814CCAF-D369-4624-9EE1-0CBAF774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4D15C465-E3FF-47FA-8EB8-3A6FEED18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6A16547-D1AD-4298-8568-DC1695BF8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A328ADDC-AF86-4970-8299-DBE66EA5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216D48BC-7845-4E2F-92E7-F1B42DDC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3A9603B5-F5DD-43BA-B5D0-EB023E26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27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A49FACB-6DEB-4CE9-9CE2-A6421C35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A7E7C51-B075-4097-AEB9-8F0AFC137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F60DBA87-89A9-4395-9E81-06682F5A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64A5274-ABDC-45E8-B97D-0C27E52C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D907FCA-53A0-4816-9092-FD5021A8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05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946C9367-11A8-45CA-AE46-2727A20F94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2D430572-06FC-41EC-B326-1941D2CA2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BEE2015-E73C-42D1-AE4A-682D70EE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A34FC12-D76C-487E-9173-D629926BE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C894A27C-E792-4180-8534-4E734945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07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72602" y="141633"/>
            <a:ext cx="11205556" cy="439718"/>
          </a:xfrm>
        </p:spPr>
        <p:txBody>
          <a:bodyPr>
            <a:normAutofit/>
          </a:bodyPr>
          <a:lstStyle>
            <a:lvl1pPr algn="l">
              <a:defRPr kumimoji="1" lang="ko-KR" altLang="en-US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72602" y="764704"/>
            <a:ext cx="11309799" cy="5590058"/>
          </a:xfrm>
        </p:spPr>
        <p:txBody>
          <a:bodyPr>
            <a:normAutofit/>
          </a:bodyPr>
          <a:lstStyle>
            <a:lvl1pPr marL="180975" indent="-180975">
              <a:lnSpc>
                <a:spcPct val="130000"/>
              </a:lnSpc>
              <a:spcBef>
                <a:spcPts val="2000"/>
              </a:spcBef>
              <a:defRPr kumimoji="1" lang="ko-KR" altLang="en-US" sz="1200" b="1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361950" indent="-180975">
              <a:lnSpc>
                <a:spcPct val="130000"/>
              </a:lnSpc>
              <a:spcBef>
                <a:spcPts val="700"/>
              </a:spcBef>
              <a:defRPr kumimoji="1" lang="ko-KR" altLang="en-US" sz="1100" b="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30238" indent="-180975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ko-KR" altLang="en-US" sz="11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6938" indent="-180975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ko-KR" altLang="en-US" sz="1100" b="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165225" indent="-182563">
              <a:lnSpc>
                <a:spcPct val="130000"/>
              </a:lnSpc>
              <a:spcBef>
                <a:spcPts val="0"/>
              </a:spcBef>
              <a:buFont typeface="LG스마트체 SemiBold" pitchFamily="50" charset="-127"/>
              <a:buChar char="‐"/>
              <a:defRPr kumimoji="1" lang="ko-KR" altLang="en-US" sz="11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1346200" indent="-182563">
              <a:lnSpc>
                <a:spcPct val="130000"/>
              </a:lnSpc>
              <a:defRPr sz="1100"/>
            </a:lvl6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5"/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386331" y="581351"/>
            <a:ext cx="1142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27A4AC-D3B3-4AF4-B19D-B0BE3557A51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453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C2AC20B7-D751-4A93-9F89-EB95ECD8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B1D16834-E909-4CDC-A4F2-98ECC6B3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63863AA-7399-4DE9-B0A1-0A45A58E3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8BB3B-7845-46C0-ABF2-4E3B2BBB5A8E}" type="datetimeFigureOut">
              <a:rPr lang="ko-KR" altLang="en-US" smtClean="0"/>
              <a:t>2024-01-24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F08B421-0D88-4E58-BD7E-11B83050D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B536F80-6CE2-4620-BE00-02FBC0466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CB708-0246-44F0-BCF3-1B67AA67B4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MSIPCMContentMarking" descr="{&quot;HashCode&quot;:966751382,&quot;Placement&quot;:&quot;Header&quot;,&quot;Top&quot;:0.0,&quot;Left&quot;:413.954651,&quot;SlideWidth&quot;:960,&quot;SlideHeight&quot;:540}"/>
          <p:cNvSpPr txBox="1"/>
          <p:nvPr userDrawn="1"/>
        </p:nvSpPr>
        <p:spPr>
          <a:xfrm>
            <a:off x="5257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smtClean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40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atoz.lge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 1282"/>
          <p:cNvSpPr>
            <a:spLocks noChangeShapeType="1"/>
          </p:cNvSpPr>
          <p:nvPr/>
        </p:nvSpPr>
        <p:spPr bwMode="auto">
          <a:xfrm>
            <a:off x="1771494" y="2340496"/>
            <a:ext cx="8480181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0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 Box 1283"/>
          <p:cNvSpPr txBox="1">
            <a:spLocks noChangeArrowheads="1"/>
          </p:cNvSpPr>
          <p:nvPr/>
        </p:nvSpPr>
        <p:spPr bwMode="auto">
          <a:xfrm>
            <a:off x="2099556" y="1699552"/>
            <a:ext cx="799288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2800" b="1" dirty="0" err="1" smtClean="0">
                <a:solidFill>
                  <a:srgbClr val="000000"/>
                </a:solidFill>
                <a:latin typeface="맑은 고딕" pitchFamily="50" charset="-127"/>
              </a:rPr>
              <a:t>Catoz</a:t>
            </a:r>
            <a:r>
              <a:rPr kumimoji="1" lang="en-US" altLang="ko-KR" sz="2800" b="1" dirty="0" smtClean="0">
                <a:solidFill>
                  <a:srgbClr val="000000"/>
                </a:solidFill>
                <a:latin typeface="맑은 고딕" pitchFamily="50" charset="-127"/>
              </a:rPr>
              <a:t> CSR </a:t>
            </a:r>
            <a:r>
              <a:rPr kumimoji="1" lang="ko-KR" altLang="en-US" sz="2800" b="1" smtClean="0">
                <a:solidFill>
                  <a:srgbClr val="000000"/>
                </a:solidFill>
                <a:latin typeface="맑은 고딕" pitchFamily="50" charset="-127"/>
              </a:rPr>
              <a:t>가이드</a:t>
            </a:r>
            <a:endParaRPr kumimoji="1" lang="en-US" altLang="ko-KR" sz="2800" b="1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10" name="Text Box 1284"/>
          <p:cNvSpPr txBox="1">
            <a:spLocks noChangeArrowheads="1"/>
          </p:cNvSpPr>
          <p:nvPr/>
        </p:nvSpPr>
        <p:spPr bwMode="auto">
          <a:xfrm>
            <a:off x="4657726" y="5311030"/>
            <a:ext cx="287655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6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플랫폼인프라</a:t>
            </a:r>
            <a:r>
              <a:rPr kumimoji="1" lang="ko-KR" altLang="en-US" sz="16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팀</a:t>
            </a:r>
            <a:endParaRPr kumimoji="1" lang="en-US" altLang="ko-KR" sz="16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5C570BC-7A76-42BF-9FDA-A72C185BC203}"/>
              </a:ext>
            </a:extLst>
          </p:cNvPr>
          <p:cNvSpPr txBox="1"/>
          <p:nvPr/>
        </p:nvSpPr>
        <p:spPr>
          <a:xfrm>
            <a:off x="3770244" y="2695287"/>
            <a:ext cx="46515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인프라 요청 프로세스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Catoz</a:t>
            </a:r>
            <a:r>
              <a:rPr lang="en-US" altLang="ko-KR" dirty="0"/>
              <a:t> CSR </a:t>
            </a:r>
            <a:r>
              <a:rPr lang="ko-KR" altLang="en-US" dirty="0"/>
              <a:t>메뉴 구성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CSR Req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CSR </a:t>
            </a:r>
            <a:r>
              <a:rPr lang="en-US" altLang="ko-KR" dirty="0"/>
              <a:t>Req (</a:t>
            </a:r>
            <a:r>
              <a:rPr lang="en-US" altLang="ko-KR" dirty="0" err="1"/>
              <a:t>Sudo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CSR List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SUDO CSR </a:t>
            </a:r>
            <a:r>
              <a:rPr lang="en-US" altLang="ko-KR" dirty="0" smtClean="0"/>
              <a:t>List</a:t>
            </a:r>
          </a:p>
          <a:p>
            <a:pPr marL="342900" indent="-342900">
              <a:buAutoNum type="arabicPeriod"/>
            </a:pPr>
            <a:r>
              <a:rPr lang="en-US" altLang="ko-KR" dirty="0"/>
              <a:t>CSR</a:t>
            </a:r>
            <a:r>
              <a:rPr lang="ko-KR" altLang="en-US"/>
              <a:t> </a:t>
            </a:r>
            <a:r>
              <a:rPr lang="en-US" altLang="ko-KR" dirty="0" err="1"/>
              <a:t>Req</a:t>
            </a:r>
            <a:r>
              <a:rPr lang="en-US" altLang="ko-KR" dirty="0"/>
              <a:t> (Vault SSH CSR </a:t>
            </a:r>
            <a:r>
              <a:rPr lang="en-US" altLang="ko-KR" dirty="0" err="1"/>
              <a:t>Req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953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48" y="1031735"/>
            <a:ext cx="8591550" cy="52101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인프라 요청 프로세스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9DCDF1BA-F734-4FF3-A64C-7653B72BCABD}"/>
              </a:ext>
            </a:extLst>
          </p:cNvPr>
          <p:cNvSpPr/>
          <p:nvPr/>
        </p:nvSpPr>
        <p:spPr>
          <a:xfrm>
            <a:off x="5843451" y="1680754"/>
            <a:ext cx="3344091" cy="2612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="" xmlns:a16="http://schemas.microsoft.com/office/drawing/2014/main" id="{8E2F0A08-B036-48B6-8CE1-DA9473F11FBB}"/>
              </a:ext>
            </a:extLst>
          </p:cNvPr>
          <p:cNvSpPr/>
          <p:nvPr/>
        </p:nvSpPr>
        <p:spPr>
          <a:xfrm>
            <a:off x="5843451" y="2331583"/>
            <a:ext cx="3344091" cy="26125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EAFE3CC-309A-450C-BCC0-E3D197BEB039}"/>
              </a:ext>
            </a:extLst>
          </p:cNvPr>
          <p:cNvSpPr txBox="1"/>
          <p:nvPr/>
        </p:nvSpPr>
        <p:spPr>
          <a:xfrm>
            <a:off x="9771281" y="1933302"/>
            <a:ext cx="1480726" cy="307777"/>
          </a:xfrm>
          <a:prstGeom prst="rect">
            <a:avLst/>
          </a:prstGeom>
          <a:noFill/>
          <a:ln w="15875">
            <a:solidFill>
              <a:srgbClr val="FF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/>
              <a:t>Catoz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CSR </a:t>
            </a:r>
            <a:r>
              <a:rPr lang="ko-KR" altLang="en-US" sz="1400" b="1" dirty="0"/>
              <a:t>작성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="" xmlns:a16="http://schemas.microsoft.com/office/drawing/2014/main" id="{6EECFF7E-94D3-4293-A281-5FF4BC5C41B3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rot="10800000">
            <a:off x="9187543" y="1811383"/>
            <a:ext cx="583739" cy="275808"/>
          </a:xfrm>
          <a:prstGeom prst="curvedConnector3">
            <a:avLst>
              <a:gd name="adj1" fmla="val 50000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10">
            <a:extLst>
              <a:ext uri="{FF2B5EF4-FFF2-40B4-BE49-F238E27FC236}">
                <a16:creationId xmlns="" xmlns:a16="http://schemas.microsoft.com/office/drawing/2014/main" id="{B70A95C8-DF1F-4DDA-BFFB-42C2B4E831A1}"/>
              </a:ext>
            </a:extLst>
          </p:cNvPr>
          <p:cNvCxnSpPr>
            <a:cxnSpLocks/>
            <a:stCxn id="8" idx="1"/>
            <a:endCxn id="87" idx="3"/>
          </p:cNvCxnSpPr>
          <p:nvPr/>
        </p:nvCxnSpPr>
        <p:spPr>
          <a:xfrm rot="10800000" flipV="1">
            <a:off x="9187543" y="2087190"/>
            <a:ext cx="583739" cy="375021"/>
          </a:xfrm>
          <a:prstGeom prst="curvedConnector3">
            <a:avLst>
              <a:gd name="adj1" fmla="val 50000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5800" y="5370440"/>
            <a:ext cx="6947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LG CNS</a:t>
            </a:r>
            <a:endParaRPr lang="ko-KR" altLang="en-US" sz="1000"/>
          </a:p>
        </p:txBody>
      </p:sp>
      <p:sp>
        <p:nvSpPr>
          <p:cNvPr id="13" name="TextBox 12"/>
          <p:cNvSpPr txBox="1"/>
          <p:nvPr/>
        </p:nvSpPr>
        <p:spPr>
          <a:xfrm>
            <a:off x="6311738" y="5557283"/>
            <a:ext cx="6947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LG CNS</a:t>
            </a:r>
            <a:endParaRPr lang="ko-KR" altLang="en-US" sz="1000"/>
          </a:p>
        </p:txBody>
      </p:sp>
      <p:sp>
        <p:nvSpPr>
          <p:cNvPr id="14" name="TextBox 13"/>
          <p:cNvSpPr txBox="1"/>
          <p:nvPr/>
        </p:nvSpPr>
        <p:spPr>
          <a:xfrm>
            <a:off x="6321630" y="5763125"/>
            <a:ext cx="6947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LG CNS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94935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602" y="141633"/>
            <a:ext cx="11205556" cy="439718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en-US" altLang="ko-KR" dirty="0" err="1"/>
              <a:t>Catoz</a:t>
            </a:r>
            <a:r>
              <a:rPr lang="en-US" altLang="ko-KR" dirty="0"/>
              <a:t> CSR </a:t>
            </a:r>
            <a:r>
              <a:rPr lang="ko-KR" altLang="en-US" dirty="0"/>
              <a:t>메뉴 구성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8AE4373B-BCD8-4356-947D-E689CE64D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021" y="1812045"/>
            <a:ext cx="2028825" cy="3076575"/>
          </a:xfrm>
          <a:prstGeom prst="rect">
            <a:avLst/>
          </a:prstGeom>
        </p:spPr>
      </p:pic>
      <p:cxnSp>
        <p:nvCxnSpPr>
          <p:cNvPr id="139" name="직선 연결선 138">
            <a:extLst>
              <a:ext uri="{FF2B5EF4-FFF2-40B4-BE49-F238E27FC236}">
                <a16:creationId xmlns="" xmlns:a16="http://schemas.microsoft.com/office/drawing/2014/main" id="{3278F359-0689-45F6-8563-CE4F1C5DFAE3}"/>
              </a:ext>
            </a:extLst>
          </p:cNvPr>
          <p:cNvCxnSpPr/>
          <p:nvPr/>
        </p:nvCxnSpPr>
        <p:spPr>
          <a:xfrm>
            <a:off x="6360541" y="779042"/>
            <a:ext cx="0" cy="55159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모서리가 둥근 직사각형 4">
            <a:extLst>
              <a:ext uri="{FF2B5EF4-FFF2-40B4-BE49-F238E27FC236}">
                <a16:creationId xmlns="" xmlns:a16="http://schemas.microsoft.com/office/drawing/2014/main" id="{0F4E7446-BA0C-4ABC-BA03-BF61F985D216}"/>
              </a:ext>
            </a:extLst>
          </p:cNvPr>
          <p:cNvSpPr/>
          <p:nvPr/>
        </p:nvSpPr>
        <p:spPr>
          <a:xfrm>
            <a:off x="1850351" y="2985952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8D580321-A161-4F77-92B7-2DC3852C72FC}"/>
              </a:ext>
            </a:extLst>
          </p:cNvPr>
          <p:cNvSpPr txBox="1"/>
          <p:nvPr/>
        </p:nvSpPr>
        <p:spPr>
          <a:xfrm>
            <a:off x="7016223" y="1059803"/>
            <a:ext cx="4481361" cy="5167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CSR Req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인프라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CSR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기본 요청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Server,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Midlware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DB, Network,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Etc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변경 요청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CSR Req(Access EC2)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EC2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접근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key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CSR Req(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서버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권한이 필요한 경우 요청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CSR List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CSR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목록 조회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상세 진행 현황 조회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 CSR List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목록 조회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상세 현황 조회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6" name="모서리가 둥근 직사각형 11">
            <a:extLst>
              <a:ext uri="{FF2B5EF4-FFF2-40B4-BE49-F238E27FC236}">
                <a16:creationId xmlns="" xmlns:a16="http://schemas.microsoft.com/office/drawing/2014/main" id="{AE6F499D-BC92-4A0B-A892-3BBD75FA1225}"/>
              </a:ext>
            </a:extLst>
          </p:cNvPr>
          <p:cNvSpPr/>
          <p:nvPr/>
        </p:nvSpPr>
        <p:spPr>
          <a:xfrm>
            <a:off x="7032573" y="1126478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7" name="모서리가 둥근 직사각형 12">
            <a:extLst>
              <a:ext uri="{FF2B5EF4-FFF2-40B4-BE49-F238E27FC236}">
                <a16:creationId xmlns="" xmlns:a16="http://schemas.microsoft.com/office/drawing/2014/main" id="{5E63A43E-BF14-4073-85BD-D2C5365CBA0F}"/>
              </a:ext>
            </a:extLst>
          </p:cNvPr>
          <p:cNvSpPr/>
          <p:nvPr/>
        </p:nvSpPr>
        <p:spPr>
          <a:xfrm>
            <a:off x="7032573" y="2219235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48" name="모서리가 둥근 직사각형 13">
            <a:extLst>
              <a:ext uri="{FF2B5EF4-FFF2-40B4-BE49-F238E27FC236}">
                <a16:creationId xmlns="" xmlns:a16="http://schemas.microsoft.com/office/drawing/2014/main" id="{C5112CF5-3019-4B2C-84D1-5B5E81AFBA2B}"/>
              </a:ext>
            </a:extLst>
          </p:cNvPr>
          <p:cNvSpPr/>
          <p:nvPr/>
        </p:nvSpPr>
        <p:spPr>
          <a:xfrm>
            <a:off x="7032573" y="3089391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49" name="모서리가 둥근 직사각형 14">
            <a:extLst>
              <a:ext uri="{FF2B5EF4-FFF2-40B4-BE49-F238E27FC236}">
                <a16:creationId xmlns="" xmlns:a16="http://schemas.microsoft.com/office/drawing/2014/main" id="{E3DC5B49-4F58-4AEF-B82E-F34159A53569}"/>
              </a:ext>
            </a:extLst>
          </p:cNvPr>
          <p:cNvSpPr/>
          <p:nvPr/>
        </p:nvSpPr>
        <p:spPr>
          <a:xfrm>
            <a:off x="7032573" y="3986108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50" name="모서리가 둥근 직사각형 15">
            <a:extLst>
              <a:ext uri="{FF2B5EF4-FFF2-40B4-BE49-F238E27FC236}">
                <a16:creationId xmlns="" xmlns:a16="http://schemas.microsoft.com/office/drawing/2014/main" id="{EFCC52E2-4D5C-4A1E-BFE1-B6BECDBA7583}"/>
              </a:ext>
            </a:extLst>
          </p:cNvPr>
          <p:cNvSpPr/>
          <p:nvPr/>
        </p:nvSpPr>
        <p:spPr>
          <a:xfrm>
            <a:off x="7032573" y="5094281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159" name="모서리가 둥근 직사각형 4">
            <a:extLst>
              <a:ext uri="{FF2B5EF4-FFF2-40B4-BE49-F238E27FC236}">
                <a16:creationId xmlns="" xmlns:a16="http://schemas.microsoft.com/office/drawing/2014/main" id="{C4446BEF-EC0D-4520-922A-0A923A1604B3}"/>
              </a:ext>
            </a:extLst>
          </p:cNvPr>
          <p:cNvSpPr/>
          <p:nvPr/>
        </p:nvSpPr>
        <p:spPr>
          <a:xfrm>
            <a:off x="1850351" y="3350332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60" name="모서리가 둥근 직사각형 4">
            <a:extLst>
              <a:ext uri="{FF2B5EF4-FFF2-40B4-BE49-F238E27FC236}">
                <a16:creationId xmlns="" xmlns:a16="http://schemas.microsoft.com/office/drawing/2014/main" id="{CE221D78-5627-499B-A964-76019EFF5360}"/>
              </a:ext>
            </a:extLst>
          </p:cNvPr>
          <p:cNvSpPr/>
          <p:nvPr/>
        </p:nvSpPr>
        <p:spPr>
          <a:xfrm>
            <a:off x="1850351" y="3663825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61" name="모서리가 둥근 직사각형 4">
            <a:extLst>
              <a:ext uri="{FF2B5EF4-FFF2-40B4-BE49-F238E27FC236}">
                <a16:creationId xmlns="" xmlns:a16="http://schemas.microsoft.com/office/drawing/2014/main" id="{9A9EE973-9D19-4699-B4B1-1E107BED411D}"/>
              </a:ext>
            </a:extLst>
          </p:cNvPr>
          <p:cNvSpPr/>
          <p:nvPr/>
        </p:nvSpPr>
        <p:spPr>
          <a:xfrm>
            <a:off x="1850351" y="4008976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62" name="모서리가 둥근 직사각형 4">
            <a:extLst>
              <a:ext uri="{FF2B5EF4-FFF2-40B4-BE49-F238E27FC236}">
                <a16:creationId xmlns="" xmlns:a16="http://schemas.microsoft.com/office/drawing/2014/main" id="{242C622E-3BCB-47D9-9D2A-7A5FE5FDD5A5}"/>
              </a:ext>
            </a:extLst>
          </p:cNvPr>
          <p:cNvSpPr/>
          <p:nvPr/>
        </p:nvSpPr>
        <p:spPr>
          <a:xfrm>
            <a:off x="1850351" y="4370029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23A8B78-1B2A-4034-9E5E-9EAC7FED0BA2}"/>
              </a:ext>
            </a:extLst>
          </p:cNvPr>
          <p:cNvSpPr txBox="1"/>
          <p:nvPr/>
        </p:nvSpPr>
        <p:spPr>
          <a:xfrm>
            <a:off x="494234" y="814571"/>
            <a:ext cx="21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Catoz</a:t>
            </a:r>
            <a:r>
              <a:rPr lang="en-US" altLang="ko-KR" sz="1400" dirty="0"/>
              <a:t> URL</a:t>
            </a:r>
          </a:p>
          <a:p>
            <a:r>
              <a:rPr lang="en-US" altLang="ko-KR" sz="1400" dirty="0"/>
              <a:t> - </a:t>
            </a:r>
            <a:r>
              <a:rPr lang="en-US" altLang="ko-KR" sz="1400" dirty="0">
                <a:hlinkClick r:id="rId3"/>
              </a:rPr>
              <a:t>https://</a:t>
            </a:r>
            <a:r>
              <a:rPr lang="en-US" altLang="ko-KR" sz="1400" dirty="0" smtClean="0">
                <a:hlinkClick r:id="rId3"/>
              </a:rPr>
              <a:t>catoz.lge.com</a:t>
            </a:r>
            <a:r>
              <a:rPr lang="en-US" altLang="ko-KR" sz="1400" dirty="0"/>
              <a:t> 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419546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FA79CF8E-226D-4753-BAC2-95068F63E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40" y="954947"/>
            <a:ext cx="7106058" cy="436559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602" y="141633"/>
            <a:ext cx="11205556" cy="439718"/>
          </a:xfrm>
        </p:spPr>
        <p:txBody>
          <a:bodyPr>
            <a:normAutofit/>
          </a:bodyPr>
          <a:lstStyle/>
          <a:p>
            <a:r>
              <a:rPr lang="en-US" altLang="ko-KR" dirty="0"/>
              <a:t>3. CSR</a:t>
            </a:r>
            <a:r>
              <a:rPr lang="ko-KR" altLang="en-US" dirty="0"/>
              <a:t> </a:t>
            </a:r>
            <a:r>
              <a:rPr lang="en-US" altLang="ko-KR" dirty="0"/>
              <a:t>Req</a:t>
            </a:r>
            <a:endParaRPr lang="ko-KR" altLang="en-US" dirty="0"/>
          </a:p>
        </p:txBody>
      </p:sp>
      <p:sp>
        <p:nvSpPr>
          <p:cNvPr id="143" name="모서리가 둥근 직사각형 4">
            <a:extLst>
              <a:ext uri="{FF2B5EF4-FFF2-40B4-BE49-F238E27FC236}">
                <a16:creationId xmlns="" xmlns:a16="http://schemas.microsoft.com/office/drawing/2014/main" id="{0F4E7446-BA0C-4ABC-BA03-BF61F985D216}"/>
              </a:ext>
            </a:extLst>
          </p:cNvPr>
          <p:cNvSpPr/>
          <p:nvPr/>
        </p:nvSpPr>
        <p:spPr>
          <a:xfrm>
            <a:off x="841325" y="136881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8D580321-A161-4F77-92B7-2DC3852C72FC}"/>
              </a:ext>
            </a:extLst>
          </p:cNvPr>
          <p:cNvSpPr txBox="1"/>
          <p:nvPr/>
        </p:nvSpPr>
        <p:spPr>
          <a:xfrm>
            <a:off x="8046605" y="993028"/>
            <a:ext cx="3631454" cy="3616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Title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요청서 제목 입력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Request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내용을 자유 양식기입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AWS Account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CSR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요청 대상 서비스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Account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Request Type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타입 선택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(Server,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Midlware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DB, Network, </a:t>
            </a: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Etc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Submit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및 저장 하기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6" name="모서리가 둥근 직사각형 11">
            <a:extLst>
              <a:ext uri="{FF2B5EF4-FFF2-40B4-BE49-F238E27FC236}">
                <a16:creationId xmlns="" xmlns:a16="http://schemas.microsoft.com/office/drawing/2014/main" id="{AE6F499D-BC92-4A0B-A892-3BBD75FA1225}"/>
              </a:ext>
            </a:extLst>
          </p:cNvPr>
          <p:cNvSpPr/>
          <p:nvPr/>
        </p:nvSpPr>
        <p:spPr>
          <a:xfrm>
            <a:off x="8037896" y="105163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7" name="모서리가 둥근 직사각형 12">
            <a:extLst>
              <a:ext uri="{FF2B5EF4-FFF2-40B4-BE49-F238E27FC236}">
                <a16:creationId xmlns="" xmlns:a16="http://schemas.microsoft.com/office/drawing/2014/main" id="{5E63A43E-BF14-4073-85BD-D2C5365CBA0F}"/>
              </a:ext>
            </a:extLst>
          </p:cNvPr>
          <p:cNvSpPr/>
          <p:nvPr/>
        </p:nvSpPr>
        <p:spPr>
          <a:xfrm>
            <a:off x="8037896" y="1730087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48" name="모서리가 둥근 직사각형 13">
            <a:extLst>
              <a:ext uri="{FF2B5EF4-FFF2-40B4-BE49-F238E27FC236}">
                <a16:creationId xmlns="" xmlns:a16="http://schemas.microsoft.com/office/drawing/2014/main" id="{C5112CF5-3019-4B2C-84D1-5B5E81AFBA2B}"/>
              </a:ext>
            </a:extLst>
          </p:cNvPr>
          <p:cNvSpPr/>
          <p:nvPr/>
        </p:nvSpPr>
        <p:spPr>
          <a:xfrm>
            <a:off x="8046605" y="237570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49" name="모서리가 둥근 직사각형 14">
            <a:extLst>
              <a:ext uri="{FF2B5EF4-FFF2-40B4-BE49-F238E27FC236}">
                <a16:creationId xmlns="" xmlns:a16="http://schemas.microsoft.com/office/drawing/2014/main" id="{E3DC5B49-4F58-4AEF-B82E-F34159A53569}"/>
              </a:ext>
            </a:extLst>
          </p:cNvPr>
          <p:cNvSpPr/>
          <p:nvPr/>
        </p:nvSpPr>
        <p:spPr>
          <a:xfrm>
            <a:off x="8046605" y="3024261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50" name="모서리가 둥근 직사각형 15">
            <a:extLst>
              <a:ext uri="{FF2B5EF4-FFF2-40B4-BE49-F238E27FC236}">
                <a16:creationId xmlns="" xmlns:a16="http://schemas.microsoft.com/office/drawing/2014/main" id="{EFCC52E2-4D5C-4A1E-BFE1-B6BECDBA7583}"/>
              </a:ext>
            </a:extLst>
          </p:cNvPr>
          <p:cNvSpPr/>
          <p:nvPr/>
        </p:nvSpPr>
        <p:spPr>
          <a:xfrm>
            <a:off x="8046605" y="3916666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159" name="모서리가 둥근 직사각형 4">
            <a:extLst>
              <a:ext uri="{FF2B5EF4-FFF2-40B4-BE49-F238E27FC236}">
                <a16:creationId xmlns="" xmlns:a16="http://schemas.microsoft.com/office/drawing/2014/main" id="{C4446BEF-EC0D-4520-922A-0A923A1604B3}"/>
              </a:ext>
            </a:extLst>
          </p:cNvPr>
          <p:cNvSpPr/>
          <p:nvPr/>
        </p:nvSpPr>
        <p:spPr>
          <a:xfrm>
            <a:off x="994131" y="2034006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60" name="모서리가 둥근 직사각형 4">
            <a:extLst>
              <a:ext uri="{FF2B5EF4-FFF2-40B4-BE49-F238E27FC236}">
                <a16:creationId xmlns="" xmlns:a16="http://schemas.microsoft.com/office/drawing/2014/main" id="{CE221D78-5627-499B-A964-76019EFF5360}"/>
              </a:ext>
            </a:extLst>
          </p:cNvPr>
          <p:cNvSpPr/>
          <p:nvPr/>
        </p:nvSpPr>
        <p:spPr>
          <a:xfrm>
            <a:off x="5655993" y="142424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61" name="모서리가 둥근 직사각형 4">
            <a:extLst>
              <a:ext uri="{FF2B5EF4-FFF2-40B4-BE49-F238E27FC236}">
                <a16:creationId xmlns="" xmlns:a16="http://schemas.microsoft.com/office/drawing/2014/main" id="{9A9EE973-9D19-4699-B4B1-1E107BED411D}"/>
              </a:ext>
            </a:extLst>
          </p:cNvPr>
          <p:cNvSpPr/>
          <p:nvPr/>
        </p:nvSpPr>
        <p:spPr>
          <a:xfrm>
            <a:off x="5650868" y="2013430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62" name="모서리가 둥근 직사각형 4">
            <a:extLst>
              <a:ext uri="{FF2B5EF4-FFF2-40B4-BE49-F238E27FC236}">
                <a16:creationId xmlns="" xmlns:a16="http://schemas.microsoft.com/office/drawing/2014/main" id="{242C622E-3BCB-47D9-9D2A-7A5FE5FDD5A5}"/>
              </a:ext>
            </a:extLst>
          </p:cNvPr>
          <p:cNvSpPr/>
          <p:nvPr/>
        </p:nvSpPr>
        <p:spPr>
          <a:xfrm>
            <a:off x="6871117" y="1031159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CF24283D-855C-481C-B288-AA4AE3FADD40}"/>
              </a:ext>
            </a:extLst>
          </p:cNvPr>
          <p:cNvCxnSpPr/>
          <p:nvPr/>
        </p:nvCxnSpPr>
        <p:spPr>
          <a:xfrm>
            <a:off x="7884541" y="779042"/>
            <a:ext cx="0" cy="55159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65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671323DD-0F1B-487A-A759-431ADAA71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4" y="1014180"/>
            <a:ext cx="7209839" cy="462897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602" y="141633"/>
            <a:ext cx="11205556" cy="439718"/>
          </a:xfrm>
        </p:spPr>
        <p:txBody>
          <a:bodyPr>
            <a:normAutofit/>
          </a:bodyPr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/>
              <a:t>CSR</a:t>
            </a:r>
            <a:r>
              <a:rPr lang="ko-KR" altLang="en-US" dirty="0"/>
              <a:t> </a:t>
            </a:r>
            <a:r>
              <a:rPr lang="en-US" altLang="ko-KR" dirty="0"/>
              <a:t>Req (</a:t>
            </a:r>
            <a:r>
              <a:rPr lang="en-US" altLang="ko-KR" dirty="0" err="1"/>
              <a:t>Sudo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3" name="모서리가 둥근 직사각형 4">
            <a:extLst>
              <a:ext uri="{FF2B5EF4-FFF2-40B4-BE49-F238E27FC236}">
                <a16:creationId xmlns="" xmlns:a16="http://schemas.microsoft.com/office/drawing/2014/main" id="{0F4E7446-BA0C-4ABC-BA03-BF61F985D216}"/>
              </a:ext>
            </a:extLst>
          </p:cNvPr>
          <p:cNvSpPr/>
          <p:nvPr/>
        </p:nvSpPr>
        <p:spPr>
          <a:xfrm>
            <a:off x="710697" y="1325389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8D580321-A161-4F77-92B7-2DC3852C72FC}"/>
              </a:ext>
            </a:extLst>
          </p:cNvPr>
          <p:cNvSpPr txBox="1"/>
          <p:nvPr/>
        </p:nvSpPr>
        <p:spPr>
          <a:xfrm>
            <a:off x="8046605" y="993028"/>
            <a:ext cx="3631454" cy="5832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Title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요청서 제목 입력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Start Time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권한 시작일시 선택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End Time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권한 </a:t>
            </a: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종료일시 </a:t>
            </a:r>
            <a:r>
              <a:rPr lang="ko-KR" altLang="en-US" sz="1200" b="1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 </a:t>
            </a:r>
            <a:r>
              <a:rPr lang="en-US" altLang="ko-KR" sz="12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최대 </a:t>
            </a:r>
            <a:r>
              <a:rPr lang="en-US" altLang="ko-KR" sz="12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90</a:t>
            </a:r>
            <a:r>
              <a:rPr lang="ko-KR" altLang="en-US" sz="1200" b="1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  <a:r>
              <a:rPr lang="en-US" altLang="ko-KR" sz="12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 b="1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User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권한 필요한 계정 입력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Request EC2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Sudo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권한 필요한 장비 선택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Etc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Request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Template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준하여 내용 작성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AWS Account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CSR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요청 대상 서비스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Account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Submit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및 저장 하기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6" name="모서리가 둥근 직사각형 11">
            <a:extLst>
              <a:ext uri="{FF2B5EF4-FFF2-40B4-BE49-F238E27FC236}">
                <a16:creationId xmlns="" xmlns:a16="http://schemas.microsoft.com/office/drawing/2014/main" id="{AE6F499D-BC92-4A0B-A892-3BBD75FA1225}"/>
              </a:ext>
            </a:extLst>
          </p:cNvPr>
          <p:cNvSpPr/>
          <p:nvPr/>
        </p:nvSpPr>
        <p:spPr>
          <a:xfrm>
            <a:off x="8037896" y="105163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7" name="모서리가 둥근 직사각형 12">
            <a:extLst>
              <a:ext uri="{FF2B5EF4-FFF2-40B4-BE49-F238E27FC236}">
                <a16:creationId xmlns="" xmlns:a16="http://schemas.microsoft.com/office/drawing/2014/main" id="{5E63A43E-BF14-4073-85BD-D2C5365CBA0F}"/>
              </a:ext>
            </a:extLst>
          </p:cNvPr>
          <p:cNvSpPr/>
          <p:nvPr/>
        </p:nvSpPr>
        <p:spPr>
          <a:xfrm>
            <a:off x="8037896" y="1730087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48" name="모서리가 둥근 직사각형 13">
            <a:extLst>
              <a:ext uri="{FF2B5EF4-FFF2-40B4-BE49-F238E27FC236}">
                <a16:creationId xmlns="" xmlns:a16="http://schemas.microsoft.com/office/drawing/2014/main" id="{C5112CF5-3019-4B2C-84D1-5B5E81AFBA2B}"/>
              </a:ext>
            </a:extLst>
          </p:cNvPr>
          <p:cNvSpPr/>
          <p:nvPr/>
        </p:nvSpPr>
        <p:spPr>
          <a:xfrm>
            <a:off x="8046605" y="237570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49" name="모서리가 둥근 직사각형 14">
            <a:extLst>
              <a:ext uri="{FF2B5EF4-FFF2-40B4-BE49-F238E27FC236}">
                <a16:creationId xmlns="" xmlns:a16="http://schemas.microsoft.com/office/drawing/2014/main" id="{E3DC5B49-4F58-4AEF-B82E-F34159A53569}"/>
              </a:ext>
            </a:extLst>
          </p:cNvPr>
          <p:cNvSpPr/>
          <p:nvPr/>
        </p:nvSpPr>
        <p:spPr>
          <a:xfrm>
            <a:off x="8046605" y="3024261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50" name="모서리가 둥근 직사각형 15">
            <a:extLst>
              <a:ext uri="{FF2B5EF4-FFF2-40B4-BE49-F238E27FC236}">
                <a16:creationId xmlns="" xmlns:a16="http://schemas.microsoft.com/office/drawing/2014/main" id="{EFCC52E2-4D5C-4A1E-BFE1-B6BECDBA7583}"/>
              </a:ext>
            </a:extLst>
          </p:cNvPr>
          <p:cNvSpPr/>
          <p:nvPr/>
        </p:nvSpPr>
        <p:spPr>
          <a:xfrm>
            <a:off x="8046605" y="3681535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159" name="모서리가 둥근 직사각형 4">
            <a:extLst>
              <a:ext uri="{FF2B5EF4-FFF2-40B4-BE49-F238E27FC236}">
                <a16:creationId xmlns="" xmlns:a16="http://schemas.microsoft.com/office/drawing/2014/main" id="{C4446BEF-EC0D-4520-922A-0A923A1604B3}"/>
              </a:ext>
            </a:extLst>
          </p:cNvPr>
          <p:cNvSpPr/>
          <p:nvPr/>
        </p:nvSpPr>
        <p:spPr>
          <a:xfrm>
            <a:off x="1199710" y="191010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60" name="모서리가 둥근 직사각형 4">
            <a:extLst>
              <a:ext uri="{FF2B5EF4-FFF2-40B4-BE49-F238E27FC236}">
                <a16:creationId xmlns="" xmlns:a16="http://schemas.microsoft.com/office/drawing/2014/main" id="{CE221D78-5627-499B-A964-76019EFF5360}"/>
              </a:ext>
            </a:extLst>
          </p:cNvPr>
          <p:cNvSpPr/>
          <p:nvPr/>
        </p:nvSpPr>
        <p:spPr>
          <a:xfrm>
            <a:off x="2946613" y="191010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61" name="모서리가 둥근 직사각형 4">
            <a:extLst>
              <a:ext uri="{FF2B5EF4-FFF2-40B4-BE49-F238E27FC236}">
                <a16:creationId xmlns="" xmlns:a16="http://schemas.microsoft.com/office/drawing/2014/main" id="{9A9EE973-9D19-4699-B4B1-1E107BED411D}"/>
              </a:ext>
            </a:extLst>
          </p:cNvPr>
          <p:cNvSpPr/>
          <p:nvPr/>
        </p:nvSpPr>
        <p:spPr>
          <a:xfrm>
            <a:off x="4567516" y="191010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62" name="모서리가 둥근 직사각형 4">
            <a:extLst>
              <a:ext uri="{FF2B5EF4-FFF2-40B4-BE49-F238E27FC236}">
                <a16:creationId xmlns="" xmlns:a16="http://schemas.microsoft.com/office/drawing/2014/main" id="{242C622E-3BCB-47D9-9D2A-7A5FE5FDD5A5}"/>
              </a:ext>
            </a:extLst>
          </p:cNvPr>
          <p:cNvSpPr/>
          <p:nvPr/>
        </p:nvSpPr>
        <p:spPr>
          <a:xfrm>
            <a:off x="6871117" y="1031159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8</a:t>
            </a:r>
            <a:endParaRPr lang="ko-KR" altLang="en-US" sz="1200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CF24283D-855C-481C-B288-AA4AE3FADD40}"/>
              </a:ext>
            </a:extLst>
          </p:cNvPr>
          <p:cNvCxnSpPr/>
          <p:nvPr/>
        </p:nvCxnSpPr>
        <p:spPr>
          <a:xfrm>
            <a:off x="7884541" y="779042"/>
            <a:ext cx="0" cy="55159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4">
            <a:extLst>
              <a:ext uri="{FF2B5EF4-FFF2-40B4-BE49-F238E27FC236}">
                <a16:creationId xmlns="" xmlns:a16="http://schemas.microsoft.com/office/drawing/2014/main" id="{A5C981E0-CD51-4695-B1F3-00208060D571}"/>
              </a:ext>
            </a:extLst>
          </p:cNvPr>
          <p:cNvSpPr/>
          <p:nvPr/>
        </p:nvSpPr>
        <p:spPr>
          <a:xfrm>
            <a:off x="3374625" y="2555723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19" name="모서리가 둥근 직사각형 4">
            <a:extLst>
              <a:ext uri="{FF2B5EF4-FFF2-40B4-BE49-F238E27FC236}">
                <a16:creationId xmlns="" xmlns:a16="http://schemas.microsoft.com/office/drawing/2014/main" id="{071A8D41-EC5A-4A6D-99DA-0BA12B1E7A39}"/>
              </a:ext>
            </a:extLst>
          </p:cNvPr>
          <p:cNvSpPr/>
          <p:nvPr/>
        </p:nvSpPr>
        <p:spPr>
          <a:xfrm>
            <a:off x="1051444" y="432791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6</a:t>
            </a:r>
            <a:endParaRPr lang="ko-KR" altLang="en-US" sz="1200" b="1" dirty="0"/>
          </a:p>
        </p:txBody>
      </p:sp>
      <p:sp>
        <p:nvSpPr>
          <p:cNvPr id="20" name="모서리가 둥근 직사각형 4">
            <a:extLst>
              <a:ext uri="{FF2B5EF4-FFF2-40B4-BE49-F238E27FC236}">
                <a16:creationId xmlns="" xmlns:a16="http://schemas.microsoft.com/office/drawing/2014/main" id="{D9A20C92-5ED3-4D11-ADEF-75CA935BD3D2}"/>
              </a:ext>
            </a:extLst>
          </p:cNvPr>
          <p:cNvSpPr/>
          <p:nvPr/>
        </p:nvSpPr>
        <p:spPr>
          <a:xfrm>
            <a:off x="6481238" y="1325389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7</a:t>
            </a:r>
            <a:endParaRPr lang="ko-KR" altLang="en-US" sz="1200" b="1" dirty="0"/>
          </a:p>
        </p:txBody>
      </p:sp>
      <p:sp>
        <p:nvSpPr>
          <p:cNvPr id="22" name="모서리가 둥근 직사각형 15">
            <a:extLst>
              <a:ext uri="{FF2B5EF4-FFF2-40B4-BE49-F238E27FC236}">
                <a16:creationId xmlns="" xmlns:a16="http://schemas.microsoft.com/office/drawing/2014/main" id="{A231021F-839E-43C9-AC49-F75F0BD570E8}"/>
              </a:ext>
            </a:extLst>
          </p:cNvPr>
          <p:cNvSpPr/>
          <p:nvPr/>
        </p:nvSpPr>
        <p:spPr>
          <a:xfrm>
            <a:off x="8046605" y="4327917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6</a:t>
            </a:r>
            <a:endParaRPr lang="ko-KR" altLang="en-US" sz="1200" b="1" dirty="0"/>
          </a:p>
        </p:txBody>
      </p:sp>
      <p:sp>
        <p:nvSpPr>
          <p:cNvPr id="23" name="모서리가 둥근 직사각형 15">
            <a:extLst>
              <a:ext uri="{FF2B5EF4-FFF2-40B4-BE49-F238E27FC236}">
                <a16:creationId xmlns="" xmlns:a16="http://schemas.microsoft.com/office/drawing/2014/main" id="{2370CE1A-D3D3-4433-96BF-6FE5B9F95A4F}"/>
              </a:ext>
            </a:extLst>
          </p:cNvPr>
          <p:cNvSpPr/>
          <p:nvPr/>
        </p:nvSpPr>
        <p:spPr>
          <a:xfrm>
            <a:off x="8046605" y="5000426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7</a:t>
            </a:r>
            <a:endParaRPr lang="ko-KR" altLang="en-US" sz="1200" b="1" dirty="0"/>
          </a:p>
        </p:txBody>
      </p:sp>
      <p:sp>
        <p:nvSpPr>
          <p:cNvPr id="24" name="모서리가 둥근 직사각형 15">
            <a:extLst>
              <a:ext uri="{FF2B5EF4-FFF2-40B4-BE49-F238E27FC236}">
                <a16:creationId xmlns="" xmlns:a16="http://schemas.microsoft.com/office/drawing/2014/main" id="{08E35CCE-F519-4730-9A47-66A7CF835941}"/>
              </a:ext>
            </a:extLst>
          </p:cNvPr>
          <p:cNvSpPr/>
          <p:nvPr/>
        </p:nvSpPr>
        <p:spPr>
          <a:xfrm>
            <a:off x="8046605" y="5626347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8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9291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52467F3-B09B-4E03-B54C-661FC8EDC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2" y="993028"/>
            <a:ext cx="7013010" cy="430890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602" y="141633"/>
            <a:ext cx="11205556" cy="439718"/>
          </a:xfrm>
        </p:spPr>
        <p:txBody>
          <a:bodyPr>
            <a:normAutofit/>
          </a:bodyPr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en-US" altLang="ko-KR" dirty="0"/>
              <a:t>CSR List</a:t>
            </a:r>
            <a:endParaRPr lang="ko-KR" altLang="en-US" dirty="0"/>
          </a:p>
        </p:txBody>
      </p:sp>
      <p:sp>
        <p:nvSpPr>
          <p:cNvPr id="143" name="모서리가 둥근 직사각형 4">
            <a:extLst>
              <a:ext uri="{FF2B5EF4-FFF2-40B4-BE49-F238E27FC236}">
                <a16:creationId xmlns="" xmlns:a16="http://schemas.microsoft.com/office/drawing/2014/main" id="{0F4E7446-BA0C-4ABC-BA03-BF61F985D216}"/>
              </a:ext>
            </a:extLst>
          </p:cNvPr>
          <p:cNvSpPr/>
          <p:nvPr/>
        </p:nvSpPr>
        <p:spPr>
          <a:xfrm>
            <a:off x="6050384" y="104279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8D580321-A161-4F77-92B7-2DC3852C72FC}"/>
              </a:ext>
            </a:extLst>
          </p:cNvPr>
          <p:cNvSpPr txBox="1"/>
          <p:nvPr/>
        </p:nvSpPr>
        <p:spPr>
          <a:xfrm>
            <a:off x="8046605" y="993028"/>
            <a:ext cx="3631454" cy="2951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Suatus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상태로 조회 하기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Excel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목록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Excel download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Search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검색어 조회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Detail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내용 상세 보기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6" name="모서리가 둥근 직사각형 11">
            <a:extLst>
              <a:ext uri="{FF2B5EF4-FFF2-40B4-BE49-F238E27FC236}">
                <a16:creationId xmlns="" xmlns:a16="http://schemas.microsoft.com/office/drawing/2014/main" id="{AE6F499D-BC92-4A0B-A892-3BBD75FA1225}"/>
              </a:ext>
            </a:extLst>
          </p:cNvPr>
          <p:cNvSpPr/>
          <p:nvPr/>
        </p:nvSpPr>
        <p:spPr>
          <a:xfrm>
            <a:off x="8037896" y="105163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7" name="모서리가 둥근 직사각형 12">
            <a:extLst>
              <a:ext uri="{FF2B5EF4-FFF2-40B4-BE49-F238E27FC236}">
                <a16:creationId xmlns="" xmlns:a16="http://schemas.microsoft.com/office/drawing/2014/main" id="{5E63A43E-BF14-4073-85BD-D2C5365CBA0F}"/>
              </a:ext>
            </a:extLst>
          </p:cNvPr>
          <p:cNvSpPr/>
          <p:nvPr/>
        </p:nvSpPr>
        <p:spPr>
          <a:xfrm>
            <a:off x="8037896" y="1730087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48" name="모서리가 둥근 직사각형 13">
            <a:extLst>
              <a:ext uri="{FF2B5EF4-FFF2-40B4-BE49-F238E27FC236}">
                <a16:creationId xmlns="" xmlns:a16="http://schemas.microsoft.com/office/drawing/2014/main" id="{C5112CF5-3019-4B2C-84D1-5B5E81AFBA2B}"/>
              </a:ext>
            </a:extLst>
          </p:cNvPr>
          <p:cNvSpPr/>
          <p:nvPr/>
        </p:nvSpPr>
        <p:spPr>
          <a:xfrm>
            <a:off x="8046605" y="237570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49" name="모서리가 둥근 직사각형 14">
            <a:extLst>
              <a:ext uri="{FF2B5EF4-FFF2-40B4-BE49-F238E27FC236}">
                <a16:creationId xmlns="" xmlns:a16="http://schemas.microsoft.com/office/drawing/2014/main" id="{E3DC5B49-4F58-4AEF-B82E-F34159A53569}"/>
              </a:ext>
            </a:extLst>
          </p:cNvPr>
          <p:cNvSpPr/>
          <p:nvPr/>
        </p:nvSpPr>
        <p:spPr>
          <a:xfrm>
            <a:off x="8046605" y="3024261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59" name="모서리가 둥근 직사각형 4">
            <a:extLst>
              <a:ext uri="{FF2B5EF4-FFF2-40B4-BE49-F238E27FC236}">
                <a16:creationId xmlns="" xmlns:a16="http://schemas.microsoft.com/office/drawing/2014/main" id="{C4446BEF-EC0D-4520-922A-0A923A1604B3}"/>
              </a:ext>
            </a:extLst>
          </p:cNvPr>
          <p:cNvSpPr/>
          <p:nvPr/>
        </p:nvSpPr>
        <p:spPr>
          <a:xfrm>
            <a:off x="7418102" y="1051633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60" name="모서리가 둥근 직사각형 4">
            <a:extLst>
              <a:ext uri="{FF2B5EF4-FFF2-40B4-BE49-F238E27FC236}">
                <a16:creationId xmlns="" xmlns:a16="http://schemas.microsoft.com/office/drawing/2014/main" id="{CE221D78-5627-499B-A964-76019EFF5360}"/>
              </a:ext>
            </a:extLst>
          </p:cNvPr>
          <p:cNvSpPr/>
          <p:nvPr/>
        </p:nvSpPr>
        <p:spPr>
          <a:xfrm>
            <a:off x="5601849" y="1448063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61" name="모서리가 둥근 직사각형 4">
            <a:extLst>
              <a:ext uri="{FF2B5EF4-FFF2-40B4-BE49-F238E27FC236}">
                <a16:creationId xmlns="" xmlns:a16="http://schemas.microsoft.com/office/drawing/2014/main" id="{9A9EE973-9D19-4699-B4B1-1E107BED411D}"/>
              </a:ext>
            </a:extLst>
          </p:cNvPr>
          <p:cNvSpPr/>
          <p:nvPr/>
        </p:nvSpPr>
        <p:spPr>
          <a:xfrm>
            <a:off x="6701116" y="2357713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CF24283D-855C-481C-B288-AA4AE3FADD40}"/>
              </a:ext>
            </a:extLst>
          </p:cNvPr>
          <p:cNvCxnSpPr/>
          <p:nvPr/>
        </p:nvCxnSpPr>
        <p:spPr>
          <a:xfrm>
            <a:off x="7884541" y="779042"/>
            <a:ext cx="0" cy="55159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34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9153BDCB-269C-49D2-9B16-36D58946B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87" y="1054114"/>
            <a:ext cx="7314639" cy="417103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602" y="141633"/>
            <a:ext cx="11205556" cy="439718"/>
          </a:xfrm>
        </p:spPr>
        <p:txBody>
          <a:bodyPr>
            <a:normAutofit/>
          </a:bodyPr>
          <a:lstStyle/>
          <a:p>
            <a:r>
              <a:rPr lang="en-US" altLang="ko-KR" dirty="0"/>
              <a:t>6</a:t>
            </a:r>
            <a:r>
              <a:rPr lang="en-US" altLang="ko-KR" dirty="0" smtClean="0"/>
              <a:t>. </a:t>
            </a:r>
            <a:r>
              <a:rPr lang="en-US" altLang="ko-KR" dirty="0"/>
              <a:t>SUDO CSR List</a:t>
            </a:r>
            <a:endParaRPr lang="ko-KR" altLang="en-US" dirty="0"/>
          </a:p>
        </p:txBody>
      </p:sp>
      <p:sp>
        <p:nvSpPr>
          <p:cNvPr id="143" name="모서리가 둥근 직사각형 4">
            <a:extLst>
              <a:ext uri="{FF2B5EF4-FFF2-40B4-BE49-F238E27FC236}">
                <a16:creationId xmlns="" xmlns:a16="http://schemas.microsoft.com/office/drawing/2014/main" id="{0F4E7446-BA0C-4ABC-BA03-BF61F985D216}"/>
              </a:ext>
            </a:extLst>
          </p:cNvPr>
          <p:cNvSpPr/>
          <p:nvPr/>
        </p:nvSpPr>
        <p:spPr>
          <a:xfrm>
            <a:off x="5889912" y="1391455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8D580321-A161-4F77-92B7-2DC3852C72FC}"/>
              </a:ext>
            </a:extLst>
          </p:cNvPr>
          <p:cNvSpPr txBox="1"/>
          <p:nvPr/>
        </p:nvSpPr>
        <p:spPr>
          <a:xfrm>
            <a:off x="8046605" y="993028"/>
            <a:ext cx="3631454" cy="2286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Search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검색어 조회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Excel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목록 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Excel download</a:t>
            </a: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Detail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내용 상세 보기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6" name="모서리가 둥근 직사각형 11">
            <a:extLst>
              <a:ext uri="{FF2B5EF4-FFF2-40B4-BE49-F238E27FC236}">
                <a16:creationId xmlns="" xmlns:a16="http://schemas.microsoft.com/office/drawing/2014/main" id="{AE6F499D-BC92-4A0B-A892-3BBD75FA1225}"/>
              </a:ext>
            </a:extLst>
          </p:cNvPr>
          <p:cNvSpPr/>
          <p:nvPr/>
        </p:nvSpPr>
        <p:spPr>
          <a:xfrm>
            <a:off x="8037896" y="105163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7" name="모서리가 둥근 직사각형 12">
            <a:extLst>
              <a:ext uri="{FF2B5EF4-FFF2-40B4-BE49-F238E27FC236}">
                <a16:creationId xmlns="" xmlns:a16="http://schemas.microsoft.com/office/drawing/2014/main" id="{5E63A43E-BF14-4073-85BD-D2C5365CBA0F}"/>
              </a:ext>
            </a:extLst>
          </p:cNvPr>
          <p:cNvSpPr/>
          <p:nvPr/>
        </p:nvSpPr>
        <p:spPr>
          <a:xfrm>
            <a:off x="8037896" y="1730087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48" name="모서리가 둥근 직사각형 13">
            <a:extLst>
              <a:ext uri="{FF2B5EF4-FFF2-40B4-BE49-F238E27FC236}">
                <a16:creationId xmlns="" xmlns:a16="http://schemas.microsoft.com/office/drawing/2014/main" id="{C5112CF5-3019-4B2C-84D1-5B5E81AFBA2B}"/>
              </a:ext>
            </a:extLst>
          </p:cNvPr>
          <p:cNvSpPr/>
          <p:nvPr/>
        </p:nvSpPr>
        <p:spPr>
          <a:xfrm>
            <a:off x="8046605" y="237570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59" name="모서리가 둥근 직사각형 4">
            <a:extLst>
              <a:ext uri="{FF2B5EF4-FFF2-40B4-BE49-F238E27FC236}">
                <a16:creationId xmlns="" xmlns:a16="http://schemas.microsoft.com/office/drawing/2014/main" id="{C4446BEF-EC0D-4520-922A-0A923A1604B3}"/>
              </a:ext>
            </a:extLst>
          </p:cNvPr>
          <p:cNvSpPr/>
          <p:nvPr/>
        </p:nvSpPr>
        <p:spPr>
          <a:xfrm>
            <a:off x="7069759" y="104279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60" name="모서리가 둥근 직사각형 4">
            <a:extLst>
              <a:ext uri="{FF2B5EF4-FFF2-40B4-BE49-F238E27FC236}">
                <a16:creationId xmlns="" xmlns:a16="http://schemas.microsoft.com/office/drawing/2014/main" id="{CE221D78-5627-499B-A964-76019EFF5360}"/>
              </a:ext>
            </a:extLst>
          </p:cNvPr>
          <p:cNvSpPr/>
          <p:nvPr/>
        </p:nvSpPr>
        <p:spPr>
          <a:xfrm>
            <a:off x="6943759" y="2159703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CF24283D-855C-481C-B288-AA4AE3FADD40}"/>
              </a:ext>
            </a:extLst>
          </p:cNvPr>
          <p:cNvCxnSpPr/>
          <p:nvPr/>
        </p:nvCxnSpPr>
        <p:spPr>
          <a:xfrm>
            <a:off x="7884541" y="779042"/>
            <a:ext cx="0" cy="55159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40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68" y="807171"/>
            <a:ext cx="7365361" cy="315258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2602" y="141633"/>
            <a:ext cx="11205556" cy="439718"/>
          </a:xfrm>
        </p:spPr>
        <p:txBody>
          <a:bodyPr>
            <a:normAutofit/>
          </a:bodyPr>
          <a:lstStyle/>
          <a:p>
            <a:r>
              <a:rPr lang="en-US" altLang="ko-KR" dirty="0"/>
              <a:t>7</a:t>
            </a:r>
            <a:r>
              <a:rPr lang="en-US" altLang="ko-KR" dirty="0" smtClean="0"/>
              <a:t>. </a:t>
            </a:r>
            <a:r>
              <a:rPr lang="en-US" altLang="ko-KR" dirty="0"/>
              <a:t>CSR</a:t>
            </a:r>
            <a:r>
              <a:rPr lang="ko-KR" altLang="en-US" dirty="0"/>
              <a:t> </a:t>
            </a:r>
            <a:r>
              <a:rPr lang="en-US" altLang="ko-KR" dirty="0" err="1"/>
              <a:t>Req</a:t>
            </a:r>
            <a:r>
              <a:rPr lang="en-US" altLang="ko-KR" dirty="0"/>
              <a:t> </a:t>
            </a:r>
            <a:r>
              <a:rPr lang="en-US" altLang="ko-KR" dirty="0" smtClean="0"/>
              <a:t>(Vault SSH CSR </a:t>
            </a:r>
            <a:r>
              <a:rPr lang="en-US" altLang="ko-KR" dirty="0" err="1" smtClean="0"/>
              <a:t>Req</a:t>
            </a:r>
            <a:r>
              <a:rPr lang="en-US" altLang="ko-KR" dirty="0" smtClean="0"/>
              <a:t>) – </a:t>
            </a:r>
            <a:r>
              <a:rPr lang="ko-KR" altLang="en-US" smtClean="0"/>
              <a:t>서버접근 제어</a:t>
            </a:r>
            <a:endParaRPr lang="ko-KR" altLang="en-US" dirty="0"/>
          </a:p>
        </p:txBody>
      </p:sp>
      <p:sp>
        <p:nvSpPr>
          <p:cNvPr id="143" name="모서리가 둥근 직사각형 4">
            <a:extLst>
              <a:ext uri="{FF2B5EF4-FFF2-40B4-BE49-F238E27FC236}">
                <a16:creationId xmlns="" xmlns:a16="http://schemas.microsoft.com/office/drawing/2014/main" id="{0F4E7446-BA0C-4ABC-BA03-BF61F985D216}"/>
              </a:ext>
            </a:extLst>
          </p:cNvPr>
          <p:cNvSpPr/>
          <p:nvPr/>
        </p:nvSpPr>
        <p:spPr>
          <a:xfrm>
            <a:off x="513941" y="115980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5" name="TextBox 144">
            <a:extLst>
              <a:ext uri="{FF2B5EF4-FFF2-40B4-BE49-F238E27FC236}">
                <a16:creationId xmlns="" xmlns:a16="http://schemas.microsoft.com/office/drawing/2014/main" id="{8D580321-A161-4F77-92B7-2DC3852C72FC}"/>
              </a:ext>
            </a:extLst>
          </p:cNvPr>
          <p:cNvSpPr txBox="1"/>
          <p:nvPr/>
        </p:nvSpPr>
        <p:spPr>
          <a:xfrm>
            <a:off x="8046605" y="993028"/>
            <a:ext cx="3631454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Title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요청서 제목 입력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Request Role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접속 서버의 계정 별 </a:t>
            </a:r>
            <a:r>
              <a:rPr lang="en-US" altLang="ko-KR" sz="12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Role </a:t>
            </a:r>
            <a:r>
              <a:rPr lang="ko-KR" altLang="en-US" sz="1200" b="1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Etc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Request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Template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준하여 내용 작성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Approver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Submit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요청 및 저장 하기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1">
              <a:lnSpc>
                <a:spcPct val="12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6" name="모서리가 둥근 직사각형 11">
            <a:extLst>
              <a:ext uri="{FF2B5EF4-FFF2-40B4-BE49-F238E27FC236}">
                <a16:creationId xmlns="" xmlns:a16="http://schemas.microsoft.com/office/drawing/2014/main" id="{AE6F499D-BC92-4A0B-A892-3BBD75FA1225}"/>
              </a:ext>
            </a:extLst>
          </p:cNvPr>
          <p:cNvSpPr/>
          <p:nvPr/>
        </p:nvSpPr>
        <p:spPr>
          <a:xfrm>
            <a:off x="8037896" y="105163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47" name="모서리가 둥근 직사각형 12">
            <a:extLst>
              <a:ext uri="{FF2B5EF4-FFF2-40B4-BE49-F238E27FC236}">
                <a16:creationId xmlns="" xmlns:a16="http://schemas.microsoft.com/office/drawing/2014/main" id="{5E63A43E-BF14-4073-85BD-D2C5365CBA0F}"/>
              </a:ext>
            </a:extLst>
          </p:cNvPr>
          <p:cNvSpPr/>
          <p:nvPr/>
        </p:nvSpPr>
        <p:spPr>
          <a:xfrm>
            <a:off x="8037896" y="1730087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48" name="모서리가 둥근 직사각형 13">
            <a:extLst>
              <a:ext uri="{FF2B5EF4-FFF2-40B4-BE49-F238E27FC236}">
                <a16:creationId xmlns="" xmlns:a16="http://schemas.microsoft.com/office/drawing/2014/main" id="{C5112CF5-3019-4B2C-84D1-5B5E81AFBA2B}"/>
              </a:ext>
            </a:extLst>
          </p:cNvPr>
          <p:cNvSpPr/>
          <p:nvPr/>
        </p:nvSpPr>
        <p:spPr>
          <a:xfrm>
            <a:off x="8046605" y="2375703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49" name="모서리가 둥근 직사각형 14">
            <a:extLst>
              <a:ext uri="{FF2B5EF4-FFF2-40B4-BE49-F238E27FC236}">
                <a16:creationId xmlns="" xmlns:a16="http://schemas.microsoft.com/office/drawing/2014/main" id="{E3DC5B49-4F58-4AEF-B82E-F34159A53569}"/>
              </a:ext>
            </a:extLst>
          </p:cNvPr>
          <p:cNvSpPr/>
          <p:nvPr/>
        </p:nvSpPr>
        <p:spPr>
          <a:xfrm>
            <a:off x="8046605" y="3024261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150" name="모서리가 둥근 직사각형 15">
            <a:extLst>
              <a:ext uri="{FF2B5EF4-FFF2-40B4-BE49-F238E27FC236}">
                <a16:creationId xmlns="" xmlns:a16="http://schemas.microsoft.com/office/drawing/2014/main" id="{EFCC52E2-4D5C-4A1E-BFE1-B6BECDBA7583}"/>
              </a:ext>
            </a:extLst>
          </p:cNvPr>
          <p:cNvSpPr/>
          <p:nvPr/>
        </p:nvSpPr>
        <p:spPr>
          <a:xfrm>
            <a:off x="8046605" y="3916666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159" name="모서리가 둥근 직사각형 4">
            <a:extLst>
              <a:ext uri="{FF2B5EF4-FFF2-40B4-BE49-F238E27FC236}">
                <a16:creationId xmlns="" xmlns:a16="http://schemas.microsoft.com/office/drawing/2014/main" id="{C4446BEF-EC0D-4520-922A-0A923A1604B3}"/>
              </a:ext>
            </a:extLst>
          </p:cNvPr>
          <p:cNvSpPr/>
          <p:nvPr/>
        </p:nvSpPr>
        <p:spPr>
          <a:xfrm>
            <a:off x="3078341" y="1622087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60" name="모서리가 둥근 직사각형 4">
            <a:extLst>
              <a:ext uri="{FF2B5EF4-FFF2-40B4-BE49-F238E27FC236}">
                <a16:creationId xmlns="" xmlns:a16="http://schemas.microsoft.com/office/drawing/2014/main" id="{CE221D78-5627-499B-A964-76019EFF5360}"/>
              </a:ext>
            </a:extLst>
          </p:cNvPr>
          <p:cNvSpPr/>
          <p:nvPr/>
        </p:nvSpPr>
        <p:spPr>
          <a:xfrm>
            <a:off x="765941" y="2916261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62" name="모서리가 둥근 직사각형 4">
            <a:extLst>
              <a:ext uri="{FF2B5EF4-FFF2-40B4-BE49-F238E27FC236}">
                <a16:creationId xmlns="" xmlns:a16="http://schemas.microsoft.com/office/drawing/2014/main" id="{242C622E-3BCB-47D9-9D2A-7A5FE5FDD5A5}"/>
              </a:ext>
            </a:extLst>
          </p:cNvPr>
          <p:cNvSpPr/>
          <p:nvPr/>
        </p:nvSpPr>
        <p:spPr>
          <a:xfrm>
            <a:off x="6871117" y="1031159"/>
            <a:ext cx="252000" cy="216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="" xmlns:a16="http://schemas.microsoft.com/office/drawing/2014/main" id="{CF24283D-855C-481C-B288-AA4AE3FADD40}"/>
              </a:ext>
            </a:extLst>
          </p:cNvPr>
          <p:cNvCxnSpPr/>
          <p:nvPr/>
        </p:nvCxnSpPr>
        <p:spPr>
          <a:xfrm>
            <a:off x="7884541" y="779042"/>
            <a:ext cx="0" cy="55159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C26F44A9-70EB-496F-995D-A87FB8C71126}"/>
              </a:ext>
            </a:extLst>
          </p:cNvPr>
          <p:cNvSpPr txBox="1"/>
          <p:nvPr/>
        </p:nvSpPr>
        <p:spPr>
          <a:xfrm>
            <a:off x="513941" y="4437317"/>
            <a:ext cx="3510898" cy="12116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※ </a:t>
            </a:r>
            <a:r>
              <a:rPr lang="en-US" altLang="ko-KR" sz="1100" b="1" dirty="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Role </a:t>
            </a:r>
            <a:r>
              <a:rPr lang="en-US" altLang="ko-KR" sz="1100" b="1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NAME </a:t>
            </a:r>
            <a:r>
              <a:rPr lang="ko-KR" altLang="en-US" sz="1100" b="1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구조</a:t>
            </a:r>
            <a:r>
              <a:rPr lang="en-US" altLang="ko-KR" sz="1100" b="1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1100" b="1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예시</a:t>
            </a:r>
            <a:r>
              <a:rPr lang="en-US" altLang="ko-KR" sz="1100" b="1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i="1" dirty="0" smtClean="0">
                <a:solidFill>
                  <a:srgbClr val="0070C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365Care_Prod/ssh-an2-365care-op-admin-careadmin</a:t>
            </a:r>
            <a:endParaRPr lang="en-US" altLang="ko-KR" sz="1100" i="1" dirty="0">
              <a:solidFill>
                <a:srgbClr val="0070C0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  <a:p>
            <a:pPr>
              <a:spcBef>
                <a:spcPts val="400"/>
              </a:spcBef>
            </a:pPr>
            <a:r>
              <a:rPr lang="en-US" altLang="ko-KR" sz="1100" dirty="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365Care_Prod :</a:t>
            </a:r>
            <a:r>
              <a:rPr lang="ko-KR" altLang="en-US" sz="11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110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서비스명</a:t>
            </a:r>
            <a:endParaRPr lang="en-US" altLang="ko-KR" sz="11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  <a:p>
            <a:pPr>
              <a:spcBef>
                <a:spcPts val="400"/>
              </a:spcBef>
            </a:pPr>
            <a:r>
              <a:rPr lang="en-US" altLang="ko-KR" sz="1100" dirty="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an2-365care-op-admin : </a:t>
            </a:r>
            <a:r>
              <a:rPr lang="ko-KR" altLang="en-US" sz="110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서버명</a:t>
            </a:r>
            <a:endParaRPr lang="en-US" altLang="ko-KR" sz="1100" dirty="0" smtClean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  <a:p>
            <a:pPr>
              <a:spcBef>
                <a:spcPts val="400"/>
              </a:spcBef>
            </a:pPr>
            <a:r>
              <a:rPr lang="en-US" altLang="ko-KR" sz="1100" dirty="0" err="1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careadmin</a:t>
            </a:r>
            <a:r>
              <a:rPr lang="en-US" altLang="ko-KR" sz="1100" dirty="0" smtClean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en-US" altLang="ko-KR" sz="11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: </a:t>
            </a:r>
            <a:r>
              <a:rPr lang="ko-KR" altLang="en-US" sz="11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접근할 서비스 </a:t>
            </a:r>
            <a:r>
              <a:rPr lang="en-US" altLang="ko-KR" sz="11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OS </a:t>
            </a:r>
            <a:r>
              <a:rPr lang="ko-KR" altLang="en-US" sz="1100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계정명</a:t>
            </a:r>
            <a:endParaRPr lang="en-US" altLang="ko-KR" sz="11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9" name="모서리가 둥근 직사각형 14">
            <a:extLst>
              <a:ext uri="{FF2B5EF4-FFF2-40B4-BE49-F238E27FC236}">
                <a16:creationId xmlns="" xmlns:a16="http://schemas.microsoft.com/office/drawing/2014/main" id="{E3DC5B49-4F58-4AEF-B82E-F34159A53569}"/>
              </a:ext>
            </a:extLst>
          </p:cNvPr>
          <p:cNvSpPr/>
          <p:nvPr/>
        </p:nvSpPr>
        <p:spPr>
          <a:xfrm>
            <a:off x="5483789" y="3571602"/>
            <a:ext cx="216024" cy="18002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651000" y="6146721"/>
            <a:ext cx="4480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다른 </a:t>
            </a:r>
            <a:r>
              <a:rPr lang="en-US" altLang="ko-KR" dirty="0" smtClean="0">
                <a:solidFill>
                  <a:srgbClr val="FF0000"/>
                </a:solidFill>
              </a:rPr>
              <a:t>Vault </a:t>
            </a:r>
            <a:r>
              <a:rPr lang="ko-KR" altLang="en-US" smtClean="0">
                <a:solidFill>
                  <a:srgbClr val="FF0000"/>
                </a:solidFill>
              </a:rPr>
              <a:t>메뉴는 </a:t>
            </a:r>
            <a:r>
              <a:rPr lang="en-US" altLang="ko-KR" dirty="0" smtClean="0">
                <a:solidFill>
                  <a:srgbClr val="FF0000"/>
                </a:solidFill>
              </a:rPr>
              <a:t>Vault </a:t>
            </a:r>
            <a:r>
              <a:rPr lang="ko-KR" altLang="en-US" smtClean="0">
                <a:solidFill>
                  <a:srgbClr val="FF0000"/>
                </a:solidFill>
              </a:rPr>
              <a:t>사용 가이드 참조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14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388</Words>
  <Application>Microsoft Office PowerPoint</Application>
  <PresentationFormat>와이드스크린</PresentationFormat>
  <Paragraphs>182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LG스마트체 Light</vt:lpstr>
      <vt:lpstr>LG스마트체 Regular</vt:lpstr>
      <vt:lpstr>LG스마트체 SemiBold</vt:lpstr>
      <vt:lpstr>맑은 고딕</vt:lpstr>
      <vt:lpstr>Arial</vt:lpstr>
      <vt:lpstr>Calibri</vt:lpstr>
      <vt:lpstr>Wingdings</vt:lpstr>
      <vt:lpstr>Office 테마</vt:lpstr>
      <vt:lpstr>PowerPoint 프레젠테이션</vt:lpstr>
      <vt:lpstr>1. 인프라 요청 프로세스</vt:lpstr>
      <vt:lpstr>2. Catoz CSR 메뉴 구성 </vt:lpstr>
      <vt:lpstr>3. CSR Req</vt:lpstr>
      <vt:lpstr>4. CSR Req (Sudo)</vt:lpstr>
      <vt:lpstr>5. CSR List</vt:lpstr>
      <vt:lpstr>6. SUDO CSR List</vt:lpstr>
      <vt:lpstr>7. CSR Req (Vault SSH CSR Req) – 서버접근 제어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전영호/협력사 차장/클라우드센터 서비스플랫폼FD 시스템관리팀(youngho05.jeon@lgepartner.com)</dc:creator>
  <cp:lastModifiedBy>이형곤/책임연구원/클라우드운영실 클라우드인프라운영파트(goni.lee@lge.com)</cp:lastModifiedBy>
  <cp:revision>37</cp:revision>
  <dcterms:created xsi:type="dcterms:W3CDTF">2018-04-04T23:52:53Z</dcterms:created>
  <dcterms:modified xsi:type="dcterms:W3CDTF">2024-01-24T00:25:59Z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2024-01-24T00:25:59Z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40a5b5cf-c5e8-40a0-8e5d-346e4a724649</vt:lpwstr>
  </property>
  <property fmtid="{D5CDD505-2E9C-101B-9397-08002B2CF9AE}" pid="8" name="MSIP_Label_cc6ed9fc-fefc-4a0c-a6d6-10cf236c0d4f_ContentBits">
    <vt:lpwstr>1</vt:lpwstr>
  </property>
</Properties>
</file>