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82" r:id="rId2"/>
    <p:sldId id="533" r:id="rId3"/>
    <p:sldId id="519" r:id="rId4"/>
    <p:sldId id="523" r:id="rId5"/>
    <p:sldId id="502" r:id="rId6"/>
    <p:sldId id="500" r:id="rId7"/>
    <p:sldId id="454" r:id="rId8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1"/>
        </a:solidFill>
        <a:latin typeface="Trebuchet MS" pitchFamily="34" charset="0"/>
        <a:ea typeface="휴먼모음T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1661">
          <p15:clr>
            <a:srgbClr val="A4A3A4"/>
          </p15:clr>
        </p15:guide>
        <p15:guide id="4" orient="horz" pos="2614">
          <p15:clr>
            <a:srgbClr val="A4A3A4"/>
          </p15:clr>
        </p15:guide>
        <p15:guide id="5" orient="horz" pos="799">
          <p15:clr>
            <a:srgbClr val="A4A3A4"/>
          </p15:clr>
        </p15:guide>
        <p15:guide id="6" orient="horz" pos="2750">
          <p15:clr>
            <a:srgbClr val="A4A3A4"/>
          </p15:clr>
        </p15:guide>
        <p15:guide id="7" pos="262">
          <p15:clr>
            <a:srgbClr val="A4A3A4"/>
          </p15:clr>
        </p15:guide>
        <p15:guide id="8" pos="489">
          <p15:clr>
            <a:srgbClr val="A4A3A4"/>
          </p15:clr>
        </p15:guide>
        <p15:guide id="9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DDEBF7"/>
    <a:srgbClr val="CCECFF"/>
    <a:srgbClr val="FFCCFF"/>
    <a:srgbClr val="CC0099"/>
    <a:srgbClr val="FF9900"/>
    <a:srgbClr val="FF9999"/>
    <a:srgbClr val="3399FF"/>
    <a:srgbClr val="9999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89" autoAdjust="0"/>
    <p:restoredTop sz="91815" autoAdjust="0"/>
  </p:normalViewPr>
  <p:slideViewPr>
    <p:cSldViewPr>
      <p:cViewPr varScale="1">
        <p:scale>
          <a:sx n="80" d="100"/>
          <a:sy n="80" d="100"/>
        </p:scale>
        <p:origin x="114" y="882"/>
      </p:cViewPr>
      <p:guideLst>
        <p:guide orient="horz" pos="527"/>
        <p:guide orient="horz" pos="935"/>
        <p:guide orient="horz" pos="1661"/>
        <p:guide orient="horz" pos="2614"/>
        <p:guide orient="horz" pos="799"/>
        <p:guide orient="horz" pos="2750"/>
        <p:guide pos="262"/>
        <p:guide pos="489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990" y="11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r>
              <a:rPr lang="en-US" altLang="ko-KR"/>
              <a:t>PSI : 문서명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625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625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fld id="{F58F2486-B809-461C-8CD1-6DD4233A92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994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r>
              <a:rPr lang="en-US" altLang="ko-KR"/>
              <a:t>PSI : 문서명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7625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21225"/>
            <a:ext cx="499427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세째 수준</a:t>
            </a:r>
          </a:p>
          <a:p>
            <a:pPr lvl="3"/>
            <a:r>
              <a:rPr lang="ko-KR" altLang="en-US" noProof="0"/>
              <a:t>네째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l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625" y="9440863"/>
            <a:ext cx="29495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09" tIns="45804" rIns="91609" bIns="45804" numCol="1" anchor="b" anchorCtr="0" compatLnSpc="1">
            <a:prstTxWarp prst="textNoShape">
              <a:avLst/>
            </a:prstTxWarp>
          </a:bodyPr>
          <a:lstStyle>
            <a:lvl1pPr algn="r" defTabSz="915937">
              <a:buSzTx/>
              <a:buFontTx/>
              <a:buNone/>
              <a:defRPr sz="1200" u="none">
                <a:latin typeface="Times New Roman" pitchFamily="18" charset="0"/>
                <a:ea typeface="굴림" charset="-127"/>
              </a:defRPr>
            </a:lvl1pPr>
          </a:lstStyle>
          <a:p>
            <a:pPr>
              <a:defRPr/>
            </a:pPr>
            <a:fld id="{F22977DD-5055-4A1F-9347-DEE435D391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81853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hyun\Desktop\비전로고_두줄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65368" y="141866"/>
            <a:ext cx="1409001" cy="611775"/>
          </a:xfrm>
          <a:prstGeom prst="rect">
            <a:avLst/>
          </a:prstGeom>
          <a:noFill/>
        </p:spPr>
      </p:pic>
      <p:pic>
        <p:nvPicPr>
          <p:cNvPr id="3" name="Picture 11" descr="D:\조직문화\로고\LGE_CI_LOGO\누끼 컷\LGE_Logo_3D_Tagline(W)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84" y="6179570"/>
            <a:ext cx="975346" cy="47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Text Box 63"/>
          <p:cNvSpPr txBox="1">
            <a:spLocks noChangeArrowheads="1"/>
          </p:cNvSpPr>
          <p:nvPr/>
        </p:nvSpPr>
        <p:spPr bwMode="auto">
          <a:xfrm>
            <a:off x="290513" y="6540500"/>
            <a:ext cx="184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28" tIns="45714" rIns="91428" bIns="45714">
            <a:spAutoFit/>
          </a:bodyPr>
          <a:lstStyle/>
          <a:p>
            <a:pPr>
              <a:defRPr/>
            </a:pPr>
            <a:endParaRPr lang="ko-KR" altLang="ko-KR" sz="1000" u="none"/>
          </a:p>
        </p:txBody>
      </p:sp>
      <p:pic>
        <p:nvPicPr>
          <p:cNvPr id="7" name="Picture 11" descr="D:\조직문화\로고\LGE_CI_LOGO\누끼 컷\LGE_Logo_3D_Tagline(W)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84" y="6179570"/>
            <a:ext cx="975346" cy="47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3"/>
          <p:cNvSpPr>
            <a:spLocks noChangeShapeType="1"/>
          </p:cNvSpPr>
          <p:nvPr/>
        </p:nvSpPr>
        <p:spPr bwMode="auto">
          <a:xfrm>
            <a:off x="704850" y="2924175"/>
            <a:ext cx="847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687638" y="2374936"/>
            <a:ext cx="6592887" cy="5539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ko-KR" altLang="en-US" sz="30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성능테스트 </a:t>
            </a:r>
            <a:r>
              <a:rPr lang="ko-KR" altLang="en-US" sz="3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결과서</a:t>
            </a:r>
            <a:endParaRPr lang="ko-KR" altLang="en-US" sz="3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1238224" y="1293813"/>
            <a:ext cx="803595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ko-KR" altLang="en-US" sz="24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프로젝트 명</a:t>
            </a:r>
            <a:endParaRPr lang="ko-KR" altLang="en-US" sz="24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4141698" y="5307376"/>
            <a:ext cx="16193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defTabSz="914400" eaLnBrk="1" hangingPunct="1">
              <a:buFont typeface="Wingdings" pitchFamily="2" charset="2"/>
              <a:buNone/>
            </a:pPr>
            <a:r>
              <a:rPr lang="en-US" altLang="ko-KR" sz="15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202x</a:t>
            </a:r>
            <a:r>
              <a:rPr lang="ko-KR" altLang="en-US" sz="1500" u="none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년 </a:t>
            </a:r>
            <a:r>
              <a:rPr lang="en-US" altLang="ko-KR" sz="15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xx</a:t>
            </a:r>
            <a:r>
              <a:rPr lang="ko-KR" altLang="en-US" sz="1500" u="none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lang="en-US" altLang="ko-KR" sz="15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xx</a:t>
            </a:r>
            <a:r>
              <a:rPr lang="ko-KR" altLang="en-US" sz="1500" u="none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일</a:t>
            </a:r>
            <a:endParaRPr lang="ko-KR" altLang="en-US" sz="1500" u="none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4584927" y="5661248"/>
            <a:ext cx="7328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defTabSz="914400" eaLnBrk="1" hangingPunct="1">
              <a:buFont typeface="Wingdings" pitchFamily="2" charset="2"/>
              <a:buNone/>
            </a:pPr>
            <a:r>
              <a:rPr lang="ko-KR" altLang="en-US" sz="1600" u="none" dirty="0" smtClea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조직</a:t>
            </a:r>
            <a:r>
              <a:rPr lang="ko-KR" altLang="en-US" sz="1600" u="none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712640" y="908720"/>
            <a:ext cx="624840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algn="ctr" eaLnBrk="0" fontAlgn="ctr" latinLnBrk="0" hangingPunct="0">
              <a:lnSpc>
                <a:spcPct val="130000"/>
              </a:lnSpc>
              <a:buFont typeface="Symbol" pitchFamily="18" charset="2"/>
              <a:buNone/>
            </a:pPr>
            <a:r>
              <a:rPr lang="ko-KR" altLang="en-US" sz="2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 차</a:t>
            </a:r>
            <a:endParaRPr lang="ko-KR" altLang="en-US" sz="2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224808" y="1916832"/>
            <a:ext cx="453650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개요</a:t>
            </a: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</a:t>
            </a:r>
            <a:r>
              <a:rPr lang="ko-KR" altLang="en-US" sz="18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 요약</a:t>
            </a: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상세 결과</a:t>
            </a:r>
            <a:endParaRPr lang="en-US" altLang="ko-KR" sz="1800" b="1" u="none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시정조치 </a:t>
            </a: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사항</a:t>
            </a:r>
            <a:endParaRPr lang="ko-KR" altLang="en-US" sz="18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28600" indent="-2286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ko-KR" altLang="en-US" sz="18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제약사항</a:t>
            </a:r>
            <a:endParaRPr lang="ko-KR" altLang="en-US" sz="18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77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432972" y="764704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테스트 목적 </a:t>
            </a:r>
            <a:r>
              <a:rPr lang="en-US" altLang="ko-KR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(Test Objectives)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32972" y="1728176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테스트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대상 및 범위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개요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32972" y="1147276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목적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432972" y="2114321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대상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432972" y="2695303"/>
            <a:ext cx="396044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부하모델</a:t>
            </a:r>
            <a:r>
              <a:rPr lang="en-US" altLang="ko-KR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(Workload Model)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수립</a:t>
            </a:r>
            <a:r>
              <a:rPr lang="en-US" altLang="ko-KR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432972" y="4619767"/>
            <a:ext cx="396044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테스트일정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432972" y="3078485"/>
            <a:ext cx="4808060" cy="318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</a:t>
            </a:r>
            <a:r>
              <a:rPr lang="ko-KR" altLang="en-US" sz="1200" b="1" u="none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업무별 부하 목표치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432972" y="5011397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실제 진행된 테스트 일정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432972" y="3657535"/>
            <a:ext cx="3960440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</a:t>
            </a:r>
            <a:r>
              <a:rPr lang="ko-KR" altLang="en-US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시나리오</a:t>
            </a:r>
            <a:endParaRPr lang="ko-KR" altLang="en-US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432972" y="4040717"/>
            <a:ext cx="284956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시나리오 설명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0814" y="65011"/>
            <a:ext cx="4878809" cy="4346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결과 요약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408442"/>
              </p:ext>
            </p:extLst>
          </p:nvPr>
        </p:nvGraphicFramePr>
        <p:xfrm>
          <a:off x="429374" y="1268760"/>
          <a:ext cx="8844105" cy="2776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7282"/>
                <a:gridCol w="2088232"/>
                <a:gridCol w="2088232"/>
                <a:gridCol w="1080120"/>
                <a:gridCol w="2160239"/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시나리오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케이스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주요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성능목표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PASS</a:t>
                      </a:r>
                      <a:r>
                        <a:rPr lang="en-US" altLang="ko-KR" sz="1200" b="1" baseline="0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/ FAIL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212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219869"/>
              </p:ext>
            </p:extLst>
          </p:nvPr>
        </p:nvGraphicFramePr>
        <p:xfrm>
          <a:off x="416496" y="4340468"/>
          <a:ext cx="8844105" cy="936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7282"/>
                <a:gridCol w="1237014"/>
                <a:gridCol w="1728192"/>
                <a:gridCol w="4451617"/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종합평가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적합</a:t>
                      </a:r>
                      <a:endParaRPr lang="en-US" altLang="ko-KR" sz="12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부적합</a:t>
                      </a:r>
                      <a:endParaRPr lang="ko-KR" altLang="en-US" sz="16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판정불가</a:t>
                      </a:r>
                      <a:endParaRPr lang="ko-KR" altLang="en-US" sz="16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권고</a:t>
                      </a:r>
                      <a:r>
                        <a:rPr lang="en-US" altLang="ko-KR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시정조치</a:t>
                      </a:r>
                      <a:r>
                        <a:rPr lang="en-US" altLang="ko-KR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2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필수</a:t>
                      </a:r>
                      <a:r>
                        <a:rPr lang="en-US" altLang="ko-KR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시정조치</a:t>
                      </a:r>
                      <a:endParaRPr lang="en-US" altLang="ko-KR" sz="1200" baseline="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</a:t>
                      </a:r>
                      <a:r>
                        <a:rPr lang="ko-KR" altLang="en-US" sz="1200" dirty="0" err="1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재테스트</a:t>
                      </a:r>
                      <a:r>
                        <a:rPr lang="ko-KR" altLang="en-US" sz="1200" dirty="0" smtClean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필수</a:t>
                      </a:r>
                      <a:endParaRPr lang="ko-KR" altLang="en-US" sz="1600" dirty="0" smtClean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b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32972" y="648301"/>
            <a:ext cx="5024084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시나리오별 성능목표를 달성 여부 및 종합평가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ko-KR" altLang="en-US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상세 결과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200472" y="692696"/>
            <a:ext cx="604867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결과 및 분석 내용을 상세하게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        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시정조치 사항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200472" y="692696"/>
            <a:ext cx="604867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성능테스트 간 문제가 발생한 경우 해결 방안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883618"/>
              </p:ext>
            </p:extLst>
          </p:nvPr>
        </p:nvGraphicFramePr>
        <p:xfrm>
          <a:off x="429374" y="1268760"/>
          <a:ext cx="8772097" cy="3906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418"/>
                <a:gridCol w="2808312"/>
                <a:gridCol w="1584176"/>
                <a:gridCol w="1728191"/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발생 현상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해결 방안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 완료일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 담당자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363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534540" y="2681828"/>
            <a:ext cx="9170988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0975" indent="-180975" eaLnBrk="0" latin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</a:t>
            </a:r>
            <a:endParaRPr lang="en-US" altLang="ko-KR" sz="1200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534541" y="1729321"/>
            <a:ext cx="9170987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0975" indent="-180975" eaLnBrk="0" latinLnBrk="0" hangingPunct="0">
              <a:spcBef>
                <a:spcPct val="50000"/>
              </a:spcBef>
              <a:buFont typeface="Wingdings" pitchFamily="2" charset="2"/>
              <a:buChar char="§"/>
              <a:tabLst>
                <a:tab pos="90488" algn="l"/>
              </a:tabLst>
            </a:pPr>
            <a:r>
              <a:rPr lang="ko-KR" altLang="en-US" sz="1200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447254" y="1340768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테스트 환경 제약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47254" y="2298646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업무</a:t>
            </a:r>
            <a:r>
              <a:rPr lang="en-US" altLang="ko-KR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/</a:t>
            </a: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도구 제약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447254" y="3256524"/>
            <a:ext cx="2849562" cy="38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  <a:buFont typeface="맑은 고딕" pitchFamily="50" charset="-127"/>
              <a:buChar char="▣"/>
            </a:pPr>
            <a:r>
              <a:rPr lang="ko-KR" altLang="en-US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 일반 제약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14" y="65011"/>
            <a:ext cx="4878809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u="none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r>
              <a:rPr lang="en-US" altLang="ko-KR" sz="20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20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테스트 제약사항</a:t>
            </a:r>
            <a:endParaRPr lang="ko-KR" altLang="en-US" sz="2000" b="1" u="none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34540" y="3639706"/>
            <a:ext cx="9170988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180975" indent="-180975" eaLnBrk="0" latin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</a:t>
            </a:r>
            <a:endParaRPr lang="en-US" altLang="ko-KR" sz="1200" u="none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200472" y="692696"/>
            <a:ext cx="604867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>
                <a:schemeClr val="tx1"/>
              </a:buClr>
              <a:buSzPct val="100000"/>
            </a:pPr>
            <a:r>
              <a:rPr lang="ko-KR" altLang="en-US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설명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) </a:t>
            </a:r>
            <a:r>
              <a:rPr lang="ko-KR" altLang="en-US" sz="1200" b="1" u="none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테스트 진행간 확인된 제약사항 기입</a:t>
            </a:r>
            <a:r>
              <a:rPr lang="en-US" altLang="ko-KR" sz="1200" b="1" u="none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Times New Roman" pitchFamily="18" charset="0"/>
              </a:rPr>
              <a:t>.</a:t>
            </a:r>
            <a:endParaRPr lang="en-US" altLang="ko-KR" sz="1200" b="1" u="none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54013" marR="0" indent="-354013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lang="ko-KR" altLang="en-US" sz="1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휴먼모음T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54013" marR="0" indent="-354013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lang="ko-KR" altLang="en-US" sz="1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휴먼모음T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60389</TotalTime>
  <Words>196</Words>
  <Application>Microsoft Office PowerPoint</Application>
  <PresentationFormat>A4 용지(210x297mm)</PresentationFormat>
  <Paragraphs>52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LG스마트체 Regular</vt:lpstr>
      <vt:lpstr>굴림</vt:lpstr>
      <vt:lpstr>맑은 고딕</vt:lpstr>
      <vt:lpstr>휴먼모음T</vt:lpstr>
      <vt:lpstr>Arial</vt:lpstr>
      <vt:lpstr>Symbol</vt:lpstr>
      <vt:lpstr>Times New Roman</vt:lpstr>
      <vt:lpstr>Trebuchet MS</vt:lpstr>
      <vt:lpstr>Wingdings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금융/서비스사업본부 유통사업팀</Manager>
  <Company>LG CNS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표준서식-파워포인트-템플릿-가로</dc:title>
  <dc:subject>성능테스트 계획서</dc:subject>
  <dc:creator>최재혁/선임/클라우드운영실 클라우드인프라운영파트</dc:creator>
  <cp:lastModifiedBy>최재혁/선임/DXT센터 서비스플랫폼담당 시스템관리팀(jaehyuk1.choi@lge.com)</cp:lastModifiedBy>
  <cp:revision>741</cp:revision>
  <cp:lastPrinted>2021-06-01T02:05:18Z</cp:lastPrinted>
  <dcterms:created xsi:type="dcterms:W3CDTF">2000-02-29T01:43:17Z</dcterms:created>
  <dcterms:modified xsi:type="dcterms:W3CDTF">2021-07-20T16:57:54Z</dcterms:modified>
</cp:coreProperties>
</file>