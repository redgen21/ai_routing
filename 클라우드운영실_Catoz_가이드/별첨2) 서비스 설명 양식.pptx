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58" r:id="rId1"/>
    <p:sldMasterId id="2147483685" r:id="rId2"/>
    <p:sldMasterId id="2147483713" r:id="rId3"/>
  </p:sldMasterIdLst>
  <p:notesMasterIdLst>
    <p:notesMasterId r:id="rId8"/>
  </p:notesMasterIdLst>
  <p:sldIdLst>
    <p:sldId id="3981" r:id="rId4"/>
    <p:sldId id="3989" r:id="rId5"/>
    <p:sldId id="3992" r:id="rId6"/>
    <p:sldId id="3971" r:id="rId7"/>
  </p:sldIdLst>
  <p:sldSz cx="9906000" cy="6858000" type="A4"/>
  <p:notesSz cx="6807200" cy="99393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Trebuchet MS" pitchFamily="34" charset="0"/>
        <a:ea typeface="돋움" pitchFamily="50" charset="-127"/>
        <a:cs typeface="+mn-cs"/>
      </a:defRPr>
    </a:lvl1pPr>
    <a:lvl2pPr marL="452438" indent="1588" algn="l" rtl="0" fontAlgn="base" latinLnBrk="1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Trebuchet MS" pitchFamily="34" charset="0"/>
        <a:ea typeface="돋움" pitchFamily="50" charset="-127"/>
        <a:cs typeface="+mn-cs"/>
      </a:defRPr>
    </a:lvl2pPr>
    <a:lvl3pPr marL="909638" indent="1588" algn="l" rtl="0" fontAlgn="base" latinLnBrk="1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Trebuchet MS" pitchFamily="34" charset="0"/>
        <a:ea typeface="돋움" pitchFamily="50" charset="-127"/>
        <a:cs typeface="+mn-cs"/>
      </a:defRPr>
    </a:lvl3pPr>
    <a:lvl4pPr marL="1366838" indent="1588" algn="l" rtl="0" fontAlgn="base" latinLnBrk="1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Trebuchet MS" pitchFamily="34" charset="0"/>
        <a:ea typeface="돋움" pitchFamily="50" charset="-127"/>
        <a:cs typeface="+mn-cs"/>
      </a:defRPr>
    </a:lvl4pPr>
    <a:lvl5pPr marL="1824038" indent="1588" algn="l" rtl="0" fontAlgn="base" latinLnBrk="1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Trebuchet MS" pitchFamily="34" charset="0"/>
        <a:ea typeface="돋움" pitchFamily="50" charset="-127"/>
        <a:cs typeface="+mn-cs"/>
      </a:defRPr>
    </a:lvl5pPr>
    <a:lvl6pPr marL="2286000" algn="l" defTabSz="914400" rtl="0" eaLnBrk="1" latinLnBrk="1" hangingPunct="1">
      <a:defRPr kumimoji="1" sz="2000" b="1" kern="1200">
        <a:solidFill>
          <a:schemeClr val="tx1"/>
        </a:solidFill>
        <a:latin typeface="Trebuchet MS" pitchFamily="34" charset="0"/>
        <a:ea typeface="돋움" pitchFamily="50" charset="-127"/>
        <a:cs typeface="+mn-cs"/>
      </a:defRPr>
    </a:lvl6pPr>
    <a:lvl7pPr marL="2743200" algn="l" defTabSz="914400" rtl="0" eaLnBrk="1" latinLnBrk="1" hangingPunct="1">
      <a:defRPr kumimoji="1" sz="2000" b="1" kern="1200">
        <a:solidFill>
          <a:schemeClr val="tx1"/>
        </a:solidFill>
        <a:latin typeface="Trebuchet MS" pitchFamily="34" charset="0"/>
        <a:ea typeface="돋움" pitchFamily="50" charset="-127"/>
        <a:cs typeface="+mn-cs"/>
      </a:defRPr>
    </a:lvl7pPr>
    <a:lvl8pPr marL="3200400" algn="l" defTabSz="914400" rtl="0" eaLnBrk="1" latinLnBrk="1" hangingPunct="1">
      <a:defRPr kumimoji="1" sz="2000" b="1" kern="1200">
        <a:solidFill>
          <a:schemeClr val="tx1"/>
        </a:solidFill>
        <a:latin typeface="Trebuchet MS" pitchFamily="34" charset="0"/>
        <a:ea typeface="돋움" pitchFamily="50" charset="-127"/>
        <a:cs typeface="+mn-cs"/>
      </a:defRPr>
    </a:lvl8pPr>
    <a:lvl9pPr marL="3657600" algn="l" defTabSz="914400" rtl="0" eaLnBrk="1" latinLnBrk="1" hangingPunct="1">
      <a:defRPr kumimoji="1" sz="2000" b="1" kern="1200">
        <a:solidFill>
          <a:schemeClr val="tx1"/>
        </a:solidFill>
        <a:latin typeface="Trebuchet MS" pitchFamily="34" charset="0"/>
        <a:ea typeface="돋움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3" userDrawn="1">
          <p15:clr>
            <a:srgbClr val="A4A3A4"/>
          </p15:clr>
        </p15:guide>
        <p15:guide id="5" pos="3120" userDrawn="1">
          <p15:clr>
            <a:srgbClr val="A4A3A4"/>
          </p15:clr>
        </p15:guide>
        <p15:guide id="6" pos="489">
          <p15:clr>
            <a:srgbClr val="A4A3A4"/>
          </p15:clr>
        </p15:guide>
        <p15:guide id="7" pos="807" userDrawn="1">
          <p15:clr>
            <a:srgbClr val="A4A3A4"/>
          </p15:clr>
        </p15:guide>
        <p15:guide id="8" pos="1487">
          <p15:clr>
            <a:srgbClr val="A4A3A4"/>
          </p15:clr>
        </p15:guide>
        <p15:guide id="9" pos="1170">
          <p15:clr>
            <a:srgbClr val="A4A3A4"/>
          </p15:clr>
        </p15:guide>
        <p15:guide id="10" pos="4617" userDrawn="1">
          <p15:clr>
            <a:srgbClr val="A4A3A4"/>
          </p15:clr>
        </p15:guide>
        <p15:guide id="13" orient="horz" pos="1344" userDrawn="1">
          <p15:clr>
            <a:srgbClr val="A4A3A4"/>
          </p15:clr>
        </p15:guide>
        <p15:guide id="14" orient="horz" pos="3702" userDrawn="1">
          <p15:clr>
            <a:srgbClr val="A4A3A4"/>
          </p15:clr>
        </p15:guide>
        <p15:guide id="15" pos="1215" userDrawn="1">
          <p15:clr>
            <a:srgbClr val="A4A3A4"/>
          </p15:clr>
        </p15:guide>
        <p15:guide id="16" pos="535" userDrawn="1">
          <p15:clr>
            <a:srgbClr val="A4A3A4"/>
          </p15:clr>
        </p15:guide>
        <p15:guide id="17" pos="5887" userDrawn="1">
          <p15:clr>
            <a:srgbClr val="A4A3A4"/>
          </p15:clr>
        </p15:guide>
        <p15:guide id="20" orient="horz" pos="2115" userDrawn="1">
          <p15:clr>
            <a:srgbClr val="A4A3A4"/>
          </p15:clr>
        </p15:guide>
        <p15:guide id="23" orient="horz" pos="4247" userDrawn="1">
          <p15:clr>
            <a:srgbClr val="A4A3A4"/>
          </p15:clr>
        </p15:guide>
        <p15:guide id="26" pos="1442" userDrawn="1">
          <p15:clr>
            <a:srgbClr val="A4A3A4"/>
          </p15:clr>
        </p15:guide>
        <p15:guide id="29" orient="horz" pos="799" userDrawn="1">
          <p15:clr>
            <a:srgbClr val="A4A3A4"/>
          </p15:clr>
        </p15:guide>
        <p15:guide id="30" orient="horz" pos="2387" userDrawn="1">
          <p15:clr>
            <a:srgbClr val="A4A3A4"/>
          </p15:clr>
        </p15:guide>
        <p15:guide id="31" orient="horz" pos="2614" userDrawn="1">
          <p15:clr>
            <a:srgbClr val="A4A3A4"/>
          </p15:clr>
        </p15:guide>
        <p15:guide id="32" pos="308" userDrawn="1">
          <p15:clr>
            <a:srgbClr val="A4A3A4"/>
          </p15:clr>
        </p15:guide>
        <p15:guide id="33" pos="262" userDrawn="1">
          <p15:clr>
            <a:srgbClr val="A4A3A4"/>
          </p15:clr>
        </p15:guide>
        <p15:guide id="34" pos="1986" userDrawn="1">
          <p15:clr>
            <a:srgbClr val="A4A3A4"/>
          </p15:clr>
        </p15:guide>
        <p15:guide id="35" pos="1306">
          <p15:clr>
            <a:srgbClr val="A4A3A4"/>
          </p15:clr>
        </p15:guide>
        <p15:guide id="36" orient="horz" pos="1752" userDrawn="1">
          <p15:clr>
            <a:srgbClr val="A4A3A4"/>
          </p15:clr>
        </p15:guide>
        <p15:guide id="40" orient="horz" pos="845" userDrawn="1">
          <p15:clr>
            <a:srgbClr val="A4A3A4"/>
          </p15:clr>
        </p15:guide>
        <p15:guide id="44" pos="1124">
          <p15:clr>
            <a:srgbClr val="A4A3A4"/>
          </p15:clr>
        </p15:guide>
        <p15:guide id="45" pos="126" userDrawn="1">
          <p15:clr>
            <a:srgbClr val="A4A3A4"/>
          </p15:clr>
        </p15:guide>
        <p15:guide id="46" pos="615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>
          <p15:clr>
            <a:srgbClr val="A4A3A4"/>
          </p15:clr>
        </p15:guide>
        <p15:guide id="2" pos="214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손은영" initials="S" lastIdx="4" clrIdx="0">
    <p:extLst>
      <p:ext uri="{19B8F6BF-5375-455C-9EA6-DF929625EA0E}">
        <p15:presenceInfo xmlns:p15="http://schemas.microsoft.com/office/powerpoint/2012/main" userId="손은영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000000"/>
    <a:srgbClr val="BBBBBB"/>
    <a:srgbClr val="FFFFCC"/>
    <a:srgbClr val="FF0000"/>
    <a:srgbClr val="A4A3A4"/>
    <a:srgbClr val="DDFADE"/>
    <a:srgbClr val="0000CC"/>
    <a:srgbClr val="FFFF66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194" autoAdjust="0"/>
    <p:restoredTop sz="96582" autoAdjust="0"/>
  </p:normalViewPr>
  <p:slideViewPr>
    <p:cSldViewPr showGuides="1">
      <p:cViewPr varScale="1">
        <p:scale>
          <a:sx n="97" d="100"/>
          <a:sy n="97" d="100"/>
        </p:scale>
        <p:origin x="1362" y="90"/>
      </p:cViewPr>
      <p:guideLst>
        <p:guide orient="horz" pos="2523"/>
        <p:guide pos="3120"/>
        <p:guide pos="489"/>
        <p:guide pos="807"/>
        <p:guide pos="1487"/>
        <p:guide pos="1170"/>
        <p:guide pos="4617"/>
        <p:guide orient="horz" pos="1344"/>
        <p:guide orient="horz" pos="3702"/>
        <p:guide pos="1215"/>
        <p:guide pos="535"/>
        <p:guide pos="5887"/>
        <p:guide orient="horz" pos="2115"/>
        <p:guide orient="horz" pos="4247"/>
        <p:guide pos="1442"/>
        <p:guide orient="horz" pos="799"/>
        <p:guide orient="horz" pos="2387"/>
        <p:guide orient="horz" pos="2614"/>
        <p:guide pos="308"/>
        <p:guide pos="262"/>
        <p:guide pos="1986"/>
        <p:guide pos="1306"/>
        <p:guide orient="horz" pos="1752"/>
        <p:guide orient="horz" pos="845"/>
        <p:guide pos="1124"/>
        <p:guide pos="126"/>
        <p:guide pos="61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50" d="100"/>
        <a:sy n="150" d="100"/>
      </p:scale>
      <p:origin x="0" y="43"/>
    </p:cViewPr>
  </p:sorterViewPr>
  <p:notesViewPr>
    <p:cSldViewPr showGuides="1">
      <p:cViewPr varScale="1">
        <p:scale>
          <a:sx n="49" d="100"/>
          <a:sy n="49" d="100"/>
        </p:scale>
        <p:origin x="-2946" y="-90"/>
      </p:cViewPr>
      <p:guideLst>
        <p:guide orient="horz" pos="3130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116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59" tIns="45779" rIns="91559" bIns="45779" numCol="1" anchor="t" anchorCtr="0" compatLnSpc="1">
            <a:prstTxWarp prst="textNoShape">
              <a:avLst/>
            </a:prstTxWarp>
          </a:bodyPr>
          <a:lstStyle>
            <a:lvl1pPr defTabSz="915988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4450" y="0"/>
            <a:ext cx="295116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59" tIns="45779" rIns="91559" bIns="45779" numCol="1" anchor="t" anchorCtr="0" compatLnSpc="1">
            <a:prstTxWarp prst="textNoShape">
              <a:avLst/>
            </a:prstTxWarp>
          </a:bodyPr>
          <a:lstStyle>
            <a:lvl1pPr algn="r" defTabSz="915988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2788" y="747713"/>
            <a:ext cx="5381625" cy="3725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2813"/>
            <a:ext cx="5445125" cy="447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59" tIns="45779" rIns="91559" bIns="4577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0863"/>
            <a:ext cx="2951163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59" tIns="45779" rIns="91559" bIns="45779" numCol="1" anchor="b" anchorCtr="0" compatLnSpc="1">
            <a:prstTxWarp prst="textNoShape">
              <a:avLst/>
            </a:prstTxWarp>
          </a:bodyPr>
          <a:lstStyle>
            <a:lvl1pPr defTabSz="915988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4450" y="9440863"/>
            <a:ext cx="2951163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59" tIns="45779" rIns="91559" bIns="45779" numCol="1" anchor="b" anchorCtr="0" compatLnSpc="1">
            <a:prstTxWarp prst="textNoShape">
              <a:avLst/>
            </a:prstTxWarp>
          </a:bodyPr>
          <a:lstStyle>
            <a:lvl1pPr algn="r" defTabSz="915988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36B4727A-422E-4950-ADE2-C46D68488A7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348238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243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0963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6683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403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4889" algn="l" defTabSz="91395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866" algn="l" defTabSz="91395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844" algn="l" defTabSz="91395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820" algn="l" defTabSz="91395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56751B-F31D-454E-8EA1-E11B0EDFF432}" type="slidenum">
              <a:rPr lang="ko-KR" altLang="en-US" smtClean="0">
                <a:solidFill>
                  <a:prstClr val="black"/>
                </a:solidFill>
              </a:rPr>
              <a:pPr/>
              <a:t>0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6093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ekly 주요 업무현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9062" y="123825"/>
            <a:ext cx="8434337" cy="352425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4559060" y="6467475"/>
            <a:ext cx="79208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DA532F4-25E7-4353-A7CF-15EE925C9743}" type="slidenum">
              <a:rPr lang="ko-KR" altLang="en-US" sz="1300" smtClean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pPr algn="ctr"/>
              <a:t>‹#›</a:t>
            </a:fld>
            <a:r>
              <a:rPr lang="en-US" altLang="ko-KR" sz="130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/10</a:t>
            </a:r>
            <a:endParaRPr lang="en-US" altLang="ko-KR" sz="1300" dirty="0"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4695825" y="6467475"/>
            <a:ext cx="79208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DA532F4-25E7-4353-A7CF-15EE925C9743}" type="slidenum">
              <a:rPr lang="ko-KR" altLang="en-US" sz="1300" smtClean="0">
                <a:solidFill>
                  <a:srgbClr val="000000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pPr/>
              <a:t>‹#›</a:t>
            </a:fld>
            <a:r>
              <a:rPr lang="en-US" altLang="ko-KR" sz="1300">
                <a:solidFill>
                  <a:srgbClr val="000000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/16</a:t>
            </a:r>
          </a:p>
        </p:txBody>
      </p:sp>
    </p:spTree>
    <p:extLst>
      <p:ext uri="{BB962C8B-B14F-4D97-AF65-F5344CB8AC3E}">
        <p14:creationId xmlns:p14="http://schemas.microsoft.com/office/powerpoint/2010/main" val="416294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첨부 A Type - 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4559060" y="6467475"/>
            <a:ext cx="79208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DA532F4-25E7-4353-A7CF-15EE925C9743}" type="slidenum">
              <a:rPr lang="ko-KR" altLang="en-US" sz="1300" smtClean="0">
                <a:solidFill>
                  <a:srgbClr val="000000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pPr algn="ctr"/>
              <a:t>‹#›</a:t>
            </a:fld>
            <a:r>
              <a:rPr lang="en-US" altLang="ko-KR" sz="1300">
                <a:solidFill>
                  <a:srgbClr val="000000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/9</a:t>
            </a:r>
          </a:p>
        </p:txBody>
      </p:sp>
    </p:spTree>
    <p:extLst>
      <p:ext uri="{BB962C8B-B14F-4D97-AF65-F5344CB8AC3E}">
        <p14:creationId xmlns:p14="http://schemas.microsoft.com/office/powerpoint/2010/main" val="1278541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첨부 A Ty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직사각형 2"/>
          <p:cNvSpPr/>
          <p:nvPr userDrawn="1"/>
        </p:nvSpPr>
        <p:spPr>
          <a:xfrm>
            <a:off x="3922762" y="156131"/>
            <a:ext cx="2038350" cy="27699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1200">
                <a:solidFill>
                  <a:schemeClr val="bg1">
                    <a:lumMod val="7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  <a:cs typeface="Arial" panose="020B0604020202020204" pitchFamily="34" charset="0"/>
              </a:rPr>
              <a:t>LGE Internal Use Only</a:t>
            </a:r>
            <a:endParaRPr lang="ko-KR" altLang="en-US" sz="1200">
              <a:solidFill>
                <a:schemeClr val="bg1">
                  <a:lumMod val="75000"/>
                </a:schemeClr>
              </a:solidFill>
              <a:latin typeface="LG스마트체 SemiBold" panose="020B0600000101010101" pitchFamily="50" charset="-127"/>
              <a:ea typeface="LG스마트체 SemiBold" panose="020B0600000101010101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2351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화면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5827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73050" y="179572"/>
            <a:ext cx="9366250" cy="2616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 sz="1700"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 bwMode="auto">
          <a:xfrm>
            <a:off x="266700" y="619434"/>
            <a:ext cx="9366250" cy="2154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sz="1400" b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LG Display-Regular" panose="020B0604020202020204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스타일을</a:t>
            </a:r>
          </a:p>
        </p:txBody>
      </p:sp>
      <p:sp>
        <p:nvSpPr>
          <p:cNvPr id="8" name="Line 9"/>
          <p:cNvSpPr>
            <a:spLocks noChangeShapeType="1"/>
          </p:cNvSpPr>
          <p:nvPr userDrawn="1"/>
        </p:nvSpPr>
        <p:spPr bwMode="auto">
          <a:xfrm>
            <a:off x="230188" y="565150"/>
            <a:ext cx="9434512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>
              <a:defRPr/>
            </a:pPr>
            <a:endParaRPr lang="ko-KR" altLang="en-US" sz="1000">
              <a:solidFill>
                <a:srgbClr val="000000"/>
              </a:solidFill>
              <a:latin typeface="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5863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3"/>
            <a:ext cx="2311400" cy="365125"/>
          </a:xfrm>
          <a:prstGeom prst="rect">
            <a:avLst/>
          </a:prstGeom>
        </p:spPr>
        <p:txBody>
          <a:bodyPr/>
          <a:lstStyle/>
          <a:p>
            <a:fld id="{000EC5E0-16F9-491B-A109-9C7A1F0C583B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2020-05-18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3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53"/>
            <a:ext cx="2311400" cy="365125"/>
          </a:xfrm>
          <a:prstGeom prst="rect">
            <a:avLst/>
          </a:prstGeom>
        </p:spPr>
        <p:txBody>
          <a:bodyPr/>
          <a:lstStyle/>
          <a:p>
            <a:fld id="{368D3CAB-5F78-4314-8E6C-85B8213CBB0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84713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1704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첨부 A Type - 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9063" y="123825"/>
            <a:ext cx="9582150" cy="352425"/>
          </a:xfrm>
          <a:prstGeom prst="rect">
            <a:avLst/>
          </a:prstGeom>
        </p:spPr>
        <p:txBody>
          <a:bodyPr/>
          <a:lstStyle>
            <a:lvl1pPr>
              <a:defRPr>
                <a:latin typeface="LG스마트체 Light" panose="020B0600000101010101" pitchFamily="50" charset="-127"/>
                <a:ea typeface="LG스마트체 Light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4559060" y="6467475"/>
            <a:ext cx="79208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DA532F4-25E7-4353-A7CF-15EE925C9743}" type="slidenum">
              <a:rPr lang="ko-KR" altLang="en-US" sz="1300" smtClean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pPr algn="ctr"/>
              <a:t>‹#›</a:t>
            </a:fld>
            <a:r>
              <a:rPr lang="en-US" altLang="ko-KR" sz="130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/9</a:t>
            </a:r>
          </a:p>
        </p:txBody>
      </p:sp>
    </p:spTree>
    <p:extLst>
      <p:ext uri="{BB962C8B-B14F-4D97-AF65-F5344CB8AC3E}">
        <p14:creationId xmlns:p14="http://schemas.microsoft.com/office/powerpoint/2010/main" val="3131690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6700" y="616776"/>
            <a:ext cx="9366250" cy="692150"/>
          </a:xfrm>
          <a:prstGeom prst="rect">
            <a:avLst/>
          </a:prstGeom>
        </p:spPr>
        <p:txBody>
          <a:bodyPr lIns="72000" rIns="72000"/>
          <a:lstStyle>
            <a:lvl1pPr>
              <a:defRPr>
                <a:latin typeface="LG스마트체 Light" panose="020B0600000101010101" pitchFamily="50" charset="-127"/>
                <a:ea typeface="LG스마트체 Light" panose="020B0600000101010101" pitchFamily="50" charset="-127"/>
              </a:defRPr>
            </a:lvl1pPr>
            <a:lvl2pPr>
              <a:defRPr>
                <a:latin typeface="맑은 고딕" pitchFamily="50" charset="-127"/>
                <a:ea typeface="맑은 고딕" pitchFamily="50" charset="-127"/>
              </a:defRPr>
            </a:lvl2pPr>
            <a:lvl3pPr>
              <a:defRPr>
                <a:latin typeface="맑은 고딕" pitchFamily="50" charset="-127"/>
                <a:ea typeface="맑은 고딕" pitchFamily="50" charset="-127"/>
              </a:defRPr>
            </a:lvl3pPr>
            <a:lvl4pPr>
              <a:defRPr>
                <a:latin typeface="맑은 고딕" pitchFamily="50" charset="-127"/>
                <a:ea typeface="맑은 고딕" pitchFamily="50" charset="-127"/>
              </a:defRPr>
            </a:lvl4pPr>
            <a:lvl5pPr>
              <a:defRPr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73050" y="5679"/>
            <a:ext cx="9359900" cy="60939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latin typeface="LG스마트체 Light" panose="020B0600000101010101" pitchFamily="50" charset="-127"/>
                <a:ea typeface="LG스마트체 Light" panose="020B0600000101010101" pitchFamily="50" charset="-127"/>
              </a:defRPr>
            </a:lvl1pPr>
          </a:lstStyle>
          <a:p>
            <a:pPr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5036426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eekly 주요 업무현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9062" y="123825"/>
            <a:ext cx="8434337" cy="352425"/>
          </a:xfrm>
          <a:prstGeom prst="rect">
            <a:avLst/>
          </a:prstGeom>
        </p:spPr>
        <p:txBody>
          <a:bodyPr/>
          <a:lstStyle>
            <a:lvl1pPr>
              <a:defRPr>
                <a:latin typeface="LG스마트체 Light" panose="020B0600000101010101" pitchFamily="50" charset="-127"/>
                <a:ea typeface="LG스마트체 Light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4559060" y="6467475"/>
            <a:ext cx="79208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DA532F4-25E7-4353-A7CF-15EE925C9743}" type="slidenum">
              <a:rPr lang="ko-KR" altLang="en-US" sz="1300" smtClean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pPr algn="ctr"/>
              <a:t>‹#›</a:t>
            </a:fld>
            <a:r>
              <a:rPr lang="en-US" altLang="ko-KR" sz="130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/10</a:t>
            </a:r>
            <a:endParaRPr lang="en-US" altLang="ko-KR" sz="1300" dirty="0"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07209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첨부 B Type - 거버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8666" y="123826"/>
            <a:ext cx="6088063" cy="352425"/>
          </a:xfrm>
          <a:prstGeom prst="rect">
            <a:avLst/>
          </a:prstGeom>
        </p:spPr>
        <p:txBody>
          <a:bodyPr/>
          <a:lstStyle>
            <a:lvl1pPr>
              <a:defRPr>
                <a:latin typeface="LG스마트체 Light" panose="020B0600000101010101" pitchFamily="50" charset="-127"/>
                <a:ea typeface="LG스마트체 Light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02364" y="672880"/>
            <a:ext cx="9485750" cy="4791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latin typeface="LG스마트체 Light" panose="020B0600000101010101" pitchFamily="50" charset="-127"/>
                <a:ea typeface="LG스마트체 Light" panose="020B0600000101010101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4889656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첨부 A Ty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9063" y="123825"/>
            <a:ext cx="9582150" cy="3524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7075733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8"/>
            <a:ext cx="84201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22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40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6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10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22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42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EC5E0-16F9-491B-A109-9C7A1F0C583B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2020-05-18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D3CAB-5F78-4314-8E6C-85B8213CBB0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0" y="548680"/>
            <a:ext cx="990000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Box 168"/>
          <p:cNvSpPr txBox="1">
            <a:spLocks noChangeArrowheads="1"/>
          </p:cNvSpPr>
          <p:nvPr userDrawn="1"/>
        </p:nvSpPr>
        <p:spPr bwMode="auto">
          <a:xfrm>
            <a:off x="4225196" y="153989"/>
            <a:ext cx="1343638" cy="276999"/>
          </a:xfrm>
          <a:prstGeom prst="rect">
            <a:avLst/>
          </a:prstGeom>
          <a:noFill/>
          <a:ln w="9525">
            <a:solidFill>
              <a:srgbClr val="C0C0C0"/>
            </a:solidFill>
            <a:miter lim="800000"/>
            <a:headEnd/>
            <a:tailEnd/>
          </a:ln>
          <a:extLst/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 b="0" dirty="0" smtClean="0">
                <a:solidFill>
                  <a:srgbClr val="C0C0C0"/>
                </a:solidFill>
                <a:latin typeface="Arial" pitchFamily="34" charset="0"/>
                <a:ea typeface="Malgun Gothic" pitchFamily="50" charset="-127"/>
              </a:rPr>
              <a:t>LGE Confidential</a:t>
            </a:r>
          </a:p>
        </p:txBody>
      </p:sp>
    </p:spTree>
    <p:extLst>
      <p:ext uri="{BB962C8B-B14F-4D97-AF65-F5344CB8AC3E}">
        <p14:creationId xmlns:p14="http://schemas.microsoft.com/office/powerpoint/2010/main" val="7365927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EC5E0-16F9-491B-A109-9C7A1F0C583B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2020-05-18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D3CAB-5F78-4314-8E6C-85B8213CBB0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91683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3"/>
            <a:ext cx="8420100" cy="1362075"/>
          </a:xfrm>
        </p:spPr>
        <p:txBody>
          <a:bodyPr anchor="t"/>
          <a:lstStyle>
            <a:lvl1pPr algn="l">
              <a:defRPr sz="3692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1pPr>
            <a:lvl2pPr marL="422041" indent="0">
              <a:buNone/>
              <a:defRPr sz="1662">
                <a:solidFill>
                  <a:schemeClr val="tx1">
                    <a:tint val="75000"/>
                  </a:schemeClr>
                </a:solidFill>
              </a:defRPr>
            </a:lvl2pPr>
            <a:lvl3pPr marL="844083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3pPr>
            <a:lvl4pPr marL="1266124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4pPr>
            <a:lvl5pPr marL="1688165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5pPr>
            <a:lvl6pPr marL="2110207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6pPr>
            <a:lvl7pPr marL="2532248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7pPr>
            <a:lvl8pPr marL="2954289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8pPr>
            <a:lvl9pPr marL="3376331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EC5E0-16F9-491B-A109-9C7A1F0C583B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2020-05-18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D3CAB-5F78-4314-8E6C-85B8213CBB0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1361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6575" y="1600203"/>
            <a:ext cx="4746625" cy="4525963"/>
          </a:xfrm>
        </p:spPr>
        <p:txBody>
          <a:bodyPr/>
          <a:lstStyle>
            <a:lvl1pPr>
              <a:defRPr sz="2585"/>
            </a:lvl1pPr>
            <a:lvl2pPr>
              <a:defRPr sz="2215"/>
            </a:lvl2pPr>
            <a:lvl3pPr>
              <a:defRPr sz="1846"/>
            </a:lvl3pPr>
            <a:lvl4pPr>
              <a:defRPr sz="1662"/>
            </a:lvl4pPr>
            <a:lvl5pPr>
              <a:defRPr sz="1662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448300" y="1600203"/>
            <a:ext cx="4746625" cy="4525963"/>
          </a:xfrm>
        </p:spPr>
        <p:txBody>
          <a:bodyPr/>
          <a:lstStyle>
            <a:lvl1pPr>
              <a:defRPr sz="2585"/>
            </a:lvl1pPr>
            <a:lvl2pPr>
              <a:defRPr sz="2215"/>
            </a:lvl2pPr>
            <a:lvl3pPr>
              <a:defRPr sz="1846"/>
            </a:lvl3pPr>
            <a:lvl4pPr>
              <a:defRPr sz="1662"/>
            </a:lvl4pPr>
            <a:lvl5pPr>
              <a:defRPr sz="1662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EC5E0-16F9-491B-A109-9C7A1F0C583B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2020-05-18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D3CAB-5F78-4314-8E6C-85B8213CBB0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38937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215" b="1"/>
            </a:lvl1pPr>
            <a:lvl2pPr marL="422041" indent="0">
              <a:buNone/>
              <a:defRPr sz="1846" b="1"/>
            </a:lvl2pPr>
            <a:lvl3pPr marL="844083" indent="0">
              <a:buNone/>
              <a:defRPr sz="1662" b="1"/>
            </a:lvl3pPr>
            <a:lvl4pPr marL="1266124" indent="0">
              <a:buNone/>
              <a:defRPr sz="1477" b="1"/>
            </a:lvl4pPr>
            <a:lvl5pPr marL="1688165" indent="0">
              <a:buNone/>
              <a:defRPr sz="1477" b="1"/>
            </a:lvl5pPr>
            <a:lvl6pPr marL="2110207" indent="0">
              <a:buNone/>
              <a:defRPr sz="1477" b="1"/>
            </a:lvl6pPr>
            <a:lvl7pPr marL="2532248" indent="0">
              <a:buNone/>
              <a:defRPr sz="1477" b="1"/>
            </a:lvl7pPr>
            <a:lvl8pPr marL="2954289" indent="0">
              <a:buNone/>
              <a:defRPr sz="1477" b="1"/>
            </a:lvl8pPr>
            <a:lvl9pPr marL="3376331" indent="0">
              <a:buNone/>
              <a:defRPr sz="1477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215"/>
            </a:lvl1pPr>
            <a:lvl2pPr>
              <a:defRPr sz="1846"/>
            </a:lvl2pPr>
            <a:lvl3pPr>
              <a:defRPr sz="1662"/>
            </a:lvl3pPr>
            <a:lvl4pPr>
              <a:defRPr sz="1477"/>
            </a:lvl4pPr>
            <a:lvl5pPr>
              <a:defRPr sz="1477"/>
            </a:lvl5pPr>
            <a:lvl6pPr>
              <a:defRPr sz="1477"/>
            </a:lvl6pPr>
            <a:lvl7pPr>
              <a:defRPr sz="1477"/>
            </a:lvl7pPr>
            <a:lvl8pPr>
              <a:defRPr sz="1477"/>
            </a:lvl8pPr>
            <a:lvl9pPr>
              <a:defRPr sz="1477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2" y="1535113"/>
            <a:ext cx="4378590" cy="639762"/>
          </a:xfrm>
        </p:spPr>
        <p:txBody>
          <a:bodyPr anchor="b"/>
          <a:lstStyle>
            <a:lvl1pPr marL="0" indent="0">
              <a:buNone/>
              <a:defRPr sz="2215" b="1"/>
            </a:lvl1pPr>
            <a:lvl2pPr marL="422041" indent="0">
              <a:buNone/>
              <a:defRPr sz="1846" b="1"/>
            </a:lvl2pPr>
            <a:lvl3pPr marL="844083" indent="0">
              <a:buNone/>
              <a:defRPr sz="1662" b="1"/>
            </a:lvl3pPr>
            <a:lvl4pPr marL="1266124" indent="0">
              <a:buNone/>
              <a:defRPr sz="1477" b="1"/>
            </a:lvl4pPr>
            <a:lvl5pPr marL="1688165" indent="0">
              <a:buNone/>
              <a:defRPr sz="1477" b="1"/>
            </a:lvl5pPr>
            <a:lvl6pPr marL="2110207" indent="0">
              <a:buNone/>
              <a:defRPr sz="1477" b="1"/>
            </a:lvl6pPr>
            <a:lvl7pPr marL="2532248" indent="0">
              <a:buNone/>
              <a:defRPr sz="1477" b="1"/>
            </a:lvl7pPr>
            <a:lvl8pPr marL="2954289" indent="0">
              <a:buNone/>
              <a:defRPr sz="1477" b="1"/>
            </a:lvl8pPr>
            <a:lvl9pPr marL="3376331" indent="0">
              <a:buNone/>
              <a:defRPr sz="1477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215"/>
            </a:lvl1pPr>
            <a:lvl2pPr>
              <a:defRPr sz="1846"/>
            </a:lvl2pPr>
            <a:lvl3pPr>
              <a:defRPr sz="1662"/>
            </a:lvl3pPr>
            <a:lvl4pPr>
              <a:defRPr sz="1477"/>
            </a:lvl4pPr>
            <a:lvl5pPr>
              <a:defRPr sz="1477"/>
            </a:lvl5pPr>
            <a:lvl6pPr>
              <a:defRPr sz="1477"/>
            </a:lvl6pPr>
            <a:lvl7pPr>
              <a:defRPr sz="1477"/>
            </a:lvl7pPr>
            <a:lvl8pPr>
              <a:defRPr sz="1477"/>
            </a:lvl8pPr>
            <a:lvl9pPr>
              <a:defRPr sz="1477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EC5E0-16F9-491B-A109-9C7A1F0C583B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2020-05-18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D3CAB-5F78-4314-8E6C-85B8213CBB0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37286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EC5E0-16F9-491B-A109-9C7A1F0C583B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2020-05-18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D3CAB-5F78-4314-8E6C-85B8213CBB0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3670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EC5E0-16F9-491B-A109-9C7A1F0C583B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2020-05-18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D3CAB-5F78-4314-8E6C-85B8213CBB0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74593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1846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2" y="273053"/>
            <a:ext cx="5537729" cy="5853113"/>
          </a:xfrm>
        </p:spPr>
        <p:txBody>
          <a:bodyPr/>
          <a:lstStyle>
            <a:lvl1pPr>
              <a:defRPr sz="2954"/>
            </a:lvl1pPr>
            <a:lvl2pPr>
              <a:defRPr sz="2585"/>
            </a:lvl2pPr>
            <a:lvl3pPr>
              <a:defRPr sz="2215"/>
            </a:lvl3pPr>
            <a:lvl4pPr>
              <a:defRPr sz="1846"/>
            </a:lvl4pPr>
            <a:lvl5pPr>
              <a:defRPr sz="1846"/>
            </a:lvl5pPr>
            <a:lvl6pPr>
              <a:defRPr sz="1846"/>
            </a:lvl6pPr>
            <a:lvl7pPr>
              <a:defRPr sz="1846"/>
            </a:lvl7pPr>
            <a:lvl8pPr>
              <a:defRPr sz="1846"/>
            </a:lvl8pPr>
            <a:lvl9pPr>
              <a:defRPr sz="1846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3"/>
            <a:ext cx="3259006" cy="4691063"/>
          </a:xfrm>
        </p:spPr>
        <p:txBody>
          <a:bodyPr/>
          <a:lstStyle>
            <a:lvl1pPr marL="0" indent="0">
              <a:buNone/>
              <a:defRPr sz="1292"/>
            </a:lvl1pPr>
            <a:lvl2pPr marL="422041" indent="0">
              <a:buNone/>
              <a:defRPr sz="1108"/>
            </a:lvl2pPr>
            <a:lvl3pPr marL="844083" indent="0">
              <a:buNone/>
              <a:defRPr sz="923"/>
            </a:lvl3pPr>
            <a:lvl4pPr marL="1266124" indent="0">
              <a:buNone/>
              <a:defRPr sz="831"/>
            </a:lvl4pPr>
            <a:lvl5pPr marL="1688165" indent="0">
              <a:buNone/>
              <a:defRPr sz="831"/>
            </a:lvl5pPr>
            <a:lvl6pPr marL="2110207" indent="0">
              <a:buNone/>
              <a:defRPr sz="831"/>
            </a:lvl6pPr>
            <a:lvl7pPr marL="2532248" indent="0">
              <a:buNone/>
              <a:defRPr sz="831"/>
            </a:lvl7pPr>
            <a:lvl8pPr marL="2954289" indent="0">
              <a:buNone/>
              <a:defRPr sz="831"/>
            </a:lvl8pPr>
            <a:lvl9pPr marL="3376331" indent="0">
              <a:buNone/>
              <a:defRPr sz="83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EC5E0-16F9-491B-A109-9C7A1F0C583B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2020-05-18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D3CAB-5F78-4314-8E6C-85B8213CBB0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53266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1846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2954"/>
            </a:lvl1pPr>
            <a:lvl2pPr marL="422041" indent="0">
              <a:buNone/>
              <a:defRPr sz="2585"/>
            </a:lvl2pPr>
            <a:lvl3pPr marL="844083" indent="0">
              <a:buNone/>
              <a:defRPr sz="2215"/>
            </a:lvl3pPr>
            <a:lvl4pPr marL="1266124" indent="0">
              <a:buNone/>
              <a:defRPr sz="1846"/>
            </a:lvl4pPr>
            <a:lvl5pPr marL="1688165" indent="0">
              <a:buNone/>
              <a:defRPr sz="1846"/>
            </a:lvl5pPr>
            <a:lvl6pPr marL="2110207" indent="0">
              <a:buNone/>
              <a:defRPr sz="1846"/>
            </a:lvl6pPr>
            <a:lvl7pPr marL="2532248" indent="0">
              <a:buNone/>
              <a:defRPr sz="1846"/>
            </a:lvl7pPr>
            <a:lvl8pPr marL="2954289" indent="0">
              <a:buNone/>
              <a:defRPr sz="1846"/>
            </a:lvl8pPr>
            <a:lvl9pPr marL="3376331" indent="0">
              <a:buNone/>
              <a:defRPr sz="1846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292"/>
            </a:lvl1pPr>
            <a:lvl2pPr marL="422041" indent="0">
              <a:buNone/>
              <a:defRPr sz="1108"/>
            </a:lvl2pPr>
            <a:lvl3pPr marL="844083" indent="0">
              <a:buNone/>
              <a:defRPr sz="923"/>
            </a:lvl3pPr>
            <a:lvl4pPr marL="1266124" indent="0">
              <a:buNone/>
              <a:defRPr sz="831"/>
            </a:lvl4pPr>
            <a:lvl5pPr marL="1688165" indent="0">
              <a:buNone/>
              <a:defRPr sz="831"/>
            </a:lvl5pPr>
            <a:lvl6pPr marL="2110207" indent="0">
              <a:buNone/>
              <a:defRPr sz="831"/>
            </a:lvl6pPr>
            <a:lvl7pPr marL="2532248" indent="0">
              <a:buNone/>
              <a:defRPr sz="831"/>
            </a:lvl7pPr>
            <a:lvl8pPr marL="2954289" indent="0">
              <a:buNone/>
              <a:defRPr sz="831"/>
            </a:lvl8pPr>
            <a:lvl9pPr marL="3376331" indent="0">
              <a:buNone/>
              <a:defRPr sz="83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EC5E0-16F9-491B-A109-9C7A1F0C583B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2020-05-18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D3CAB-5F78-4314-8E6C-85B8213CBB0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88669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EC5E0-16F9-491B-A109-9C7A1F0C583B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2020-05-18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D3CAB-5F78-4314-8E6C-85B8213CBB0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27552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780337" y="274641"/>
            <a:ext cx="2414588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6576" y="274641"/>
            <a:ext cx="7078663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EC5E0-16F9-491B-A109-9C7A1F0C583B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2020-05-18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D3CAB-5F78-4314-8E6C-85B8213CBB0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01851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1870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200025" y="765175"/>
            <a:ext cx="9501188" cy="79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93" tIns="45698" rIns="91393" bIns="4569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028" name="Line 39"/>
          <p:cNvSpPr>
            <a:spLocks noChangeShapeType="1"/>
          </p:cNvSpPr>
          <p:nvPr/>
        </p:nvSpPr>
        <p:spPr bwMode="auto">
          <a:xfrm>
            <a:off x="0" y="587375"/>
            <a:ext cx="9906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lIns="91393" tIns="45698" rIns="91393" bIns="45698"/>
          <a:lstStyle/>
          <a:p>
            <a:endParaRPr lang="ko-KR" altLang="en-US"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</p:txBody>
      </p:sp>
      <p:sp>
        <p:nvSpPr>
          <p:cNvPr id="1030" name="제목 개체 틀 3"/>
          <p:cNvSpPr>
            <a:spLocks noGrp="1"/>
          </p:cNvSpPr>
          <p:nvPr>
            <p:ph type="title"/>
          </p:nvPr>
        </p:nvSpPr>
        <p:spPr bwMode="auto">
          <a:xfrm>
            <a:off x="119063" y="123825"/>
            <a:ext cx="958215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6" name="직사각형 5"/>
          <p:cNvSpPr/>
          <p:nvPr userDrawn="1"/>
        </p:nvSpPr>
        <p:spPr>
          <a:xfrm>
            <a:off x="3922762" y="156131"/>
            <a:ext cx="2038350" cy="27699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1200">
                <a:solidFill>
                  <a:schemeClr val="bg1">
                    <a:lumMod val="7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  <a:cs typeface="Arial" panose="020B0604020202020204" pitchFamily="34" charset="0"/>
              </a:rPr>
              <a:t>LGE Internal Use Only</a:t>
            </a:r>
            <a:endParaRPr lang="ko-KR" altLang="en-US" sz="1200">
              <a:solidFill>
                <a:schemeClr val="bg1">
                  <a:lumMod val="75000"/>
                </a:schemeClr>
              </a:solidFill>
              <a:latin typeface="LG스마트체 SemiBold" panose="020B0600000101010101" pitchFamily="50" charset="-127"/>
              <a:ea typeface="LG스마트체 SemiBold" panose="020B0600000101010101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92" r:id="rId3"/>
    <p:sldLayoutId id="2147483707" r:id="rId4"/>
    <p:sldLayoutId id="2147483708" r:id="rId5"/>
    <p:sldLayoutId id="2147483709" r:id="rId6"/>
    <p:sldLayoutId id="2147483710" r:id="rId7"/>
    <p:sldLayoutId id="2147483712" r:id="rId8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700" b="1">
          <a:solidFill>
            <a:schemeClr val="tx1"/>
          </a:solidFill>
          <a:latin typeface="LG스마트체 Light" panose="020B0600000101010101" pitchFamily="50" charset="-127"/>
          <a:ea typeface="LG스마트체 Light" panose="020B0600000101010101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7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7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7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7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6979"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Arial" pitchFamily="34" charset="0"/>
          <a:ea typeface="굴림" pitchFamily="50" charset="-127"/>
        </a:defRPr>
      </a:lvl6pPr>
      <a:lvl7pPr marL="913957"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Arial" pitchFamily="34" charset="0"/>
          <a:ea typeface="굴림" pitchFamily="50" charset="-127"/>
        </a:defRPr>
      </a:lvl7pPr>
      <a:lvl8pPr marL="1370932"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Arial" pitchFamily="34" charset="0"/>
          <a:ea typeface="굴림" pitchFamily="50" charset="-127"/>
        </a:defRPr>
      </a:lvl8pPr>
      <a:lvl9pPr marL="1827912"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Arial" pitchFamily="34" charset="0"/>
          <a:ea typeface="굴림" pitchFamily="50" charset="-127"/>
        </a:defRPr>
      </a:lvl9pPr>
    </p:titleStyle>
    <p:bodyStyle>
      <a:lvl1pPr algn="l" rtl="0" eaLnBrk="0" fontAlgn="base" latinLnBrk="1" hangingPunct="0">
        <a:spcBef>
          <a:spcPct val="20000"/>
        </a:spcBef>
        <a:spcAft>
          <a:spcPct val="0"/>
        </a:spcAft>
        <a:defRPr kumimoji="1" sz="1300" b="1">
          <a:solidFill>
            <a:schemeClr val="tx1"/>
          </a:solidFill>
          <a:latin typeface="LG스마트체 Light" panose="020B0600000101010101" pitchFamily="50" charset="-127"/>
          <a:ea typeface="LG스마트체 Light" panose="020B0600000101010101" pitchFamily="50" charset="-127"/>
          <a:cs typeface="+mn-cs"/>
        </a:defRPr>
      </a:lvl1pPr>
      <a:lvl2pPr marL="736600" indent="-280988" algn="l" rtl="0" eaLnBrk="0" fontAlgn="base" latinLnBrk="1" hangingPunct="0">
        <a:spcBef>
          <a:spcPct val="20000"/>
        </a:spcBef>
        <a:spcAft>
          <a:spcPct val="0"/>
        </a:spcAft>
        <a:defRPr kumimoji="1" sz="1200" b="1">
          <a:solidFill>
            <a:schemeClr val="tx1"/>
          </a:solidFill>
          <a:latin typeface="+mn-ea"/>
          <a:ea typeface="+mn-ea"/>
        </a:defRPr>
      </a:lvl2pPr>
      <a:lvl3pPr marL="1138238" indent="-223838" algn="l" rtl="0" eaLnBrk="0" fontAlgn="base" latinLnBrk="1" hangingPunct="0">
        <a:spcBef>
          <a:spcPct val="20000"/>
        </a:spcBef>
        <a:spcAft>
          <a:spcPct val="0"/>
        </a:spcAft>
        <a:defRPr kumimoji="1" sz="900" b="1">
          <a:solidFill>
            <a:schemeClr val="tx1"/>
          </a:solidFill>
          <a:latin typeface="+mn-ea"/>
          <a:ea typeface="+mn-ea"/>
        </a:defRPr>
      </a:lvl3pPr>
      <a:lvl4pPr marL="1593850" indent="-223838" algn="l" rtl="0" eaLnBrk="0" fontAlgn="base" latinLnBrk="1" hangingPunct="0">
        <a:spcBef>
          <a:spcPct val="20000"/>
        </a:spcBef>
        <a:spcAft>
          <a:spcPct val="0"/>
        </a:spcAft>
        <a:defRPr kumimoji="1" sz="900" b="1">
          <a:solidFill>
            <a:schemeClr val="tx1"/>
          </a:solidFill>
          <a:latin typeface="+mn-ea"/>
          <a:ea typeface="+mn-ea"/>
        </a:defRPr>
      </a:lvl4pPr>
      <a:lvl5pPr marL="2052638" indent="-223838" algn="l" rtl="0" eaLnBrk="0" fontAlgn="base" latinLnBrk="1" hangingPunct="0">
        <a:spcBef>
          <a:spcPct val="20000"/>
        </a:spcBef>
        <a:spcAft>
          <a:spcPct val="0"/>
        </a:spcAft>
        <a:defRPr kumimoji="1" sz="900" b="1">
          <a:solidFill>
            <a:schemeClr val="tx1"/>
          </a:solidFill>
          <a:latin typeface="+mn-ea"/>
          <a:ea typeface="+mn-ea"/>
        </a:defRPr>
      </a:lvl5pPr>
      <a:lvl6pPr marL="2513376" indent="-228489" algn="l" rtl="0" fontAlgn="base" latinLnBrk="1">
        <a:spcBef>
          <a:spcPct val="20000"/>
        </a:spcBef>
        <a:spcAft>
          <a:spcPct val="0"/>
        </a:spcAft>
        <a:defRPr kumimoji="1" sz="900" b="1">
          <a:solidFill>
            <a:schemeClr val="tx1"/>
          </a:solidFill>
          <a:latin typeface="+mn-ea"/>
          <a:ea typeface="+mn-ea"/>
        </a:defRPr>
      </a:lvl6pPr>
      <a:lvl7pPr marL="2970357" indent="-228489" algn="l" rtl="0" fontAlgn="base" latinLnBrk="1">
        <a:spcBef>
          <a:spcPct val="20000"/>
        </a:spcBef>
        <a:spcAft>
          <a:spcPct val="0"/>
        </a:spcAft>
        <a:defRPr kumimoji="1" sz="900" b="1">
          <a:solidFill>
            <a:schemeClr val="tx1"/>
          </a:solidFill>
          <a:latin typeface="+mn-ea"/>
          <a:ea typeface="+mn-ea"/>
        </a:defRPr>
      </a:lvl7pPr>
      <a:lvl8pPr marL="3427333" indent="-228489" algn="l" rtl="0" fontAlgn="base" latinLnBrk="1">
        <a:spcBef>
          <a:spcPct val="20000"/>
        </a:spcBef>
        <a:spcAft>
          <a:spcPct val="0"/>
        </a:spcAft>
        <a:defRPr kumimoji="1" sz="900" b="1">
          <a:solidFill>
            <a:schemeClr val="tx1"/>
          </a:solidFill>
          <a:latin typeface="+mn-ea"/>
          <a:ea typeface="+mn-ea"/>
        </a:defRPr>
      </a:lvl8pPr>
      <a:lvl9pPr marL="3884309" indent="-228489" algn="l" rtl="0" fontAlgn="base" latinLnBrk="1">
        <a:spcBef>
          <a:spcPct val="20000"/>
        </a:spcBef>
        <a:spcAft>
          <a:spcPct val="0"/>
        </a:spcAft>
        <a:defRPr kumimoji="1" sz="900" b="1">
          <a:solidFill>
            <a:schemeClr val="tx1"/>
          </a:solidFill>
          <a:latin typeface="+mn-ea"/>
          <a:ea typeface="+mn-ea"/>
        </a:defRPr>
      </a:lvl9pPr>
    </p:bodyStyle>
    <p:otherStyle>
      <a:defPPr>
        <a:defRPr lang="ko-KR"/>
      </a:defPPr>
      <a:lvl1pPr marL="0" algn="l" defTabSz="913957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6979" algn="l" defTabSz="913957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3957" algn="l" defTabSz="913957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32" algn="l" defTabSz="913957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912" algn="l" defTabSz="913957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889" algn="l" defTabSz="913957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866" algn="l" defTabSz="913957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844" algn="l" defTabSz="913957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820" algn="l" defTabSz="913957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3922762" y="156131"/>
            <a:ext cx="2038350" cy="27699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1200">
                <a:solidFill>
                  <a:schemeClr val="bg1">
                    <a:lumMod val="7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  <a:cs typeface="Arial" panose="020B0604020202020204" pitchFamily="34" charset="0"/>
              </a:rPr>
              <a:t>LGE Internal Use Only</a:t>
            </a:r>
            <a:endParaRPr lang="ko-KR" altLang="en-US" sz="1200">
              <a:solidFill>
                <a:schemeClr val="bg1">
                  <a:lumMod val="75000"/>
                </a:schemeClr>
              </a:solidFill>
              <a:latin typeface="LG스마트체 SemiBold" panose="020B0600000101010101" pitchFamily="50" charset="-127"/>
              <a:ea typeface="LG스마트체 SemiBold" panose="020B0600000101010101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7720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701" r:id="rId2"/>
    <p:sldLayoutId id="2147483704" r:id="rId3"/>
    <p:sldLayoutId id="2147483705" r:id="rId4"/>
    <p:sldLayoutId id="2147483706" r:id="rId5"/>
    <p:sldLayoutId id="2147483711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3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000EC5E0-16F9-491B-A109-9C7A1F0C583B}" type="datetimeFigureOut">
              <a:rPr kumimoji="0" lang="ko-KR" altLang="en-US" b="0" smtClean="0">
                <a:solidFill>
                  <a:prstClr val="black">
                    <a:tint val="75000"/>
                  </a:prstClr>
                </a:solidFill>
                <a:latin typeface="LG스마트체 Regular"/>
                <a:ea typeface="LG스마트체 Regular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2020-05-18</a:t>
            </a:fld>
            <a:endParaRPr kumimoji="0" lang="ko-KR" altLang="en-US" b="0">
              <a:solidFill>
                <a:prstClr val="black">
                  <a:tint val="75000"/>
                </a:prstClr>
              </a:solidFill>
              <a:latin typeface="LG스마트체 Regular"/>
              <a:ea typeface="LG스마트체 Regular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3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b="0">
              <a:solidFill>
                <a:prstClr val="black">
                  <a:tint val="75000"/>
                </a:prstClr>
              </a:solidFill>
              <a:latin typeface="LG스마트체 Regular"/>
              <a:ea typeface="LG스마트체 Regular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68D3CAB-5F78-4314-8E6C-85B8213CBB0E}" type="slidenum">
              <a:rPr kumimoji="0" lang="ko-KR" altLang="en-US" b="0" smtClean="0">
                <a:solidFill>
                  <a:prstClr val="black">
                    <a:tint val="75000"/>
                  </a:prstClr>
                </a:solidFill>
                <a:latin typeface="LG스마트체 Regular"/>
                <a:ea typeface="LG스마트체 Regular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ko-KR" altLang="en-US" b="0">
              <a:solidFill>
                <a:prstClr val="black">
                  <a:tint val="75000"/>
                </a:prstClr>
              </a:solidFill>
              <a:latin typeface="LG스마트체 Regular"/>
              <a:ea typeface="LG스마트체 Regular"/>
            </a:endParaRP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0" y="548680"/>
            <a:ext cx="990000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 userDrawn="1"/>
        </p:nvSpPr>
        <p:spPr>
          <a:xfrm>
            <a:off x="3811588" y="142830"/>
            <a:ext cx="2282825" cy="33813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2000" b="1" kern="1200">
                <a:solidFill>
                  <a:schemeClr val="tx1"/>
                </a:solidFill>
                <a:latin typeface="Trebuchet MS" pitchFamily="34" charset="0"/>
                <a:ea typeface="돋움" pitchFamily="50" charset="-127"/>
                <a:cs typeface="+mn-cs"/>
              </a:defRPr>
            </a:lvl1pPr>
            <a:lvl2pPr marL="454025" indent="3175" algn="l" rtl="0" fontAlgn="base" latinLnBrk="1">
              <a:spcBef>
                <a:spcPct val="0"/>
              </a:spcBef>
              <a:spcAft>
                <a:spcPct val="0"/>
              </a:spcAft>
              <a:defRPr kumimoji="1" sz="2000" b="1" kern="1200">
                <a:solidFill>
                  <a:schemeClr val="tx1"/>
                </a:solidFill>
                <a:latin typeface="Trebuchet MS" pitchFamily="34" charset="0"/>
                <a:ea typeface="돋움" pitchFamily="50" charset="-127"/>
                <a:cs typeface="+mn-cs"/>
              </a:defRPr>
            </a:lvl2pPr>
            <a:lvl3pPr marL="911225" indent="3175" algn="l" rtl="0" fontAlgn="base" latinLnBrk="1">
              <a:spcBef>
                <a:spcPct val="0"/>
              </a:spcBef>
              <a:spcAft>
                <a:spcPct val="0"/>
              </a:spcAft>
              <a:defRPr kumimoji="1" sz="2000" b="1" kern="1200">
                <a:solidFill>
                  <a:schemeClr val="tx1"/>
                </a:solidFill>
                <a:latin typeface="Trebuchet MS" pitchFamily="34" charset="0"/>
                <a:ea typeface="돋움" pitchFamily="50" charset="-127"/>
                <a:cs typeface="+mn-cs"/>
              </a:defRPr>
            </a:lvl3pPr>
            <a:lvl4pPr marL="1368425" indent="3175" algn="l" rtl="0" fontAlgn="base" latinLnBrk="1">
              <a:spcBef>
                <a:spcPct val="0"/>
              </a:spcBef>
              <a:spcAft>
                <a:spcPct val="0"/>
              </a:spcAft>
              <a:defRPr kumimoji="1" sz="2000" b="1" kern="1200">
                <a:solidFill>
                  <a:schemeClr val="tx1"/>
                </a:solidFill>
                <a:latin typeface="Trebuchet MS" pitchFamily="34" charset="0"/>
                <a:ea typeface="돋움" pitchFamily="50" charset="-127"/>
                <a:cs typeface="+mn-cs"/>
              </a:defRPr>
            </a:lvl4pPr>
            <a:lvl5pPr marL="1825625" indent="3175" algn="l" rtl="0" fontAlgn="base" latinLnBrk="1">
              <a:spcBef>
                <a:spcPct val="0"/>
              </a:spcBef>
              <a:spcAft>
                <a:spcPct val="0"/>
              </a:spcAft>
              <a:defRPr kumimoji="1" sz="2000" b="1" kern="1200">
                <a:solidFill>
                  <a:schemeClr val="tx1"/>
                </a:solidFill>
                <a:latin typeface="Trebuchet MS" pitchFamily="34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000" b="1" kern="1200">
                <a:solidFill>
                  <a:schemeClr val="tx1"/>
                </a:solidFill>
                <a:latin typeface="Trebuchet MS" pitchFamily="34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000" b="1" kern="1200">
                <a:solidFill>
                  <a:schemeClr val="tx1"/>
                </a:solidFill>
                <a:latin typeface="Trebuchet MS" pitchFamily="34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000" b="1" kern="1200">
                <a:solidFill>
                  <a:schemeClr val="tx1"/>
                </a:solidFill>
                <a:latin typeface="Trebuchet MS" pitchFamily="34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000" b="1" kern="1200">
                <a:solidFill>
                  <a:schemeClr val="tx1"/>
                </a:solidFill>
                <a:latin typeface="Trebuchet MS" pitchFamily="34" charset="0"/>
                <a:ea typeface="돋움" pitchFamily="50" charset="-127"/>
                <a:cs typeface="+mn-cs"/>
              </a:defRPr>
            </a:lvl9pPr>
          </a:lstStyle>
          <a:p>
            <a:pPr>
              <a:defRPr/>
            </a:pPr>
            <a:r>
              <a:rPr lang="en-US" altLang="ko-KR" sz="1600" dirty="0">
                <a:solidFill>
                  <a:prstClr val="white">
                    <a:lumMod val="75000"/>
                  </a:prstClr>
                </a:solidFill>
              </a:rPr>
              <a:t>LGE Internal Use Only</a:t>
            </a:r>
            <a:endParaRPr lang="ko-KR" altLang="en-US" sz="1600" dirty="0">
              <a:solidFill>
                <a:prstClr val="white">
                  <a:lumMod val="75000"/>
                </a:prstClr>
              </a:solidFill>
            </a:endParaRPr>
          </a:p>
        </p:txBody>
      </p:sp>
      <p:pic>
        <p:nvPicPr>
          <p:cNvPr id="10" name="Picture 3" descr="C:\Users\hyun\Desktop\비전로고_두줄.png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833318" y="6424766"/>
            <a:ext cx="971368" cy="42175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78230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iming>
    <p:tnLst>
      <p:par>
        <p:cTn id="1" dur="indefinite" restart="never" nodeType="tmRoot"/>
      </p:par>
    </p:tnLst>
  </p:timing>
  <p:txStyles>
    <p:titleStyle>
      <a:lvl1pPr algn="ctr" defTabSz="844083" rtl="0" eaLnBrk="1" latinLnBrk="1" hangingPunct="1">
        <a:spcBef>
          <a:spcPct val="0"/>
        </a:spcBef>
        <a:buNone/>
        <a:defRPr sz="40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6531" indent="-316531" algn="l" defTabSz="844083" rtl="0" eaLnBrk="1" latinLnBrk="1" hangingPunct="1">
        <a:spcBef>
          <a:spcPct val="20000"/>
        </a:spcBef>
        <a:buFont typeface="Arial" panose="020B0604020202020204" pitchFamily="34" charset="0"/>
        <a:buChar char="•"/>
        <a:defRPr sz="2954" kern="1200">
          <a:solidFill>
            <a:schemeClr val="tx1"/>
          </a:solidFill>
          <a:latin typeface="+mn-lt"/>
          <a:ea typeface="+mn-ea"/>
          <a:cs typeface="+mn-cs"/>
        </a:defRPr>
      </a:lvl1pPr>
      <a:lvl2pPr marL="685817" indent="-263776" algn="l" defTabSz="844083" rtl="0" eaLnBrk="1" latinLnBrk="1" hangingPunct="1">
        <a:spcBef>
          <a:spcPct val="20000"/>
        </a:spcBef>
        <a:buFont typeface="Arial" panose="020B0604020202020204" pitchFamily="34" charset="0"/>
        <a:buChar char="–"/>
        <a:defRPr sz="2585" kern="1200">
          <a:solidFill>
            <a:schemeClr val="tx1"/>
          </a:solidFill>
          <a:latin typeface="+mn-lt"/>
          <a:ea typeface="+mn-ea"/>
          <a:cs typeface="+mn-cs"/>
        </a:defRPr>
      </a:lvl2pPr>
      <a:lvl3pPr marL="1055103" indent="-211021" algn="l" defTabSz="844083" rtl="0" eaLnBrk="1" latinLnBrk="1" hangingPunct="1">
        <a:spcBef>
          <a:spcPct val="20000"/>
        </a:spcBef>
        <a:buFont typeface="Arial" panose="020B0604020202020204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477145" indent="-211021" algn="l" defTabSz="844083" rtl="0" eaLnBrk="1" latinLnBrk="1" hangingPunct="1">
        <a:spcBef>
          <a:spcPct val="20000"/>
        </a:spcBef>
        <a:buFont typeface="Arial" panose="020B0604020202020204" pitchFamily="34" charset="0"/>
        <a:buChar char="–"/>
        <a:defRPr sz="1846" kern="1200">
          <a:solidFill>
            <a:schemeClr val="tx1"/>
          </a:solidFill>
          <a:latin typeface="+mn-lt"/>
          <a:ea typeface="+mn-ea"/>
          <a:cs typeface="+mn-cs"/>
        </a:defRPr>
      </a:lvl4pPr>
      <a:lvl5pPr marL="1899186" indent="-211021" algn="l" defTabSz="844083" rtl="0" eaLnBrk="1" latinLnBrk="1" hangingPunct="1">
        <a:spcBef>
          <a:spcPct val="20000"/>
        </a:spcBef>
        <a:buFont typeface="Arial" panose="020B0604020202020204" pitchFamily="34" charset="0"/>
        <a:buChar char="»"/>
        <a:defRPr sz="1846" kern="1200">
          <a:solidFill>
            <a:schemeClr val="tx1"/>
          </a:solidFill>
          <a:latin typeface="+mn-lt"/>
          <a:ea typeface="+mn-ea"/>
          <a:cs typeface="+mn-cs"/>
        </a:defRPr>
      </a:lvl5pPr>
      <a:lvl6pPr marL="2321227" indent="-211021" algn="l" defTabSz="844083" rtl="0" eaLnBrk="1" latinLnBrk="1" hangingPunct="1">
        <a:spcBef>
          <a:spcPct val="20000"/>
        </a:spcBef>
        <a:buFont typeface="Arial" panose="020B0604020202020204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indent="-211021" algn="l" defTabSz="844083" rtl="0" eaLnBrk="1" latinLnBrk="1" hangingPunct="1">
        <a:spcBef>
          <a:spcPct val="20000"/>
        </a:spcBef>
        <a:buFont typeface="Arial" panose="020B0604020202020204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7pPr>
      <a:lvl8pPr marL="3165310" indent="-211021" algn="l" defTabSz="844083" rtl="0" eaLnBrk="1" latinLnBrk="1" hangingPunct="1">
        <a:spcBef>
          <a:spcPct val="20000"/>
        </a:spcBef>
        <a:buFont typeface="Arial" panose="020B0604020202020204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8pPr>
      <a:lvl9pPr marL="3587351" indent="-211021" algn="l" defTabSz="844083" rtl="0" eaLnBrk="1" latinLnBrk="1" hangingPunct="1">
        <a:spcBef>
          <a:spcPct val="20000"/>
        </a:spcBef>
        <a:buFont typeface="Arial" panose="020B0604020202020204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/>
          <p:cNvSpPr/>
          <p:nvPr/>
        </p:nvSpPr>
        <p:spPr bwMode="auto">
          <a:xfrm>
            <a:off x="128464" y="27159"/>
            <a:ext cx="3240360" cy="548680"/>
          </a:xfrm>
          <a:prstGeom prst="rect">
            <a:avLst/>
          </a:prstGeom>
          <a:noFill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1222375"/>
            <a:r>
              <a:rPr lang="ko-KR" altLang="en-US" sz="1700" dirty="0" err="1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프로잭트</a:t>
            </a:r>
            <a:r>
              <a:rPr lang="ko-KR" altLang="en-US" sz="17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추진 배경 </a:t>
            </a:r>
            <a:r>
              <a:rPr lang="ko-KR" altLang="en-US" sz="17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및 개요</a:t>
            </a:r>
            <a:endParaRPr lang="ko-KR" altLang="en-US" sz="1700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608238" y="6557918"/>
            <a:ext cx="68952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tabLst>
                <a:tab pos="92075" algn="l"/>
              </a:tabLst>
            </a:pPr>
            <a:r>
              <a:rPr kumimoji="0" lang="en-US" altLang="ko-KR" sz="900" b="0" dirty="0" smtClean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1/4</a:t>
            </a:r>
          </a:p>
        </p:txBody>
      </p:sp>
    </p:spTree>
    <p:extLst>
      <p:ext uri="{BB962C8B-B14F-4D97-AF65-F5344CB8AC3E}">
        <p14:creationId xmlns:p14="http://schemas.microsoft.com/office/powerpoint/2010/main" val="1717382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28464" y="116232"/>
            <a:ext cx="3320819" cy="349702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tabLst>
                <a:tab pos="8116888" algn="r"/>
              </a:tabLst>
              <a:defRPr kumimoji="1" sz="1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tabLst>
                <a:tab pos="8116888" algn="r"/>
              </a:tabLst>
              <a:defRPr kumimoji="1" sz="1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tabLst>
                <a:tab pos="8116888" algn="r"/>
              </a:tabLst>
              <a:defRPr kumimoji="1" sz="1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tabLst>
                <a:tab pos="8116888" algn="r"/>
              </a:tabLst>
              <a:defRPr kumimoji="1" sz="1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tabLst>
                <a:tab pos="8116888" algn="r"/>
              </a:tabLst>
              <a:defRPr kumimoji="1" sz="1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tabLst>
                <a:tab pos="8116888" algn="r"/>
              </a:tabLst>
              <a:defRPr kumimoji="1" sz="1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tabLst>
                <a:tab pos="8116888" algn="r"/>
              </a:tabLst>
              <a:defRPr kumimoji="1" sz="1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tabLst>
                <a:tab pos="8116888" algn="r"/>
              </a:tabLst>
              <a:defRPr kumimoji="1" sz="1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tabLst>
                <a:tab pos="8116888" algn="r"/>
              </a:tabLst>
              <a:defRPr kumimoji="1" sz="1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sz="1700" kern="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서비스 </a:t>
            </a:r>
            <a:r>
              <a:rPr lang="ko-KR" altLang="en-US" sz="1700" kern="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구성</a:t>
            </a:r>
            <a:endParaRPr lang="ko-KR" altLang="en-US" sz="1700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grpSp>
        <p:nvGrpSpPr>
          <p:cNvPr id="20" name="그룹 19"/>
          <p:cNvGrpSpPr/>
          <p:nvPr/>
        </p:nvGrpSpPr>
        <p:grpSpPr>
          <a:xfrm>
            <a:off x="304736" y="836712"/>
            <a:ext cx="9184768" cy="5395172"/>
            <a:chOff x="304736" y="836712"/>
            <a:chExt cx="9184768" cy="5395172"/>
          </a:xfrm>
        </p:grpSpPr>
        <p:grpSp>
          <p:nvGrpSpPr>
            <p:cNvPr id="21" name="그룹 20"/>
            <p:cNvGrpSpPr/>
            <p:nvPr/>
          </p:nvGrpSpPr>
          <p:grpSpPr>
            <a:xfrm>
              <a:off x="2782124" y="1155700"/>
              <a:ext cx="4320480" cy="1570926"/>
              <a:chOff x="2782124" y="1340768"/>
              <a:chExt cx="4320480" cy="1978302"/>
            </a:xfrm>
          </p:grpSpPr>
          <p:sp>
            <p:nvSpPr>
              <p:cNvPr id="85" name="직사각형 84"/>
              <p:cNvSpPr/>
              <p:nvPr/>
            </p:nvSpPr>
            <p:spPr>
              <a:xfrm>
                <a:off x="2782124" y="1340768"/>
                <a:ext cx="4320480" cy="124847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ko-KR" altLang="en-US" sz="800" smtClean="0">
                    <a:solidFill>
                      <a:schemeClr val="tx1"/>
                    </a:solidFill>
                  </a:rPr>
                  <a:t>크롤링</a:t>
                </a:r>
                <a:r>
                  <a:rPr lang="en-US" altLang="ko-KR" sz="800" dirty="0" smtClean="0">
                    <a:solidFill>
                      <a:schemeClr val="tx1"/>
                    </a:solidFill>
                  </a:rPr>
                  <a:t> WAS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6" name="직사각형 85"/>
              <p:cNvSpPr/>
              <p:nvPr/>
            </p:nvSpPr>
            <p:spPr>
              <a:xfrm>
                <a:off x="2782124" y="2589239"/>
                <a:ext cx="1594812" cy="72983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7" name="직사각형 86"/>
              <p:cNvSpPr/>
              <p:nvPr/>
            </p:nvSpPr>
            <p:spPr>
              <a:xfrm>
                <a:off x="2792760" y="2516706"/>
                <a:ext cx="1584176" cy="14401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2" name="그룹 21"/>
            <p:cNvGrpSpPr/>
            <p:nvPr/>
          </p:nvGrpSpPr>
          <p:grpSpPr>
            <a:xfrm>
              <a:off x="304736" y="1051942"/>
              <a:ext cx="1693860" cy="923956"/>
              <a:chOff x="317436" y="1340768"/>
              <a:chExt cx="1693860" cy="923956"/>
            </a:xfrm>
          </p:grpSpPr>
          <p:sp>
            <p:nvSpPr>
              <p:cNvPr id="82" name="직사각형 81"/>
              <p:cNvSpPr/>
              <p:nvPr/>
            </p:nvSpPr>
            <p:spPr>
              <a:xfrm>
                <a:off x="416496" y="1340768"/>
                <a:ext cx="1594800" cy="8028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 smtClean="0">
                    <a:solidFill>
                      <a:schemeClr val="tx1"/>
                    </a:solidFill>
                  </a:rPr>
                  <a:t>통합 검색 시스템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3" name="직사각형 82"/>
              <p:cNvSpPr/>
              <p:nvPr/>
            </p:nvSpPr>
            <p:spPr>
              <a:xfrm>
                <a:off x="370776" y="1397536"/>
                <a:ext cx="1594800" cy="8028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 smtClean="0">
                    <a:solidFill>
                      <a:schemeClr val="tx1"/>
                    </a:solidFill>
                  </a:rPr>
                  <a:t>통합 검색 시스템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4" name="직사각형 83"/>
              <p:cNvSpPr/>
              <p:nvPr/>
            </p:nvSpPr>
            <p:spPr>
              <a:xfrm>
                <a:off x="317436" y="1461924"/>
                <a:ext cx="1594800" cy="8028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 smtClean="0">
                    <a:solidFill>
                      <a:schemeClr val="tx1"/>
                    </a:solidFill>
                  </a:rPr>
                  <a:t>Partner System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3" name="직사각형 22"/>
            <p:cNvSpPr/>
            <p:nvPr/>
          </p:nvSpPr>
          <p:spPr>
            <a:xfrm>
              <a:off x="2576736" y="836712"/>
              <a:ext cx="4752528" cy="5111774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4592960" y="2247798"/>
              <a:ext cx="2509644" cy="47882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DB Server(MySql)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4592960" y="2919622"/>
              <a:ext cx="2509644" cy="2812841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Admin WAS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grpSp>
          <p:nvGrpSpPr>
            <p:cNvPr id="26" name="그룹 25"/>
            <p:cNvGrpSpPr/>
            <p:nvPr/>
          </p:nvGrpSpPr>
          <p:grpSpPr>
            <a:xfrm>
              <a:off x="304736" y="2060054"/>
              <a:ext cx="1693860" cy="923956"/>
              <a:chOff x="317436" y="1340768"/>
              <a:chExt cx="1693860" cy="923956"/>
            </a:xfrm>
          </p:grpSpPr>
          <p:sp>
            <p:nvSpPr>
              <p:cNvPr id="79" name="직사각형 78"/>
              <p:cNvSpPr/>
              <p:nvPr/>
            </p:nvSpPr>
            <p:spPr>
              <a:xfrm>
                <a:off x="416496" y="1340768"/>
                <a:ext cx="1594800" cy="8028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 smtClean="0">
                    <a:solidFill>
                      <a:schemeClr val="tx1"/>
                    </a:solidFill>
                  </a:rPr>
                  <a:t>통합 검색 시스템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0" name="직사각형 79"/>
              <p:cNvSpPr/>
              <p:nvPr/>
            </p:nvSpPr>
            <p:spPr>
              <a:xfrm>
                <a:off x="370776" y="1397536"/>
                <a:ext cx="1594800" cy="8028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 smtClean="0">
                    <a:solidFill>
                      <a:schemeClr val="tx1"/>
                    </a:solidFill>
                  </a:rPr>
                  <a:t>통합 검색 시스템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1" name="직사각형 80"/>
              <p:cNvSpPr/>
              <p:nvPr/>
            </p:nvSpPr>
            <p:spPr>
              <a:xfrm>
                <a:off x="317436" y="1461924"/>
                <a:ext cx="1594800" cy="8028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SMS/Push </a:t>
                </a:r>
                <a:r>
                  <a:rPr lang="en-US" altLang="ko-KR" sz="800" dirty="0" smtClean="0">
                    <a:solidFill>
                      <a:schemeClr val="tx1"/>
                    </a:solidFill>
                  </a:rPr>
                  <a:t>System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7" name="직사각형 26"/>
            <p:cNvSpPr/>
            <p:nvPr/>
          </p:nvSpPr>
          <p:spPr>
            <a:xfrm>
              <a:off x="7894704" y="1333147"/>
              <a:ext cx="1594800" cy="57606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tx1"/>
                  </a:solidFill>
                </a:rPr>
                <a:t>방송</a:t>
              </a:r>
              <a:r>
                <a:rPr lang="en-US" altLang="ko-KR" sz="800" dirty="0" smtClean="0">
                  <a:solidFill>
                    <a:schemeClr val="tx1"/>
                  </a:solidFill>
                </a:rPr>
                <a:t>/</a:t>
              </a:r>
              <a:r>
                <a:rPr lang="ko-KR" altLang="en-US" sz="800" smtClean="0">
                  <a:solidFill>
                    <a:schemeClr val="tx1"/>
                  </a:solidFill>
                </a:rPr>
                <a:t>상품정보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7894704" y="2017803"/>
              <a:ext cx="1594800" cy="57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SSO</a:t>
              </a:r>
            </a:p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(</a:t>
              </a:r>
              <a:r>
                <a:rPr lang="ko-KR" altLang="en-US" sz="800" dirty="0" smtClean="0">
                  <a:solidFill>
                    <a:schemeClr val="tx1"/>
                  </a:solidFill>
                </a:rPr>
                <a:t>관리자정보</a:t>
              </a:r>
              <a:r>
                <a:rPr lang="en-US" altLang="ko-KR" sz="800" dirty="0" smtClean="0">
                  <a:solidFill>
                    <a:schemeClr val="tx1"/>
                  </a:solidFill>
                </a:rPr>
                <a:t>)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7894704" y="2702393"/>
              <a:ext cx="1594800" cy="57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NSU</a:t>
              </a:r>
            </a:p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(</a:t>
              </a:r>
              <a:r>
                <a:rPr lang="ko-KR" altLang="en-US" sz="800" dirty="0" smtClean="0">
                  <a:solidFill>
                    <a:schemeClr val="tx1"/>
                  </a:solidFill>
                </a:rPr>
                <a:t>플랫폼정보</a:t>
              </a:r>
              <a:r>
                <a:rPr lang="en-US" altLang="ko-KR" sz="800" dirty="0" smtClean="0">
                  <a:solidFill>
                    <a:schemeClr val="tx1"/>
                  </a:solidFill>
                </a:rPr>
                <a:t>)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grpSp>
          <p:nvGrpSpPr>
            <p:cNvPr id="31" name="그룹 30"/>
            <p:cNvGrpSpPr/>
            <p:nvPr/>
          </p:nvGrpSpPr>
          <p:grpSpPr>
            <a:xfrm>
              <a:off x="317436" y="3512362"/>
              <a:ext cx="1693860" cy="923956"/>
              <a:chOff x="317436" y="1340768"/>
              <a:chExt cx="1693860" cy="923956"/>
            </a:xfrm>
          </p:grpSpPr>
          <p:sp>
            <p:nvSpPr>
              <p:cNvPr id="76" name="직사각형 75"/>
              <p:cNvSpPr/>
              <p:nvPr/>
            </p:nvSpPr>
            <p:spPr>
              <a:xfrm>
                <a:off x="416496" y="1340768"/>
                <a:ext cx="1594800" cy="8028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 smtClean="0">
                    <a:solidFill>
                      <a:schemeClr val="tx1"/>
                    </a:solidFill>
                  </a:rPr>
                  <a:t>통합 검색 시스템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7" name="직사각형 76"/>
              <p:cNvSpPr/>
              <p:nvPr/>
            </p:nvSpPr>
            <p:spPr>
              <a:xfrm>
                <a:off x="370776" y="1397536"/>
                <a:ext cx="1594800" cy="8028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 smtClean="0">
                    <a:solidFill>
                      <a:schemeClr val="tx1"/>
                    </a:solidFill>
                  </a:rPr>
                  <a:t>통합 검색 시스템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8" name="직사각형 77"/>
              <p:cNvSpPr/>
              <p:nvPr/>
            </p:nvSpPr>
            <p:spPr>
              <a:xfrm>
                <a:off x="317436" y="1461924"/>
                <a:ext cx="1594800" cy="8028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Mobile/mobile </a:t>
                </a:r>
                <a:r>
                  <a:rPr lang="en-US" altLang="ko-KR" sz="800" dirty="0" smtClean="0">
                    <a:solidFill>
                      <a:schemeClr val="tx1"/>
                    </a:solidFill>
                  </a:rPr>
                  <a:t>App/PC Browser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3" name="직사각형 32"/>
            <p:cNvSpPr/>
            <p:nvPr/>
          </p:nvSpPr>
          <p:spPr>
            <a:xfrm>
              <a:off x="2782124" y="2919622"/>
              <a:ext cx="1594812" cy="2812840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API WAS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2968526" y="1290827"/>
              <a:ext cx="1224136" cy="57606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tx1"/>
                  </a:solidFill>
                  <a:latin typeface="+mn-ea"/>
                </a:rPr>
                <a:t>크롤링 데몬</a:t>
              </a:r>
              <a:endParaRPr lang="en-US" altLang="ko-KR" sz="800" dirty="0" smtClean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+mn-ea"/>
                </a:rPr>
                <a:t>방송정보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</a:rPr>
                <a:t>/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+mn-ea"/>
                </a:rPr>
                <a:t>상품정보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</a:rPr>
                <a:t>/</a:t>
              </a:r>
            </a:p>
            <a:p>
              <a:pPr algn="ctr"/>
              <a:r>
                <a:rPr lang="ko-KR" altLang="en-US" sz="800" dirty="0" smtClean="0">
                  <a:solidFill>
                    <a:schemeClr val="tx1"/>
                  </a:solidFill>
                  <a:latin typeface="+mn-ea"/>
                </a:rPr>
                <a:t>부가정보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</a:rPr>
                <a:t>)</a:t>
              </a:r>
              <a:endParaRPr lang="ko-KR" altLang="en-US" sz="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5445224" y="1290827"/>
              <a:ext cx="1440160" cy="70549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tx1"/>
                  </a:solidFill>
                  <a:latin typeface="+mn-ea"/>
                </a:rPr>
                <a:t>내부 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</a:rPr>
                <a:t>I/F 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+mn-ea"/>
                </a:rPr>
                <a:t>데몬</a:t>
              </a:r>
              <a:endParaRPr lang="ko-KR" altLang="en-US" sz="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4742128" y="3140175"/>
              <a:ext cx="2227096" cy="42061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 smtClean="0">
                  <a:solidFill>
                    <a:schemeClr val="tx1"/>
                  </a:solidFill>
                </a:rPr>
                <a:t>마스터관</a:t>
              </a:r>
              <a:r>
                <a:rPr lang="ko-KR" altLang="en-US" sz="700" dirty="0">
                  <a:solidFill>
                    <a:schemeClr val="tx1"/>
                  </a:solidFill>
                </a:rPr>
                <a:t>리</a:t>
              </a:r>
              <a:endParaRPr lang="en-US" altLang="ko-KR" sz="700" dirty="0" smtClean="0">
                <a:solidFill>
                  <a:schemeClr val="tx1"/>
                </a:solidFill>
              </a:endParaRPr>
            </a:p>
            <a:p>
              <a:pPr algn="ctr">
                <a:spcBef>
                  <a:spcPct val="20000"/>
                </a:spcBef>
              </a:pPr>
              <a:r>
                <a:rPr lang="en-US" altLang="ko-KR" sz="700" dirty="0">
                  <a:solidFill>
                    <a:schemeClr val="tx1"/>
                  </a:solidFill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</a:rPr>
                <a:t>카테고리</a:t>
              </a:r>
              <a:r>
                <a:rPr lang="en-US" altLang="ko-KR" sz="700" dirty="0">
                  <a:solidFill>
                    <a:schemeClr val="tx1"/>
                  </a:solidFill>
                </a:rPr>
                <a:t>/</a:t>
              </a:r>
              <a:r>
                <a:rPr lang="ko-KR" altLang="en-US" sz="700" dirty="0">
                  <a:solidFill>
                    <a:schemeClr val="tx1"/>
                  </a:solidFill>
                </a:rPr>
                <a:t>약관</a:t>
              </a:r>
              <a:r>
                <a:rPr lang="en-US" altLang="ko-KR" sz="700" dirty="0">
                  <a:solidFill>
                    <a:schemeClr val="tx1"/>
                  </a:solidFill>
                </a:rPr>
                <a:t>/</a:t>
              </a:r>
              <a:r>
                <a:rPr lang="ko-KR" altLang="en-US" sz="700" dirty="0" smtClean="0">
                  <a:solidFill>
                    <a:schemeClr val="tx1"/>
                  </a:solidFill>
                </a:rPr>
                <a:t>파트너</a:t>
              </a:r>
              <a:r>
                <a:rPr lang="en-US" altLang="ko-KR" sz="700" dirty="0" smtClean="0">
                  <a:solidFill>
                    <a:schemeClr val="tx1"/>
                  </a:solidFill>
                </a:rPr>
                <a:t>/</a:t>
              </a:r>
              <a:r>
                <a:rPr lang="ko-KR" altLang="en-US" sz="700" dirty="0" smtClean="0">
                  <a:solidFill>
                    <a:schemeClr val="tx1"/>
                  </a:solidFill>
                </a:rPr>
                <a:t>국가</a:t>
              </a:r>
              <a:r>
                <a:rPr lang="en-US" altLang="ko-KR" sz="700" dirty="0">
                  <a:solidFill>
                    <a:schemeClr val="tx1"/>
                  </a:solidFill>
                </a:rPr>
                <a:t>/</a:t>
              </a:r>
              <a:r>
                <a:rPr lang="ko-KR" altLang="en-US" sz="700" dirty="0">
                  <a:solidFill>
                    <a:schemeClr val="tx1"/>
                  </a:solidFill>
                </a:rPr>
                <a:t>언어</a:t>
              </a:r>
              <a:r>
                <a:rPr lang="en-US" altLang="ko-KR" sz="700" dirty="0" smtClean="0">
                  <a:solidFill>
                    <a:schemeClr val="tx1"/>
                  </a:solidFill>
                </a:rPr>
                <a:t>/</a:t>
              </a:r>
            </a:p>
            <a:p>
              <a:pPr algn="ctr">
                <a:spcBef>
                  <a:spcPct val="20000"/>
                </a:spcBef>
              </a:pPr>
              <a:r>
                <a:rPr lang="ko-KR" altLang="en-US" sz="700" dirty="0" smtClean="0">
                  <a:solidFill>
                    <a:schemeClr val="tx1"/>
                  </a:solidFill>
                </a:rPr>
                <a:t>플랫폼</a:t>
              </a:r>
              <a:r>
                <a:rPr lang="en-US" altLang="ko-KR" sz="700" dirty="0">
                  <a:solidFill>
                    <a:schemeClr val="tx1"/>
                  </a:solidFill>
                </a:rPr>
                <a:t>/</a:t>
              </a:r>
              <a:r>
                <a:rPr lang="ko-KR" altLang="en-US" sz="700" dirty="0">
                  <a:solidFill>
                    <a:schemeClr val="tx1"/>
                  </a:solidFill>
                </a:rPr>
                <a:t>리워드</a:t>
              </a:r>
              <a:r>
                <a:rPr lang="en-US" altLang="ko-KR" sz="700" dirty="0" smtClean="0">
                  <a:solidFill>
                    <a:schemeClr val="tx1"/>
                  </a:solidFill>
                </a:rPr>
                <a:t>)</a:t>
              </a:r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4742128" y="3610729"/>
              <a:ext cx="2227096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ct val="20000"/>
                </a:spcBef>
              </a:pPr>
              <a:r>
                <a:rPr lang="ko-KR" altLang="en-US" sz="700" dirty="0">
                  <a:solidFill>
                    <a:schemeClr val="tx1"/>
                  </a:solidFill>
                </a:rPr>
                <a:t>방송</a:t>
              </a:r>
              <a:r>
                <a:rPr lang="en-US" altLang="ko-KR" sz="700" dirty="0">
                  <a:solidFill>
                    <a:schemeClr val="tx1"/>
                  </a:solidFill>
                </a:rPr>
                <a:t>&amp;</a:t>
              </a:r>
              <a:r>
                <a:rPr lang="ko-KR" altLang="en-US" sz="700" dirty="0">
                  <a:solidFill>
                    <a:schemeClr val="tx1"/>
                  </a:solidFill>
                </a:rPr>
                <a:t>상품 관리</a:t>
              </a:r>
              <a:endParaRPr lang="en-US" altLang="ko-KR" sz="700" dirty="0">
                <a:solidFill>
                  <a:schemeClr val="tx1"/>
                </a:solidFill>
              </a:endParaRPr>
            </a:p>
            <a:p>
              <a:pPr algn="ctr">
                <a:spcBef>
                  <a:spcPct val="20000"/>
                </a:spcBef>
              </a:pPr>
              <a:r>
                <a:rPr lang="en-US" altLang="ko-KR" sz="700" dirty="0">
                  <a:solidFill>
                    <a:schemeClr val="tx1"/>
                  </a:solidFill>
                </a:rPr>
                <a:t>(</a:t>
              </a:r>
              <a:r>
                <a:rPr lang="ko-KR" altLang="en-US" sz="700" dirty="0" smtClean="0">
                  <a:solidFill>
                    <a:schemeClr val="tx1"/>
                  </a:solidFill>
                </a:rPr>
                <a:t>방송정보</a:t>
              </a:r>
              <a:r>
                <a:rPr lang="en-US" altLang="ko-KR" sz="700" dirty="0" smtClean="0">
                  <a:solidFill>
                    <a:schemeClr val="tx1"/>
                  </a:solidFill>
                </a:rPr>
                <a:t>/</a:t>
              </a:r>
              <a:r>
                <a:rPr lang="ko-KR" altLang="en-US" sz="700" dirty="0" smtClean="0">
                  <a:solidFill>
                    <a:schemeClr val="tx1"/>
                  </a:solidFill>
                </a:rPr>
                <a:t>상품정보</a:t>
              </a:r>
              <a:r>
                <a:rPr lang="en-US" altLang="ko-KR" sz="700" dirty="0" smtClean="0">
                  <a:solidFill>
                    <a:schemeClr val="tx1"/>
                  </a:solidFill>
                </a:rPr>
                <a:t>)</a:t>
              </a:r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4742128" y="3948666"/>
              <a:ext cx="2227096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ct val="20000"/>
                </a:spcBef>
              </a:pPr>
              <a:r>
                <a:rPr lang="ko-KR" altLang="en-US" sz="700" dirty="0">
                  <a:solidFill>
                    <a:schemeClr val="tx1"/>
                  </a:solidFill>
                </a:rPr>
                <a:t>전시 관리</a:t>
              </a:r>
              <a:endParaRPr lang="en-US" altLang="ko-KR" sz="700" dirty="0">
                <a:solidFill>
                  <a:schemeClr val="tx1"/>
                </a:solidFill>
              </a:endParaRPr>
            </a:p>
            <a:p>
              <a:pPr algn="ctr">
                <a:spcBef>
                  <a:spcPct val="20000"/>
                </a:spcBef>
              </a:pPr>
              <a:r>
                <a:rPr lang="en-US" altLang="ko-KR" sz="700" dirty="0">
                  <a:solidFill>
                    <a:schemeClr val="tx1"/>
                  </a:solidFill>
                </a:rPr>
                <a:t>(2</a:t>
              </a:r>
              <a:r>
                <a:rPr lang="en-US" altLang="ko-KR" sz="700" baseline="30000" dirty="0">
                  <a:solidFill>
                    <a:schemeClr val="tx1"/>
                  </a:solidFill>
                </a:rPr>
                <a:t>nd</a:t>
              </a:r>
              <a:r>
                <a:rPr lang="en-US" altLang="ko-KR" sz="700" dirty="0">
                  <a:solidFill>
                    <a:schemeClr val="tx1"/>
                  </a:solidFill>
                </a:rPr>
                <a:t> Layer/</a:t>
              </a:r>
              <a:r>
                <a:rPr lang="ko-KR" altLang="en-US" sz="700" dirty="0">
                  <a:solidFill>
                    <a:schemeClr val="tx1"/>
                  </a:solidFill>
                </a:rPr>
                <a:t>메인</a:t>
              </a:r>
              <a:r>
                <a:rPr lang="en-US" altLang="ko-KR" sz="700" dirty="0">
                  <a:solidFill>
                    <a:schemeClr val="tx1"/>
                  </a:solidFill>
                </a:rPr>
                <a:t>/</a:t>
              </a:r>
              <a:r>
                <a:rPr lang="ko-KR" altLang="en-US" sz="700" dirty="0">
                  <a:solidFill>
                    <a:schemeClr val="tx1"/>
                  </a:solidFill>
                </a:rPr>
                <a:t>테마 </a:t>
              </a:r>
              <a:r>
                <a:rPr lang="ko-KR" altLang="en-US" sz="700" dirty="0" smtClean="0">
                  <a:solidFill>
                    <a:schemeClr val="tx1"/>
                  </a:solidFill>
                </a:rPr>
                <a:t>큐레이션</a:t>
              </a:r>
              <a:r>
                <a:rPr lang="en-US" altLang="ko-KR" sz="700" dirty="0" smtClean="0">
                  <a:solidFill>
                    <a:schemeClr val="tx1"/>
                  </a:solidFill>
                </a:rPr>
                <a:t>)</a:t>
              </a:r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4742128" y="4286603"/>
              <a:ext cx="2227096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ct val="20000"/>
                </a:spcBef>
              </a:pPr>
              <a:r>
                <a:rPr lang="ko-KR" altLang="en-US" sz="700" dirty="0">
                  <a:solidFill>
                    <a:schemeClr val="tx1"/>
                  </a:solidFill>
                </a:rPr>
                <a:t>크롤링 관리</a:t>
              </a:r>
              <a:endParaRPr lang="en-US" altLang="ko-KR" sz="700" dirty="0">
                <a:solidFill>
                  <a:schemeClr val="tx1"/>
                </a:solidFill>
              </a:endParaRPr>
            </a:p>
            <a:p>
              <a:pPr algn="ctr">
                <a:spcBef>
                  <a:spcPct val="20000"/>
                </a:spcBef>
              </a:pPr>
              <a:r>
                <a:rPr lang="en-US" altLang="ko-KR" sz="700" dirty="0">
                  <a:solidFill>
                    <a:schemeClr val="tx1"/>
                  </a:solidFill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</a:rPr>
                <a:t>수집 수행 이력</a:t>
              </a:r>
              <a:r>
                <a:rPr lang="en-US" altLang="ko-KR" sz="700" dirty="0">
                  <a:solidFill>
                    <a:schemeClr val="tx1"/>
                  </a:solidFill>
                </a:rPr>
                <a:t>)</a:t>
              </a:r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4742128" y="4624540"/>
              <a:ext cx="2227096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ct val="20000"/>
                </a:spcBef>
              </a:pPr>
              <a:r>
                <a:rPr lang="ko-KR" altLang="en-US" sz="700" dirty="0">
                  <a:solidFill>
                    <a:schemeClr val="tx1"/>
                  </a:solidFill>
                </a:rPr>
                <a:t>지원관리</a:t>
              </a:r>
              <a:endParaRPr lang="en-US" altLang="ko-KR" sz="700" dirty="0">
                <a:solidFill>
                  <a:schemeClr val="tx1"/>
                </a:solidFill>
              </a:endParaRPr>
            </a:p>
            <a:p>
              <a:pPr algn="ctr">
                <a:spcBef>
                  <a:spcPct val="20000"/>
                </a:spcBef>
              </a:pPr>
              <a:r>
                <a:rPr lang="en-US" altLang="ko-KR" sz="700" dirty="0">
                  <a:solidFill>
                    <a:schemeClr val="tx1"/>
                  </a:solidFill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</a:rPr>
                <a:t>공지사항</a:t>
              </a:r>
              <a:r>
                <a:rPr lang="en-US" altLang="ko-KR" sz="700" dirty="0" smtClean="0">
                  <a:solidFill>
                    <a:schemeClr val="tx1"/>
                  </a:solidFill>
                </a:rPr>
                <a:t>/CS)</a:t>
              </a:r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2968526" y="1996325"/>
              <a:ext cx="1224136" cy="59064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tx1"/>
                  </a:solidFill>
                  <a:latin typeface="+mn-ea"/>
                </a:rPr>
                <a:t>외부 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</a:rPr>
                <a:t>I/F 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+mn-ea"/>
                </a:rPr>
                <a:t>데몬</a:t>
              </a:r>
              <a:endParaRPr lang="en-US" altLang="ko-KR" sz="800" dirty="0" smtClean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</a:rPr>
                <a:t>(SMS/Push)</a:t>
              </a:r>
              <a:endParaRPr lang="ko-KR" altLang="en-US" sz="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2" name="왼쪽/오른쪽 화살표 41"/>
            <p:cNvSpPr/>
            <p:nvPr/>
          </p:nvSpPr>
          <p:spPr>
            <a:xfrm>
              <a:off x="2011296" y="1461066"/>
              <a:ext cx="957230" cy="189800"/>
            </a:xfrm>
            <a:prstGeom prst="leftRightArrow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왼쪽/오른쪽 화살표 42"/>
            <p:cNvSpPr/>
            <p:nvPr/>
          </p:nvSpPr>
          <p:spPr>
            <a:xfrm>
              <a:off x="2011296" y="2189105"/>
              <a:ext cx="957230" cy="189800"/>
            </a:xfrm>
            <a:prstGeom prst="leftRightArrow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왼쪽/오른쪽 화살표 43"/>
            <p:cNvSpPr/>
            <p:nvPr/>
          </p:nvSpPr>
          <p:spPr>
            <a:xfrm>
              <a:off x="2011296" y="3932262"/>
              <a:ext cx="770828" cy="189800"/>
            </a:xfrm>
            <a:prstGeom prst="leftRightArrow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4742128" y="4962477"/>
              <a:ext cx="2227096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ct val="20000"/>
                </a:spcBef>
              </a:pPr>
              <a:r>
                <a:rPr lang="ko-KR" altLang="en-US" sz="700" dirty="0">
                  <a:solidFill>
                    <a:schemeClr val="tx1"/>
                  </a:solidFill>
                </a:rPr>
                <a:t>시스템 관리</a:t>
              </a:r>
              <a:endParaRPr lang="en-US" altLang="ko-KR" sz="700" dirty="0">
                <a:solidFill>
                  <a:schemeClr val="tx1"/>
                </a:solidFill>
              </a:endParaRPr>
            </a:p>
            <a:p>
              <a:pPr algn="ctr">
                <a:spcBef>
                  <a:spcPct val="20000"/>
                </a:spcBef>
              </a:pPr>
              <a:r>
                <a:rPr lang="en-US" altLang="ko-KR" sz="700" dirty="0">
                  <a:solidFill>
                    <a:schemeClr val="tx1"/>
                  </a:solidFill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</a:rPr>
                <a:t>코드</a:t>
              </a:r>
              <a:r>
                <a:rPr lang="en-US" altLang="ko-KR" sz="700" dirty="0">
                  <a:solidFill>
                    <a:schemeClr val="tx1"/>
                  </a:solidFill>
                </a:rPr>
                <a:t>/</a:t>
              </a:r>
              <a:r>
                <a:rPr lang="ko-KR" altLang="en-US" sz="700" dirty="0">
                  <a:solidFill>
                    <a:schemeClr val="tx1"/>
                  </a:solidFill>
                </a:rPr>
                <a:t>메뉴</a:t>
              </a:r>
              <a:r>
                <a:rPr lang="en-US" altLang="ko-KR" sz="700" dirty="0">
                  <a:solidFill>
                    <a:schemeClr val="tx1"/>
                  </a:solidFill>
                </a:rPr>
                <a:t>/</a:t>
              </a:r>
              <a:r>
                <a:rPr lang="ko-KR" altLang="en-US" sz="700" dirty="0">
                  <a:solidFill>
                    <a:schemeClr val="tx1"/>
                  </a:solidFill>
                </a:rPr>
                <a:t>권한</a:t>
              </a:r>
              <a:r>
                <a:rPr lang="en-US" altLang="ko-KR" sz="700" dirty="0">
                  <a:solidFill>
                    <a:schemeClr val="tx1"/>
                  </a:solidFill>
                </a:rPr>
                <a:t>/</a:t>
              </a:r>
              <a:r>
                <a:rPr lang="ko-KR" altLang="en-US" sz="700" dirty="0">
                  <a:solidFill>
                    <a:schemeClr val="tx1"/>
                  </a:solidFill>
                </a:rPr>
                <a:t>관리자</a:t>
              </a:r>
              <a:r>
                <a:rPr lang="en-US" altLang="ko-KR" sz="700" dirty="0">
                  <a:solidFill>
                    <a:schemeClr val="tx1"/>
                  </a:solidFill>
                </a:rPr>
                <a:t>)</a:t>
              </a:r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4742128" y="5300414"/>
              <a:ext cx="2227096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ct val="20000"/>
                </a:spcBef>
              </a:pPr>
              <a:r>
                <a:rPr lang="en-US" altLang="ko-KR" sz="700" dirty="0">
                  <a:solidFill>
                    <a:schemeClr val="tx1"/>
                  </a:solidFill>
                </a:rPr>
                <a:t>App </a:t>
              </a:r>
              <a:r>
                <a:rPr lang="ko-KR" altLang="en-US" sz="700" dirty="0">
                  <a:solidFill>
                    <a:schemeClr val="tx1"/>
                  </a:solidFill>
                </a:rPr>
                <a:t>관리</a:t>
              </a:r>
              <a:endParaRPr lang="en-US" altLang="ko-KR" sz="700" dirty="0">
                <a:solidFill>
                  <a:schemeClr val="tx1"/>
                </a:solidFill>
              </a:endParaRPr>
            </a:p>
            <a:p>
              <a:pPr algn="ctr">
                <a:spcBef>
                  <a:spcPct val="20000"/>
                </a:spcBef>
              </a:pPr>
              <a:r>
                <a:rPr lang="en-US" altLang="ko-KR" sz="700" dirty="0">
                  <a:solidFill>
                    <a:schemeClr val="tx1"/>
                  </a:solidFill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</a:rPr>
                <a:t>메뉴</a:t>
              </a:r>
              <a:r>
                <a:rPr lang="en-US" altLang="ko-KR" sz="700" dirty="0">
                  <a:solidFill>
                    <a:schemeClr val="tx1"/>
                  </a:solidFill>
                </a:rPr>
                <a:t>/</a:t>
              </a:r>
              <a:r>
                <a:rPr lang="ko-KR" altLang="en-US" sz="700" dirty="0">
                  <a:solidFill>
                    <a:schemeClr val="tx1"/>
                  </a:solidFill>
                </a:rPr>
                <a:t>기능</a:t>
              </a:r>
              <a:r>
                <a:rPr lang="en-US" altLang="ko-KR" sz="700" dirty="0">
                  <a:solidFill>
                    <a:schemeClr val="tx1"/>
                  </a:solidFill>
                </a:rPr>
                <a:t>)</a:t>
              </a:r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2936776" y="3140175"/>
              <a:ext cx="1296144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</a:rPr>
                <a:t>2</a:t>
              </a:r>
              <a:r>
                <a:rPr lang="en-US" altLang="ko-KR" sz="700" baseline="30000" dirty="0">
                  <a:solidFill>
                    <a:schemeClr val="tx1"/>
                  </a:solidFill>
                </a:rPr>
                <a:t>nd</a:t>
              </a:r>
              <a:r>
                <a:rPr lang="en-US" altLang="ko-KR" sz="700" dirty="0">
                  <a:solidFill>
                    <a:schemeClr val="tx1"/>
                  </a:solidFill>
                </a:rPr>
                <a:t> Layer</a:t>
              </a:r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2936776" y="3500215"/>
              <a:ext cx="1296144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 smtClean="0">
                  <a:solidFill>
                    <a:schemeClr val="tx1"/>
                  </a:solidFill>
                </a:rPr>
                <a:t>Overlay</a:t>
              </a:r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2936776" y="3860255"/>
              <a:ext cx="1296144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 smtClean="0">
                  <a:solidFill>
                    <a:schemeClr val="tx1"/>
                  </a:solidFill>
                </a:rPr>
                <a:t>약</a:t>
              </a:r>
              <a:r>
                <a:rPr lang="ko-KR" altLang="en-US" sz="700" dirty="0">
                  <a:solidFill>
                    <a:schemeClr val="tx1"/>
                  </a:solidFill>
                </a:rPr>
                <a:t>관</a:t>
              </a: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2936776" y="4220295"/>
              <a:ext cx="1296144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 smtClean="0">
                  <a:solidFill>
                    <a:schemeClr val="tx1"/>
                  </a:solidFill>
                </a:rPr>
                <a:t>방송</a:t>
              </a:r>
              <a:r>
                <a:rPr lang="en-US" altLang="ko-KR" sz="700" dirty="0" smtClean="0">
                  <a:solidFill>
                    <a:schemeClr val="tx1"/>
                  </a:solidFill>
                </a:rPr>
                <a:t>/</a:t>
              </a:r>
              <a:r>
                <a:rPr lang="ko-KR" altLang="en-US" sz="700" dirty="0" smtClean="0">
                  <a:solidFill>
                    <a:schemeClr val="tx1"/>
                  </a:solidFill>
                </a:rPr>
                <a:t>상품</a:t>
              </a:r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2936776" y="4580335"/>
              <a:ext cx="1296144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 smtClean="0">
                  <a:solidFill>
                    <a:schemeClr val="tx1"/>
                  </a:solidFill>
                </a:rPr>
                <a:t>알람</a:t>
              </a:r>
              <a:r>
                <a:rPr lang="en-US" altLang="ko-KR" sz="700" dirty="0" smtClean="0">
                  <a:solidFill>
                    <a:schemeClr val="tx1"/>
                  </a:solidFill>
                </a:rPr>
                <a:t>(</a:t>
              </a:r>
              <a:r>
                <a:rPr lang="ko-KR" altLang="en-US" sz="700" dirty="0" smtClean="0">
                  <a:solidFill>
                    <a:schemeClr val="tx1"/>
                  </a:solidFill>
                </a:rPr>
                <a:t>프로그램</a:t>
              </a:r>
              <a:r>
                <a:rPr lang="en-US" altLang="ko-KR" sz="700" dirty="0" smtClean="0">
                  <a:solidFill>
                    <a:schemeClr val="tx1"/>
                  </a:solidFill>
                </a:rPr>
                <a:t>/</a:t>
              </a:r>
              <a:r>
                <a:rPr lang="ko-KR" altLang="en-US" sz="700" dirty="0" smtClean="0">
                  <a:solidFill>
                    <a:schemeClr val="tx1"/>
                  </a:solidFill>
                </a:rPr>
                <a:t>키워드</a:t>
              </a:r>
              <a:r>
                <a:rPr lang="en-US" altLang="ko-KR" sz="700" dirty="0" smtClean="0">
                  <a:solidFill>
                    <a:schemeClr val="tx1"/>
                  </a:solidFill>
                </a:rPr>
                <a:t>)</a:t>
              </a:r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2936776" y="4940375"/>
              <a:ext cx="1296144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 smtClean="0">
                  <a:solidFill>
                    <a:schemeClr val="tx1"/>
                  </a:solidFill>
                </a:rPr>
                <a:t>최근본상품</a:t>
              </a:r>
              <a:r>
                <a:rPr lang="en-US" altLang="ko-KR" sz="700" dirty="0" smtClean="0">
                  <a:solidFill>
                    <a:schemeClr val="tx1"/>
                  </a:solidFill>
                </a:rPr>
                <a:t>/</a:t>
              </a:r>
              <a:r>
                <a:rPr lang="ko-KR" altLang="en-US" sz="700" dirty="0" smtClean="0">
                  <a:solidFill>
                    <a:schemeClr val="tx1"/>
                  </a:solidFill>
                </a:rPr>
                <a:t>상품</a:t>
              </a:r>
              <a:r>
                <a:rPr lang="ko-KR" altLang="en-US" sz="700" dirty="0">
                  <a:solidFill>
                    <a:schemeClr val="tx1"/>
                  </a:solidFill>
                </a:rPr>
                <a:t>찜</a:t>
              </a: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2936776" y="5300414"/>
              <a:ext cx="1296144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 smtClean="0">
                  <a:solidFill>
                    <a:schemeClr val="tx1"/>
                  </a:solidFill>
                </a:rPr>
                <a:t>공지사항</a:t>
              </a:r>
              <a:r>
                <a:rPr lang="en-US" altLang="ko-KR" sz="700" dirty="0" smtClean="0">
                  <a:solidFill>
                    <a:schemeClr val="tx1"/>
                  </a:solidFill>
                </a:rPr>
                <a:t>/CS</a:t>
              </a:r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grpSp>
          <p:nvGrpSpPr>
            <p:cNvPr id="57" name="그룹 56"/>
            <p:cNvGrpSpPr/>
            <p:nvPr/>
          </p:nvGrpSpPr>
          <p:grpSpPr>
            <a:xfrm>
              <a:off x="6897216" y="1528714"/>
              <a:ext cx="997488" cy="2350997"/>
              <a:chOff x="6897216" y="1528714"/>
              <a:chExt cx="997488" cy="2350997"/>
            </a:xfrm>
          </p:grpSpPr>
          <p:sp>
            <p:nvSpPr>
              <p:cNvPr id="62" name="직사각형 61"/>
              <p:cNvSpPr/>
              <p:nvPr/>
            </p:nvSpPr>
            <p:spPr>
              <a:xfrm>
                <a:off x="7501372" y="1672213"/>
                <a:ext cx="101638" cy="142640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오른쪽 화살표 62"/>
              <p:cNvSpPr/>
              <p:nvPr/>
            </p:nvSpPr>
            <p:spPr>
              <a:xfrm>
                <a:off x="7515321" y="2907820"/>
                <a:ext cx="378208" cy="190800"/>
              </a:xfrm>
              <a:prstGeom prst="rightArrow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" name="오른쪽 화살표 63"/>
              <p:cNvSpPr/>
              <p:nvPr/>
            </p:nvSpPr>
            <p:spPr>
              <a:xfrm>
                <a:off x="7515321" y="2228405"/>
                <a:ext cx="379383" cy="190800"/>
              </a:xfrm>
              <a:prstGeom prst="rightArrow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5" name="왼쪽/오른쪽 화살표 64"/>
              <p:cNvSpPr/>
              <p:nvPr/>
            </p:nvSpPr>
            <p:spPr>
              <a:xfrm>
                <a:off x="6897216" y="1528714"/>
                <a:ext cx="997488" cy="189800"/>
              </a:xfrm>
              <a:prstGeom prst="leftRightArrow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6" name="직사각형 65"/>
              <p:cNvSpPr/>
              <p:nvPr/>
            </p:nvSpPr>
            <p:spPr>
              <a:xfrm>
                <a:off x="7510659" y="2805769"/>
                <a:ext cx="92351" cy="384347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7" name="직사각형 66"/>
              <p:cNvSpPr/>
              <p:nvPr/>
            </p:nvSpPr>
            <p:spPr>
              <a:xfrm>
                <a:off x="7510659" y="2082208"/>
                <a:ext cx="92351" cy="384347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8" name="직사각형 67"/>
              <p:cNvSpPr/>
              <p:nvPr/>
            </p:nvSpPr>
            <p:spPr>
              <a:xfrm>
                <a:off x="7510659" y="1595962"/>
                <a:ext cx="92351" cy="384347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2" name="직사각형 71"/>
              <p:cNvSpPr/>
              <p:nvPr/>
            </p:nvSpPr>
            <p:spPr>
              <a:xfrm>
                <a:off x="7510659" y="3495364"/>
                <a:ext cx="92351" cy="384347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61" name="직사각형 60"/>
            <p:cNvSpPr/>
            <p:nvPr/>
          </p:nvSpPr>
          <p:spPr>
            <a:xfrm>
              <a:off x="4088904" y="6163484"/>
              <a:ext cx="524400" cy="684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40803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215508" y="103512"/>
            <a:ext cx="6237690" cy="396530"/>
          </a:xfrm>
        </p:spPr>
        <p:txBody>
          <a:bodyPr/>
          <a:lstStyle/>
          <a:p>
            <a:r>
              <a:rPr lang="ko-KR" altLang="en-US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인프라</a:t>
            </a:r>
            <a:r>
              <a:rPr lang="en-US" altLang="ko-KR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ko-KR" altLang="en-US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아키텍처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7060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 bwMode="auto">
          <a:xfrm>
            <a:off x="128464" y="27159"/>
            <a:ext cx="3240360" cy="548680"/>
          </a:xfrm>
          <a:prstGeom prst="rect">
            <a:avLst/>
          </a:prstGeom>
          <a:noFill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7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주요 </a:t>
            </a:r>
            <a:r>
              <a:rPr lang="ko-KR" altLang="en-US" sz="17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개발 </a:t>
            </a:r>
            <a:r>
              <a:rPr lang="ko-KR" altLang="en-US" sz="17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일정</a:t>
            </a:r>
            <a:endParaRPr kumimoji="1" lang="ko-KR" altLang="en-US" sz="17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608238" y="6557918"/>
            <a:ext cx="689525" cy="273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tabLst>
                <a:tab pos="92075" algn="l"/>
              </a:tabLst>
            </a:pPr>
            <a:r>
              <a:rPr kumimoji="0" lang="en-US" altLang="ko-KR" sz="900" b="0" dirty="0" smtClean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rPr>
              <a:t>4/4</a:t>
            </a:r>
          </a:p>
        </p:txBody>
      </p:sp>
    </p:spTree>
    <p:extLst>
      <p:ext uri="{BB962C8B-B14F-4D97-AF65-F5344CB8AC3E}">
        <p14:creationId xmlns:p14="http://schemas.microsoft.com/office/powerpoint/2010/main" val="3713631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">
  <a:themeElements>
    <a:clrScheme name="Blank 14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CFFFF"/>
      </a:accent1>
      <a:accent2>
        <a:srgbClr val="333399"/>
      </a:accent2>
      <a:accent3>
        <a:srgbClr val="FFFFFF"/>
      </a:accent3>
      <a:accent4>
        <a:srgbClr val="000000"/>
      </a:accent4>
      <a:accent5>
        <a:srgbClr val="E2FFF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Arial"/>
        <a:ea typeface="굴림"/>
        <a:cs typeface=""/>
      </a:majorFont>
      <a:minorFont>
        <a:latin typeface="Tahoma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C000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rtlCol="0" anchor="t" anchorCtr="0" compatLnSpc="1">
        <a:prstTxWarp prst="textNoShape">
          <a:avLst/>
        </a:prstTxWarp>
        <a:noAutofit/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  <a:ea typeface="돋움" pitchFamily="50" charset="-127"/>
          </a:defRPr>
        </a:defPPr>
      </a:lstStyle>
    </a:spDef>
    <a:lnDef>
      <a:spPr bwMode="auto">
        <a:noFill/>
        <a:ln w="9525" cap="flat" cmpd="sng" algn="ctr">
          <a:solidFill>
            <a:schemeClr val="tx1">
              <a:lumMod val="50000"/>
              <a:lumOff val="5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FF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FF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G스마트체">
      <a:majorFont>
        <a:latin typeface="LG스마트체 Regular"/>
        <a:ea typeface="LG스마트체 Regular"/>
        <a:cs typeface=""/>
      </a:majorFont>
      <a:minorFont>
        <a:latin typeface="LG스마트체 Regular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00_09년_DS표준양식</Template>
  <TotalTime>60865559</TotalTime>
  <Words>164</Words>
  <Application>Microsoft Office PowerPoint</Application>
  <PresentationFormat>A4 용지(210x297mm)</PresentationFormat>
  <Paragraphs>53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4</vt:i4>
      </vt:variant>
    </vt:vector>
  </HeadingPairs>
  <TitlesOfParts>
    <vt:vector size="20" baseType="lpstr">
      <vt:lpstr>LG Display-Regular</vt:lpstr>
      <vt:lpstr>LG스마트체 Light</vt:lpstr>
      <vt:lpstr>LG스마트체 Regular</vt:lpstr>
      <vt:lpstr>LG스마트체 SemiBold</vt:lpstr>
      <vt:lpstr>LG스마트체2.0 Regular</vt:lpstr>
      <vt:lpstr>굴림</vt:lpstr>
      <vt:lpstr>돋움</vt:lpstr>
      <vt:lpstr>맑은 고딕</vt:lpstr>
      <vt:lpstr>맑은 고딕</vt:lpstr>
      <vt:lpstr>Arial</vt:lpstr>
      <vt:lpstr>Arial Narrow</vt:lpstr>
      <vt:lpstr>Tahoma</vt:lpstr>
      <vt:lpstr>Trebuchet MS</vt:lpstr>
      <vt:lpstr>기본</vt:lpstr>
      <vt:lpstr>디자인 사용자 지정</vt:lpstr>
      <vt:lpstr>Office 테마</vt:lpstr>
      <vt:lpstr>PowerPoint 프레젠테이션</vt:lpstr>
      <vt:lpstr>PowerPoint 프레젠테이션</vt:lpstr>
      <vt:lpstr>인프라 아키텍처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0</dc:title>
  <dc:creator>최태원/파트장/클라우드운영실 클라우드인프라운영파트</dc:creator>
  <cp:lastModifiedBy>최태원/책임/DXT센터 서비스플랫폼담당 시스템관리팀(wonie.choi@lge.com)</cp:lastModifiedBy>
  <cp:revision>16559</cp:revision>
  <cp:lastPrinted>2018-10-01T04:50:34Z</cp:lastPrinted>
  <dcterms:created xsi:type="dcterms:W3CDTF">2005-12-07T09:50:28Z</dcterms:created>
  <dcterms:modified xsi:type="dcterms:W3CDTF">2020-05-19T04:41:22Z</dcterms:modified>
</cp:coreProperties>
</file>